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66" r:id="rId2"/>
    <p:sldId id="256" r:id="rId3"/>
    <p:sldId id="268" r:id="rId4"/>
    <p:sldId id="257" r:id="rId5"/>
    <p:sldId id="258" r:id="rId6"/>
    <p:sldId id="269" r:id="rId7"/>
    <p:sldId id="259" r:id="rId8"/>
    <p:sldId id="267" r:id="rId9"/>
    <p:sldId id="261" r:id="rId10"/>
    <p:sldId id="270" r:id="rId11"/>
    <p:sldId id="271" r:id="rId12"/>
    <p:sldId id="272" r:id="rId13"/>
    <p:sldId id="273" r:id="rId14"/>
    <p:sldId id="263" r:id="rId15"/>
    <p:sldId id="265" r:id="rId16"/>
    <p:sldId id="274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1744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21ABF6-36D1-44AB-A9E8-2DEFB192C48B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42A2F99-36B5-4A7F-947F-6044C0A082E7}">
      <dgm:prSet custT="1"/>
      <dgm:spPr/>
      <dgm:t>
        <a:bodyPr/>
        <a:lstStyle/>
        <a:p>
          <a:r>
            <a:rPr lang="en-US" sz="3600" dirty="0">
              <a:solidFill>
                <a:srgbClr val="FF0000"/>
              </a:solidFill>
            </a:rPr>
            <a:t>Today’s Topic:</a:t>
          </a:r>
        </a:p>
      </dgm:t>
    </dgm:pt>
    <dgm:pt modelId="{E7A1CFFE-9F10-4147-9392-F6FE9DC51714}" type="parTrans" cxnId="{A06ADC94-2E51-45EE-A700-6F3CAC183929}">
      <dgm:prSet/>
      <dgm:spPr/>
      <dgm:t>
        <a:bodyPr/>
        <a:lstStyle/>
        <a:p>
          <a:endParaRPr lang="en-US"/>
        </a:p>
      </dgm:t>
    </dgm:pt>
    <dgm:pt modelId="{6FFE3953-BAAA-43B6-BF27-2D3E8E5A7AC9}" type="sibTrans" cxnId="{A06ADC94-2E51-45EE-A700-6F3CAC183929}">
      <dgm:prSet/>
      <dgm:spPr/>
      <dgm:t>
        <a:bodyPr/>
        <a:lstStyle/>
        <a:p>
          <a:endParaRPr lang="en-US"/>
        </a:p>
      </dgm:t>
    </dgm:pt>
    <dgm:pt modelId="{031203C0-723A-4AA3-ABDC-C6965E853525}">
      <dgm:prSet/>
      <dgm:spPr/>
      <dgm:t>
        <a:bodyPr/>
        <a:lstStyle/>
        <a:p>
          <a:r>
            <a:rPr lang="en-US"/>
            <a:t>What AI is</a:t>
          </a:r>
        </a:p>
      </dgm:t>
    </dgm:pt>
    <dgm:pt modelId="{2E4F34F2-7CDD-4135-A185-BA08705F135C}" type="parTrans" cxnId="{A624A340-13C5-47D2-ABB9-AF0F10B77131}">
      <dgm:prSet/>
      <dgm:spPr/>
      <dgm:t>
        <a:bodyPr/>
        <a:lstStyle/>
        <a:p>
          <a:endParaRPr lang="en-US"/>
        </a:p>
      </dgm:t>
    </dgm:pt>
    <dgm:pt modelId="{EFB6BB8F-8720-4761-B236-7F479B7DB6C8}" type="sibTrans" cxnId="{A624A340-13C5-47D2-ABB9-AF0F10B77131}">
      <dgm:prSet/>
      <dgm:spPr/>
      <dgm:t>
        <a:bodyPr/>
        <a:lstStyle/>
        <a:p>
          <a:endParaRPr lang="en-US"/>
        </a:p>
      </dgm:t>
    </dgm:pt>
    <dgm:pt modelId="{632AE63D-1F27-4820-BCD2-180BC5BBDE9A}">
      <dgm:prSet/>
      <dgm:spPr/>
      <dgm:t>
        <a:bodyPr/>
        <a:lstStyle/>
        <a:p>
          <a:r>
            <a:rPr lang="en-US"/>
            <a:t>Types of AI</a:t>
          </a:r>
        </a:p>
      </dgm:t>
    </dgm:pt>
    <dgm:pt modelId="{839E82D2-FB7E-41B3-B607-1495F43A9C80}" type="parTrans" cxnId="{00BF4DB8-7F43-44F3-A338-D18B9EC8940E}">
      <dgm:prSet/>
      <dgm:spPr/>
      <dgm:t>
        <a:bodyPr/>
        <a:lstStyle/>
        <a:p>
          <a:endParaRPr lang="en-US"/>
        </a:p>
      </dgm:t>
    </dgm:pt>
    <dgm:pt modelId="{C0FF8134-DF56-4377-86AF-B1E64A3054CA}" type="sibTrans" cxnId="{00BF4DB8-7F43-44F3-A338-D18B9EC8940E}">
      <dgm:prSet/>
      <dgm:spPr/>
      <dgm:t>
        <a:bodyPr/>
        <a:lstStyle/>
        <a:p>
          <a:endParaRPr lang="en-US"/>
        </a:p>
      </dgm:t>
    </dgm:pt>
    <dgm:pt modelId="{2F53ACB0-9070-4B85-92E4-04F31C7EB44D}">
      <dgm:prSet/>
      <dgm:spPr/>
      <dgm:t>
        <a:bodyPr/>
        <a:lstStyle/>
        <a:p>
          <a:r>
            <a:rPr lang="en-US"/>
            <a:t>How it compares to human intelligence</a:t>
          </a:r>
        </a:p>
      </dgm:t>
    </dgm:pt>
    <dgm:pt modelId="{469CF257-54F9-43D9-B84E-047B67379625}" type="parTrans" cxnId="{6A6E564F-E450-4478-A26F-2358FEAFDBDA}">
      <dgm:prSet/>
      <dgm:spPr/>
      <dgm:t>
        <a:bodyPr/>
        <a:lstStyle/>
        <a:p>
          <a:endParaRPr lang="en-US"/>
        </a:p>
      </dgm:t>
    </dgm:pt>
    <dgm:pt modelId="{B530EF59-CC37-4DE3-9AB2-282676D4A0BB}" type="sibTrans" cxnId="{6A6E564F-E450-4478-A26F-2358FEAFDBDA}">
      <dgm:prSet/>
      <dgm:spPr/>
      <dgm:t>
        <a:bodyPr/>
        <a:lstStyle/>
        <a:p>
          <a:endParaRPr lang="en-US"/>
        </a:p>
      </dgm:t>
    </dgm:pt>
    <dgm:pt modelId="{0FC2ECC8-8887-43DF-A482-B63376384E7F}">
      <dgm:prSet/>
      <dgm:spPr/>
      <dgm:t>
        <a:bodyPr/>
        <a:lstStyle/>
        <a:p>
          <a:r>
            <a:rPr lang="en-US"/>
            <a:t>How it works</a:t>
          </a:r>
        </a:p>
      </dgm:t>
    </dgm:pt>
    <dgm:pt modelId="{FD8245A2-C334-49D6-9E42-32E88AFCAA2B}" type="parTrans" cxnId="{3A6B5EE0-AC6C-4D37-9F46-B928D7E5EE50}">
      <dgm:prSet/>
      <dgm:spPr/>
      <dgm:t>
        <a:bodyPr/>
        <a:lstStyle/>
        <a:p>
          <a:endParaRPr lang="en-US"/>
        </a:p>
      </dgm:t>
    </dgm:pt>
    <dgm:pt modelId="{9CD313C6-F385-4C6E-BADA-F48733E8C528}" type="sibTrans" cxnId="{3A6B5EE0-AC6C-4D37-9F46-B928D7E5EE50}">
      <dgm:prSet/>
      <dgm:spPr/>
      <dgm:t>
        <a:bodyPr/>
        <a:lstStyle/>
        <a:p>
          <a:endParaRPr lang="en-US"/>
        </a:p>
      </dgm:t>
    </dgm:pt>
    <dgm:pt modelId="{57293886-5997-45B1-A2D2-5F269A7FC31C}">
      <dgm:prSet/>
      <dgm:spPr/>
      <dgm:t>
        <a:bodyPr/>
        <a:lstStyle/>
        <a:p>
          <a:r>
            <a:rPr lang="en-US"/>
            <a:t>Where it’s used</a:t>
          </a:r>
        </a:p>
      </dgm:t>
    </dgm:pt>
    <dgm:pt modelId="{6D3DDD58-BE54-49B8-A7E5-8F72E0A4567F}" type="parTrans" cxnId="{FE608EDE-FA26-4FFA-BDB7-37F6D8E22CF3}">
      <dgm:prSet/>
      <dgm:spPr/>
      <dgm:t>
        <a:bodyPr/>
        <a:lstStyle/>
        <a:p>
          <a:endParaRPr lang="en-US"/>
        </a:p>
      </dgm:t>
    </dgm:pt>
    <dgm:pt modelId="{E48A824A-EF86-473E-B5AA-73107C038C4B}" type="sibTrans" cxnId="{FE608EDE-FA26-4FFA-BDB7-37F6D8E22CF3}">
      <dgm:prSet/>
      <dgm:spPr/>
      <dgm:t>
        <a:bodyPr/>
        <a:lstStyle/>
        <a:p>
          <a:endParaRPr lang="en-US"/>
        </a:p>
      </dgm:t>
    </dgm:pt>
    <dgm:pt modelId="{78C564EE-67CE-4C89-A003-FB15B71CCEF1}" type="pres">
      <dgm:prSet presAssocID="{9321ABF6-36D1-44AB-A9E8-2DEFB192C48B}" presName="vert0" presStyleCnt="0">
        <dgm:presLayoutVars>
          <dgm:dir/>
          <dgm:animOne val="branch"/>
          <dgm:animLvl val="lvl"/>
        </dgm:presLayoutVars>
      </dgm:prSet>
      <dgm:spPr/>
    </dgm:pt>
    <dgm:pt modelId="{A910B6AD-7E2C-4E3A-A905-8A2704FA0157}" type="pres">
      <dgm:prSet presAssocID="{042A2F99-36B5-4A7F-947F-6044C0A082E7}" presName="thickLine" presStyleLbl="alignNode1" presStyleIdx="0" presStyleCnt="6"/>
      <dgm:spPr/>
    </dgm:pt>
    <dgm:pt modelId="{570AA2B3-062F-40CD-B744-477CAD09F0DC}" type="pres">
      <dgm:prSet presAssocID="{042A2F99-36B5-4A7F-947F-6044C0A082E7}" presName="horz1" presStyleCnt="0"/>
      <dgm:spPr/>
    </dgm:pt>
    <dgm:pt modelId="{80867BB0-77C8-497B-9AB8-226C2FB219E4}" type="pres">
      <dgm:prSet presAssocID="{042A2F99-36B5-4A7F-947F-6044C0A082E7}" presName="tx1" presStyleLbl="revTx" presStyleIdx="0" presStyleCnt="6"/>
      <dgm:spPr/>
    </dgm:pt>
    <dgm:pt modelId="{1FCAF53A-5FCE-42F6-AC54-7F9DD89274DA}" type="pres">
      <dgm:prSet presAssocID="{042A2F99-36B5-4A7F-947F-6044C0A082E7}" presName="vert1" presStyleCnt="0"/>
      <dgm:spPr/>
    </dgm:pt>
    <dgm:pt modelId="{049A2B95-83CC-43B0-BA36-D999A4E8A622}" type="pres">
      <dgm:prSet presAssocID="{031203C0-723A-4AA3-ABDC-C6965E853525}" presName="thickLine" presStyleLbl="alignNode1" presStyleIdx="1" presStyleCnt="6"/>
      <dgm:spPr/>
    </dgm:pt>
    <dgm:pt modelId="{70FA3FB4-3A17-45AA-B32E-FD84379D85DB}" type="pres">
      <dgm:prSet presAssocID="{031203C0-723A-4AA3-ABDC-C6965E853525}" presName="horz1" presStyleCnt="0"/>
      <dgm:spPr/>
    </dgm:pt>
    <dgm:pt modelId="{9BAFD119-42A7-475C-8E99-AEE92250881A}" type="pres">
      <dgm:prSet presAssocID="{031203C0-723A-4AA3-ABDC-C6965E853525}" presName="tx1" presStyleLbl="revTx" presStyleIdx="1" presStyleCnt="6"/>
      <dgm:spPr/>
    </dgm:pt>
    <dgm:pt modelId="{703F6F7B-0D68-4180-B781-4E37BF6E7A60}" type="pres">
      <dgm:prSet presAssocID="{031203C0-723A-4AA3-ABDC-C6965E853525}" presName="vert1" presStyleCnt="0"/>
      <dgm:spPr/>
    </dgm:pt>
    <dgm:pt modelId="{44967C02-B503-4596-9F24-2BB3DBE37D1C}" type="pres">
      <dgm:prSet presAssocID="{632AE63D-1F27-4820-BCD2-180BC5BBDE9A}" presName="thickLine" presStyleLbl="alignNode1" presStyleIdx="2" presStyleCnt="6"/>
      <dgm:spPr/>
    </dgm:pt>
    <dgm:pt modelId="{1C631F28-365F-4A24-AA76-5D0C9DF8D950}" type="pres">
      <dgm:prSet presAssocID="{632AE63D-1F27-4820-BCD2-180BC5BBDE9A}" presName="horz1" presStyleCnt="0"/>
      <dgm:spPr/>
    </dgm:pt>
    <dgm:pt modelId="{7D974436-213A-4A6D-90B5-D05E9417283B}" type="pres">
      <dgm:prSet presAssocID="{632AE63D-1F27-4820-BCD2-180BC5BBDE9A}" presName="tx1" presStyleLbl="revTx" presStyleIdx="2" presStyleCnt="6"/>
      <dgm:spPr/>
    </dgm:pt>
    <dgm:pt modelId="{B43FBFEB-8E9B-4129-B5F1-AF5103724AD3}" type="pres">
      <dgm:prSet presAssocID="{632AE63D-1F27-4820-BCD2-180BC5BBDE9A}" presName="vert1" presStyleCnt="0"/>
      <dgm:spPr/>
    </dgm:pt>
    <dgm:pt modelId="{DD50B3E3-EEA0-4EE6-95AB-BF732CDBE9F7}" type="pres">
      <dgm:prSet presAssocID="{2F53ACB0-9070-4B85-92E4-04F31C7EB44D}" presName="thickLine" presStyleLbl="alignNode1" presStyleIdx="3" presStyleCnt="6"/>
      <dgm:spPr/>
    </dgm:pt>
    <dgm:pt modelId="{5FB38F38-2E4F-4995-AD5D-12DD91EC627B}" type="pres">
      <dgm:prSet presAssocID="{2F53ACB0-9070-4B85-92E4-04F31C7EB44D}" presName="horz1" presStyleCnt="0"/>
      <dgm:spPr/>
    </dgm:pt>
    <dgm:pt modelId="{9A20EFC5-F899-4719-AFE5-D2888C50C165}" type="pres">
      <dgm:prSet presAssocID="{2F53ACB0-9070-4B85-92E4-04F31C7EB44D}" presName="tx1" presStyleLbl="revTx" presStyleIdx="3" presStyleCnt="6"/>
      <dgm:spPr/>
    </dgm:pt>
    <dgm:pt modelId="{FE00CC5F-FC1F-4822-8537-E5175051D2B1}" type="pres">
      <dgm:prSet presAssocID="{2F53ACB0-9070-4B85-92E4-04F31C7EB44D}" presName="vert1" presStyleCnt="0"/>
      <dgm:spPr/>
    </dgm:pt>
    <dgm:pt modelId="{56FE316C-F633-486B-82F7-D05B27388B29}" type="pres">
      <dgm:prSet presAssocID="{0FC2ECC8-8887-43DF-A482-B63376384E7F}" presName="thickLine" presStyleLbl="alignNode1" presStyleIdx="4" presStyleCnt="6"/>
      <dgm:spPr/>
    </dgm:pt>
    <dgm:pt modelId="{B9F92F03-9E8F-45EC-A575-AE413D2948F7}" type="pres">
      <dgm:prSet presAssocID="{0FC2ECC8-8887-43DF-A482-B63376384E7F}" presName="horz1" presStyleCnt="0"/>
      <dgm:spPr/>
    </dgm:pt>
    <dgm:pt modelId="{6D61895A-EE14-4451-BB31-063B958A1C92}" type="pres">
      <dgm:prSet presAssocID="{0FC2ECC8-8887-43DF-A482-B63376384E7F}" presName="tx1" presStyleLbl="revTx" presStyleIdx="4" presStyleCnt="6"/>
      <dgm:spPr/>
    </dgm:pt>
    <dgm:pt modelId="{D13EDE8A-068F-4B69-A6DD-119C01E8BC7A}" type="pres">
      <dgm:prSet presAssocID="{0FC2ECC8-8887-43DF-A482-B63376384E7F}" presName="vert1" presStyleCnt="0"/>
      <dgm:spPr/>
    </dgm:pt>
    <dgm:pt modelId="{931F530B-EA1E-4503-BCFD-9F8B90B5258C}" type="pres">
      <dgm:prSet presAssocID="{57293886-5997-45B1-A2D2-5F269A7FC31C}" presName="thickLine" presStyleLbl="alignNode1" presStyleIdx="5" presStyleCnt="6"/>
      <dgm:spPr/>
    </dgm:pt>
    <dgm:pt modelId="{9708C321-FAA8-4F8A-AB10-6583A288A2C0}" type="pres">
      <dgm:prSet presAssocID="{57293886-5997-45B1-A2D2-5F269A7FC31C}" presName="horz1" presStyleCnt="0"/>
      <dgm:spPr/>
    </dgm:pt>
    <dgm:pt modelId="{A0753C3D-D2C4-4707-9000-9C6B44168946}" type="pres">
      <dgm:prSet presAssocID="{57293886-5997-45B1-A2D2-5F269A7FC31C}" presName="tx1" presStyleLbl="revTx" presStyleIdx="5" presStyleCnt="6"/>
      <dgm:spPr/>
    </dgm:pt>
    <dgm:pt modelId="{D6BD2B02-7717-4CF8-A12F-44C1344E59FB}" type="pres">
      <dgm:prSet presAssocID="{57293886-5997-45B1-A2D2-5F269A7FC31C}" presName="vert1" presStyleCnt="0"/>
      <dgm:spPr/>
    </dgm:pt>
  </dgm:ptLst>
  <dgm:cxnLst>
    <dgm:cxn modelId="{08974831-47AE-441A-AB63-720FB905ED7B}" type="presOf" srcId="{0FC2ECC8-8887-43DF-A482-B63376384E7F}" destId="{6D61895A-EE14-4451-BB31-063B958A1C92}" srcOrd="0" destOrd="0" presId="urn:microsoft.com/office/officeart/2008/layout/LinedList"/>
    <dgm:cxn modelId="{A624A340-13C5-47D2-ABB9-AF0F10B77131}" srcId="{9321ABF6-36D1-44AB-A9E8-2DEFB192C48B}" destId="{031203C0-723A-4AA3-ABDC-C6965E853525}" srcOrd="1" destOrd="0" parTransId="{2E4F34F2-7CDD-4135-A185-BA08705F135C}" sibTransId="{EFB6BB8F-8720-4761-B236-7F479B7DB6C8}"/>
    <dgm:cxn modelId="{981B7147-A86A-44AE-B7CF-148573EBE6CD}" type="presOf" srcId="{57293886-5997-45B1-A2D2-5F269A7FC31C}" destId="{A0753C3D-D2C4-4707-9000-9C6B44168946}" srcOrd="0" destOrd="0" presId="urn:microsoft.com/office/officeart/2008/layout/LinedList"/>
    <dgm:cxn modelId="{6A6E564F-E450-4478-A26F-2358FEAFDBDA}" srcId="{9321ABF6-36D1-44AB-A9E8-2DEFB192C48B}" destId="{2F53ACB0-9070-4B85-92E4-04F31C7EB44D}" srcOrd="3" destOrd="0" parTransId="{469CF257-54F9-43D9-B84E-047B67379625}" sibTransId="{B530EF59-CC37-4DE3-9AB2-282676D4A0BB}"/>
    <dgm:cxn modelId="{D0EF1E82-831E-4CF3-AA53-6EC2AFA311B5}" type="presOf" srcId="{9321ABF6-36D1-44AB-A9E8-2DEFB192C48B}" destId="{78C564EE-67CE-4C89-A003-FB15B71CCEF1}" srcOrd="0" destOrd="0" presId="urn:microsoft.com/office/officeart/2008/layout/LinedList"/>
    <dgm:cxn modelId="{A06ADC94-2E51-45EE-A700-6F3CAC183929}" srcId="{9321ABF6-36D1-44AB-A9E8-2DEFB192C48B}" destId="{042A2F99-36B5-4A7F-947F-6044C0A082E7}" srcOrd="0" destOrd="0" parTransId="{E7A1CFFE-9F10-4147-9392-F6FE9DC51714}" sibTransId="{6FFE3953-BAAA-43B6-BF27-2D3E8E5A7AC9}"/>
    <dgm:cxn modelId="{603B5295-8D0B-4544-8A80-84DCC5938A96}" type="presOf" srcId="{042A2F99-36B5-4A7F-947F-6044C0A082E7}" destId="{80867BB0-77C8-497B-9AB8-226C2FB219E4}" srcOrd="0" destOrd="0" presId="urn:microsoft.com/office/officeart/2008/layout/LinedList"/>
    <dgm:cxn modelId="{509406A4-FACC-42CA-BB92-7D2B2A960967}" type="presOf" srcId="{632AE63D-1F27-4820-BCD2-180BC5BBDE9A}" destId="{7D974436-213A-4A6D-90B5-D05E9417283B}" srcOrd="0" destOrd="0" presId="urn:microsoft.com/office/officeart/2008/layout/LinedList"/>
    <dgm:cxn modelId="{00BF4DB8-7F43-44F3-A338-D18B9EC8940E}" srcId="{9321ABF6-36D1-44AB-A9E8-2DEFB192C48B}" destId="{632AE63D-1F27-4820-BCD2-180BC5BBDE9A}" srcOrd="2" destOrd="0" parTransId="{839E82D2-FB7E-41B3-B607-1495F43A9C80}" sibTransId="{C0FF8134-DF56-4377-86AF-B1E64A3054CA}"/>
    <dgm:cxn modelId="{FE608EDE-FA26-4FFA-BDB7-37F6D8E22CF3}" srcId="{9321ABF6-36D1-44AB-A9E8-2DEFB192C48B}" destId="{57293886-5997-45B1-A2D2-5F269A7FC31C}" srcOrd="5" destOrd="0" parTransId="{6D3DDD58-BE54-49B8-A7E5-8F72E0A4567F}" sibTransId="{E48A824A-EF86-473E-B5AA-73107C038C4B}"/>
    <dgm:cxn modelId="{3A6B5EE0-AC6C-4D37-9F46-B928D7E5EE50}" srcId="{9321ABF6-36D1-44AB-A9E8-2DEFB192C48B}" destId="{0FC2ECC8-8887-43DF-A482-B63376384E7F}" srcOrd="4" destOrd="0" parTransId="{FD8245A2-C334-49D6-9E42-32E88AFCAA2B}" sibTransId="{9CD313C6-F385-4C6E-BADA-F48733E8C528}"/>
    <dgm:cxn modelId="{1F7D86E1-E649-4C6C-8ECE-2344EEE87E8B}" type="presOf" srcId="{031203C0-723A-4AA3-ABDC-C6965E853525}" destId="{9BAFD119-42A7-475C-8E99-AEE92250881A}" srcOrd="0" destOrd="0" presId="urn:microsoft.com/office/officeart/2008/layout/LinedList"/>
    <dgm:cxn modelId="{B30422E8-376E-46D1-BD81-1BC328A21BA5}" type="presOf" srcId="{2F53ACB0-9070-4B85-92E4-04F31C7EB44D}" destId="{9A20EFC5-F899-4719-AFE5-D2888C50C165}" srcOrd="0" destOrd="0" presId="urn:microsoft.com/office/officeart/2008/layout/LinedList"/>
    <dgm:cxn modelId="{24D750A6-B0E2-4A2D-B619-5D2760C3DBF7}" type="presParOf" srcId="{78C564EE-67CE-4C89-A003-FB15B71CCEF1}" destId="{A910B6AD-7E2C-4E3A-A905-8A2704FA0157}" srcOrd="0" destOrd="0" presId="urn:microsoft.com/office/officeart/2008/layout/LinedList"/>
    <dgm:cxn modelId="{6EAA556A-0B73-4D30-A2BE-DFB465FF8D1D}" type="presParOf" srcId="{78C564EE-67CE-4C89-A003-FB15B71CCEF1}" destId="{570AA2B3-062F-40CD-B744-477CAD09F0DC}" srcOrd="1" destOrd="0" presId="urn:microsoft.com/office/officeart/2008/layout/LinedList"/>
    <dgm:cxn modelId="{E0B4E8B0-395D-4C23-9753-92D56719DAFD}" type="presParOf" srcId="{570AA2B3-062F-40CD-B744-477CAD09F0DC}" destId="{80867BB0-77C8-497B-9AB8-226C2FB219E4}" srcOrd="0" destOrd="0" presId="urn:microsoft.com/office/officeart/2008/layout/LinedList"/>
    <dgm:cxn modelId="{6388CB01-ACB7-404E-96B4-62207701BC77}" type="presParOf" srcId="{570AA2B3-062F-40CD-B744-477CAD09F0DC}" destId="{1FCAF53A-5FCE-42F6-AC54-7F9DD89274DA}" srcOrd="1" destOrd="0" presId="urn:microsoft.com/office/officeart/2008/layout/LinedList"/>
    <dgm:cxn modelId="{101FAC1A-D0DC-4300-BDD7-01B69C209168}" type="presParOf" srcId="{78C564EE-67CE-4C89-A003-FB15B71CCEF1}" destId="{049A2B95-83CC-43B0-BA36-D999A4E8A622}" srcOrd="2" destOrd="0" presId="urn:microsoft.com/office/officeart/2008/layout/LinedList"/>
    <dgm:cxn modelId="{2240A9BF-496C-44D8-91A4-063F282D0C60}" type="presParOf" srcId="{78C564EE-67CE-4C89-A003-FB15B71CCEF1}" destId="{70FA3FB4-3A17-45AA-B32E-FD84379D85DB}" srcOrd="3" destOrd="0" presId="urn:microsoft.com/office/officeart/2008/layout/LinedList"/>
    <dgm:cxn modelId="{92D22E54-DC2C-4EF1-ADDE-CC7DE0B27C89}" type="presParOf" srcId="{70FA3FB4-3A17-45AA-B32E-FD84379D85DB}" destId="{9BAFD119-42A7-475C-8E99-AEE92250881A}" srcOrd="0" destOrd="0" presId="urn:microsoft.com/office/officeart/2008/layout/LinedList"/>
    <dgm:cxn modelId="{5D5AC3D6-8474-42D8-946C-7E6B4A28C0C9}" type="presParOf" srcId="{70FA3FB4-3A17-45AA-B32E-FD84379D85DB}" destId="{703F6F7B-0D68-4180-B781-4E37BF6E7A60}" srcOrd="1" destOrd="0" presId="urn:microsoft.com/office/officeart/2008/layout/LinedList"/>
    <dgm:cxn modelId="{B3E25598-7DB2-4549-AA01-F185C25C1417}" type="presParOf" srcId="{78C564EE-67CE-4C89-A003-FB15B71CCEF1}" destId="{44967C02-B503-4596-9F24-2BB3DBE37D1C}" srcOrd="4" destOrd="0" presId="urn:microsoft.com/office/officeart/2008/layout/LinedList"/>
    <dgm:cxn modelId="{A9A1ADE3-D0DD-473D-AB02-99544C17E7C0}" type="presParOf" srcId="{78C564EE-67CE-4C89-A003-FB15B71CCEF1}" destId="{1C631F28-365F-4A24-AA76-5D0C9DF8D950}" srcOrd="5" destOrd="0" presId="urn:microsoft.com/office/officeart/2008/layout/LinedList"/>
    <dgm:cxn modelId="{564763CC-7A0D-4033-81D6-F36AC0CBB3C6}" type="presParOf" srcId="{1C631F28-365F-4A24-AA76-5D0C9DF8D950}" destId="{7D974436-213A-4A6D-90B5-D05E9417283B}" srcOrd="0" destOrd="0" presId="urn:microsoft.com/office/officeart/2008/layout/LinedList"/>
    <dgm:cxn modelId="{383683C8-F960-48F9-933C-95230DD9A0B4}" type="presParOf" srcId="{1C631F28-365F-4A24-AA76-5D0C9DF8D950}" destId="{B43FBFEB-8E9B-4129-B5F1-AF5103724AD3}" srcOrd="1" destOrd="0" presId="urn:microsoft.com/office/officeart/2008/layout/LinedList"/>
    <dgm:cxn modelId="{4D392AE2-81B7-437B-9A08-32D44EC0843E}" type="presParOf" srcId="{78C564EE-67CE-4C89-A003-FB15B71CCEF1}" destId="{DD50B3E3-EEA0-4EE6-95AB-BF732CDBE9F7}" srcOrd="6" destOrd="0" presId="urn:microsoft.com/office/officeart/2008/layout/LinedList"/>
    <dgm:cxn modelId="{CB635D7A-61CF-4C57-BDA3-B63F0DB93335}" type="presParOf" srcId="{78C564EE-67CE-4C89-A003-FB15B71CCEF1}" destId="{5FB38F38-2E4F-4995-AD5D-12DD91EC627B}" srcOrd="7" destOrd="0" presId="urn:microsoft.com/office/officeart/2008/layout/LinedList"/>
    <dgm:cxn modelId="{B05825A8-B457-48EF-9770-D2123D7C3340}" type="presParOf" srcId="{5FB38F38-2E4F-4995-AD5D-12DD91EC627B}" destId="{9A20EFC5-F899-4719-AFE5-D2888C50C165}" srcOrd="0" destOrd="0" presId="urn:microsoft.com/office/officeart/2008/layout/LinedList"/>
    <dgm:cxn modelId="{2BECF7BE-68F7-4C05-85E2-BFFA6B728823}" type="presParOf" srcId="{5FB38F38-2E4F-4995-AD5D-12DD91EC627B}" destId="{FE00CC5F-FC1F-4822-8537-E5175051D2B1}" srcOrd="1" destOrd="0" presId="urn:microsoft.com/office/officeart/2008/layout/LinedList"/>
    <dgm:cxn modelId="{AD61B675-3598-483F-8CAC-D1CE9C68D50E}" type="presParOf" srcId="{78C564EE-67CE-4C89-A003-FB15B71CCEF1}" destId="{56FE316C-F633-486B-82F7-D05B27388B29}" srcOrd="8" destOrd="0" presId="urn:microsoft.com/office/officeart/2008/layout/LinedList"/>
    <dgm:cxn modelId="{248ECFEB-C1B0-4F67-8CCA-E6FFF5B3D201}" type="presParOf" srcId="{78C564EE-67CE-4C89-A003-FB15B71CCEF1}" destId="{B9F92F03-9E8F-45EC-A575-AE413D2948F7}" srcOrd="9" destOrd="0" presId="urn:microsoft.com/office/officeart/2008/layout/LinedList"/>
    <dgm:cxn modelId="{CC786E7F-D3BF-4667-8E2E-B45E9204B18F}" type="presParOf" srcId="{B9F92F03-9E8F-45EC-A575-AE413D2948F7}" destId="{6D61895A-EE14-4451-BB31-063B958A1C92}" srcOrd="0" destOrd="0" presId="urn:microsoft.com/office/officeart/2008/layout/LinedList"/>
    <dgm:cxn modelId="{83DDCB52-850D-4651-B193-6DCFF8C2D8A9}" type="presParOf" srcId="{B9F92F03-9E8F-45EC-A575-AE413D2948F7}" destId="{D13EDE8A-068F-4B69-A6DD-119C01E8BC7A}" srcOrd="1" destOrd="0" presId="urn:microsoft.com/office/officeart/2008/layout/LinedList"/>
    <dgm:cxn modelId="{E35A758A-13E0-4050-BFC2-792779B9597F}" type="presParOf" srcId="{78C564EE-67CE-4C89-A003-FB15B71CCEF1}" destId="{931F530B-EA1E-4503-BCFD-9F8B90B5258C}" srcOrd="10" destOrd="0" presId="urn:microsoft.com/office/officeart/2008/layout/LinedList"/>
    <dgm:cxn modelId="{0F28FD91-F2DF-4B0B-A38D-BA20F1DCDFD5}" type="presParOf" srcId="{78C564EE-67CE-4C89-A003-FB15B71CCEF1}" destId="{9708C321-FAA8-4F8A-AB10-6583A288A2C0}" srcOrd="11" destOrd="0" presId="urn:microsoft.com/office/officeart/2008/layout/LinedList"/>
    <dgm:cxn modelId="{9EC4572B-5B4F-4D8B-9BD4-52F55469D08C}" type="presParOf" srcId="{9708C321-FAA8-4F8A-AB10-6583A288A2C0}" destId="{A0753C3D-D2C4-4707-9000-9C6B44168946}" srcOrd="0" destOrd="0" presId="urn:microsoft.com/office/officeart/2008/layout/LinedList"/>
    <dgm:cxn modelId="{C9D487F6-E034-4EAE-992E-A192745CED5B}" type="presParOf" srcId="{9708C321-FAA8-4F8A-AB10-6583A288A2C0}" destId="{D6BD2B02-7717-4CF8-A12F-44C1344E59F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85E969-C153-4BA6-B638-3D8CEE63973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0AFF9FA-74BF-4BB8-89AE-C58056D50A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AI = Machines performing tasks that require human intelligence.</a:t>
          </a:r>
        </a:p>
      </dgm:t>
    </dgm:pt>
    <dgm:pt modelId="{A0EAE85C-7334-4A65-8301-9E328E54839F}" type="parTrans" cxnId="{11B727D9-9A0E-49CB-A004-E9AFC4447675}">
      <dgm:prSet/>
      <dgm:spPr/>
      <dgm:t>
        <a:bodyPr/>
        <a:lstStyle/>
        <a:p>
          <a:endParaRPr lang="en-US"/>
        </a:p>
      </dgm:t>
    </dgm:pt>
    <dgm:pt modelId="{7BF174E3-8E4F-4670-B765-DE95DC4E4BE9}" type="sibTrans" cxnId="{11B727D9-9A0E-49CB-A004-E9AFC4447675}">
      <dgm:prSet/>
      <dgm:spPr/>
      <dgm:t>
        <a:bodyPr/>
        <a:lstStyle/>
        <a:p>
          <a:endParaRPr lang="en-US"/>
        </a:p>
      </dgm:t>
    </dgm:pt>
    <dgm:pt modelId="{CF784CE8-7CBD-4A72-A31F-E870905A1E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Examples: Learning, reasoning, problem-solving, understanding language.</a:t>
          </a:r>
        </a:p>
      </dgm:t>
    </dgm:pt>
    <dgm:pt modelId="{1096F011-2A9C-43C1-8AEC-118540B064DA}" type="parTrans" cxnId="{6991F302-AB09-460D-9D40-C1E347696234}">
      <dgm:prSet/>
      <dgm:spPr/>
      <dgm:t>
        <a:bodyPr/>
        <a:lstStyle/>
        <a:p>
          <a:endParaRPr lang="en-US"/>
        </a:p>
      </dgm:t>
    </dgm:pt>
    <dgm:pt modelId="{5EDD9101-B06F-42FC-865A-9FE9BE0E02C7}" type="sibTrans" cxnId="{6991F302-AB09-460D-9D40-C1E347696234}">
      <dgm:prSet/>
      <dgm:spPr/>
      <dgm:t>
        <a:bodyPr/>
        <a:lstStyle/>
        <a:p>
          <a:endParaRPr lang="en-US"/>
        </a:p>
      </dgm:t>
    </dgm:pt>
    <dgm:pt modelId="{BC28C3A0-717F-4CC2-B98A-D9A2722AD0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It’s not magic — it’s math, data, and algorithms.</a:t>
          </a:r>
        </a:p>
      </dgm:t>
    </dgm:pt>
    <dgm:pt modelId="{2553AAAB-F3DA-4BCB-861B-F1C8268C5CBB}" type="parTrans" cxnId="{3DB367D7-6CB1-41C3-B38F-75FA94467F6C}">
      <dgm:prSet/>
      <dgm:spPr/>
      <dgm:t>
        <a:bodyPr/>
        <a:lstStyle/>
        <a:p>
          <a:endParaRPr lang="en-US"/>
        </a:p>
      </dgm:t>
    </dgm:pt>
    <dgm:pt modelId="{919254C2-EF8A-43F1-AD6B-1FE28F7615D3}" type="sibTrans" cxnId="{3DB367D7-6CB1-41C3-B38F-75FA94467F6C}">
      <dgm:prSet/>
      <dgm:spPr/>
      <dgm:t>
        <a:bodyPr/>
        <a:lstStyle/>
        <a:p>
          <a:endParaRPr lang="en-US"/>
        </a:p>
      </dgm:t>
    </dgm:pt>
    <dgm:pt modelId="{9958189D-6E4B-45A3-96F1-A16A67879FEC}" type="pres">
      <dgm:prSet presAssocID="{B485E969-C153-4BA6-B638-3D8CEE63973D}" presName="root" presStyleCnt="0">
        <dgm:presLayoutVars>
          <dgm:dir/>
          <dgm:resizeHandles val="exact"/>
        </dgm:presLayoutVars>
      </dgm:prSet>
      <dgm:spPr/>
    </dgm:pt>
    <dgm:pt modelId="{E00C39BC-8576-43BC-9038-DAF2182F4980}" type="pres">
      <dgm:prSet presAssocID="{C0AFF9FA-74BF-4BB8-89AE-C58056D50A10}" presName="compNode" presStyleCnt="0"/>
      <dgm:spPr/>
    </dgm:pt>
    <dgm:pt modelId="{54B73D8C-5D59-469C-B2AD-9C5ABBBF958F}" type="pres">
      <dgm:prSet presAssocID="{C0AFF9FA-74BF-4BB8-89AE-C58056D50A10}" presName="bgRect" presStyleLbl="bgShp" presStyleIdx="0" presStyleCnt="3"/>
      <dgm:spPr/>
    </dgm:pt>
    <dgm:pt modelId="{53F8734B-C61E-4A3D-8FAE-5568FB903E56}" type="pres">
      <dgm:prSet presAssocID="{C0AFF9FA-74BF-4BB8-89AE-C58056D50A1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3FA496D-F11C-4673-9FAE-13CBD11FED7A}" type="pres">
      <dgm:prSet presAssocID="{C0AFF9FA-74BF-4BB8-89AE-C58056D50A10}" presName="spaceRect" presStyleCnt="0"/>
      <dgm:spPr/>
    </dgm:pt>
    <dgm:pt modelId="{2929863E-D9E8-4063-AF20-78EC6D0117DC}" type="pres">
      <dgm:prSet presAssocID="{C0AFF9FA-74BF-4BB8-89AE-C58056D50A10}" presName="parTx" presStyleLbl="revTx" presStyleIdx="0" presStyleCnt="3">
        <dgm:presLayoutVars>
          <dgm:chMax val="0"/>
          <dgm:chPref val="0"/>
        </dgm:presLayoutVars>
      </dgm:prSet>
      <dgm:spPr/>
    </dgm:pt>
    <dgm:pt modelId="{3B4276F2-CF7A-4481-8EC3-AE26398C2BEC}" type="pres">
      <dgm:prSet presAssocID="{7BF174E3-8E4F-4670-B765-DE95DC4E4BE9}" presName="sibTrans" presStyleCnt="0"/>
      <dgm:spPr/>
    </dgm:pt>
    <dgm:pt modelId="{E843C367-9042-47E3-A5F0-61029AFD4C01}" type="pres">
      <dgm:prSet presAssocID="{CF784CE8-7CBD-4A72-A31F-E870905A1E79}" presName="compNode" presStyleCnt="0"/>
      <dgm:spPr/>
    </dgm:pt>
    <dgm:pt modelId="{72D628DA-3D4C-4824-920B-8D4849E52728}" type="pres">
      <dgm:prSet presAssocID="{CF784CE8-7CBD-4A72-A31F-E870905A1E79}" presName="bgRect" presStyleLbl="bgShp" presStyleIdx="1" presStyleCnt="3"/>
      <dgm:spPr/>
    </dgm:pt>
    <dgm:pt modelId="{C5AE9EE9-3F22-48C2-827F-018C28FF7EB2}" type="pres">
      <dgm:prSet presAssocID="{CF784CE8-7CBD-4A72-A31F-E870905A1E7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8EC3D740-7DD9-45F8-A94C-024C3A9BD0B6}" type="pres">
      <dgm:prSet presAssocID="{CF784CE8-7CBD-4A72-A31F-E870905A1E79}" presName="spaceRect" presStyleCnt="0"/>
      <dgm:spPr/>
    </dgm:pt>
    <dgm:pt modelId="{9D078AB1-BC74-4ECC-A2DD-FB938DEFE3C0}" type="pres">
      <dgm:prSet presAssocID="{CF784CE8-7CBD-4A72-A31F-E870905A1E79}" presName="parTx" presStyleLbl="revTx" presStyleIdx="1" presStyleCnt="3">
        <dgm:presLayoutVars>
          <dgm:chMax val="0"/>
          <dgm:chPref val="0"/>
        </dgm:presLayoutVars>
      </dgm:prSet>
      <dgm:spPr/>
    </dgm:pt>
    <dgm:pt modelId="{39B21FCB-4383-4BDA-B169-176384024DD5}" type="pres">
      <dgm:prSet presAssocID="{5EDD9101-B06F-42FC-865A-9FE9BE0E02C7}" presName="sibTrans" presStyleCnt="0"/>
      <dgm:spPr/>
    </dgm:pt>
    <dgm:pt modelId="{A3A126EF-3427-4B13-9B95-0F35FD42681F}" type="pres">
      <dgm:prSet presAssocID="{BC28C3A0-717F-4CC2-B98A-D9A2722AD0AD}" presName="compNode" presStyleCnt="0"/>
      <dgm:spPr/>
    </dgm:pt>
    <dgm:pt modelId="{BA49BE19-56AA-4DA6-8383-0EF953F10424}" type="pres">
      <dgm:prSet presAssocID="{BC28C3A0-717F-4CC2-B98A-D9A2722AD0AD}" presName="bgRect" presStyleLbl="bgShp" presStyleIdx="2" presStyleCnt="3"/>
      <dgm:spPr/>
    </dgm:pt>
    <dgm:pt modelId="{F5792925-51D6-432B-A42E-48C849E4AC4F}" type="pres">
      <dgm:prSet presAssocID="{BC28C3A0-717F-4CC2-B98A-D9A2722AD0A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7B0684BB-0FAC-4FFC-9BBE-42094C0F0E44}" type="pres">
      <dgm:prSet presAssocID="{BC28C3A0-717F-4CC2-B98A-D9A2722AD0AD}" presName="spaceRect" presStyleCnt="0"/>
      <dgm:spPr/>
    </dgm:pt>
    <dgm:pt modelId="{9EC3A9D4-AB07-4143-987D-FA0FEC382EE2}" type="pres">
      <dgm:prSet presAssocID="{BC28C3A0-717F-4CC2-B98A-D9A2722AD0A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991F302-AB09-460D-9D40-C1E347696234}" srcId="{B485E969-C153-4BA6-B638-3D8CEE63973D}" destId="{CF784CE8-7CBD-4A72-A31F-E870905A1E79}" srcOrd="1" destOrd="0" parTransId="{1096F011-2A9C-43C1-8AEC-118540B064DA}" sibTransId="{5EDD9101-B06F-42FC-865A-9FE9BE0E02C7}"/>
    <dgm:cxn modelId="{1E003513-44EA-4AB5-99A4-154ED5E31092}" type="presOf" srcId="{B485E969-C153-4BA6-B638-3D8CEE63973D}" destId="{9958189D-6E4B-45A3-96F1-A16A67879FEC}" srcOrd="0" destOrd="0" presId="urn:microsoft.com/office/officeart/2018/2/layout/IconVerticalSolidList"/>
    <dgm:cxn modelId="{B0585E5A-6781-4E4B-B496-28D9F03CF6F2}" type="presOf" srcId="{C0AFF9FA-74BF-4BB8-89AE-C58056D50A10}" destId="{2929863E-D9E8-4063-AF20-78EC6D0117DC}" srcOrd="0" destOrd="0" presId="urn:microsoft.com/office/officeart/2018/2/layout/IconVerticalSolidList"/>
    <dgm:cxn modelId="{3DB367D7-6CB1-41C3-B38F-75FA94467F6C}" srcId="{B485E969-C153-4BA6-B638-3D8CEE63973D}" destId="{BC28C3A0-717F-4CC2-B98A-D9A2722AD0AD}" srcOrd="2" destOrd="0" parTransId="{2553AAAB-F3DA-4BCB-861B-F1C8268C5CBB}" sibTransId="{919254C2-EF8A-43F1-AD6B-1FE28F7615D3}"/>
    <dgm:cxn modelId="{11B727D9-9A0E-49CB-A004-E9AFC4447675}" srcId="{B485E969-C153-4BA6-B638-3D8CEE63973D}" destId="{C0AFF9FA-74BF-4BB8-89AE-C58056D50A10}" srcOrd="0" destOrd="0" parTransId="{A0EAE85C-7334-4A65-8301-9E328E54839F}" sibTransId="{7BF174E3-8E4F-4670-B765-DE95DC4E4BE9}"/>
    <dgm:cxn modelId="{55C089E1-CEB5-4E2B-8E42-18C0EFEBEEE6}" type="presOf" srcId="{CF784CE8-7CBD-4A72-A31F-E870905A1E79}" destId="{9D078AB1-BC74-4ECC-A2DD-FB938DEFE3C0}" srcOrd="0" destOrd="0" presId="urn:microsoft.com/office/officeart/2018/2/layout/IconVerticalSolidList"/>
    <dgm:cxn modelId="{4362F4F0-6C47-4B14-8F8D-7447083D435D}" type="presOf" srcId="{BC28C3A0-717F-4CC2-B98A-D9A2722AD0AD}" destId="{9EC3A9D4-AB07-4143-987D-FA0FEC382EE2}" srcOrd="0" destOrd="0" presId="urn:microsoft.com/office/officeart/2018/2/layout/IconVerticalSolidList"/>
    <dgm:cxn modelId="{7896AABF-FC19-435A-9902-FD716A1F308E}" type="presParOf" srcId="{9958189D-6E4B-45A3-96F1-A16A67879FEC}" destId="{E00C39BC-8576-43BC-9038-DAF2182F4980}" srcOrd="0" destOrd="0" presId="urn:microsoft.com/office/officeart/2018/2/layout/IconVerticalSolidList"/>
    <dgm:cxn modelId="{FFD1252F-BA19-4083-BA75-C977BC02AD1C}" type="presParOf" srcId="{E00C39BC-8576-43BC-9038-DAF2182F4980}" destId="{54B73D8C-5D59-469C-B2AD-9C5ABBBF958F}" srcOrd="0" destOrd="0" presId="urn:microsoft.com/office/officeart/2018/2/layout/IconVerticalSolidList"/>
    <dgm:cxn modelId="{6179E159-183C-4614-84A4-C63A13AFB233}" type="presParOf" srcId="{E00C39BC-8576-43BC-9038-DAF2182F4980}" destId="{53F8734B-C61E-4A3D-8FAE-5568FB903E56}" srcOrd="1" destOrd="0" presId="urn:microsoft.com/office/officeart/2018/2/layout/IconVerticalSolidList"/>
    <dgm:cxn modelId="{76D6957F-1FA0-4F34-8812-5F7E6D235EB3}" type="presParOf" srcId="{E00C39BC-8576-43BC-9038-DAF2182F4980}" destId="{23FA496D-F11C-4673-9FAE-13CBD11FED7A}" srcOrd="2" destOrd="0" presId="urn:microsoft.com/office/officeart/2018/2/layout/IconVerticalSolidList"/>
    <dgm:cxn modelId="{CFDB5E5A-3FD1-4969-A355-23B903D274AD}" type="presParOf" srcId="{E00C39BC-8576-43BC-9038-DAF2182F4980}" destId="{2929863E-D9E8-4063-AF20-78EC6D0117DC}" srcOrd="3" destOrd="0" presId="urn:microsoft.com/office/officeart/2018/2/layout/IconVerticalSolidList"/>
    <dgm:cxn modelId="{95CC80ED-6969-46C5-8FC9-34F024072CBB}" type="presParOf" srcId="{9958189D-6E4B-45A3-96F1-A16A67879FEC}" destId="{3B4276F2-CF7A-4481-8EC3-AE26398C2BEC}" srcOrd="1" destOrd="0" presId="urn:microsoft.com/office/officeart/2018/2/layout/IconVerticalSolidList"/>
    <dgm:cxn modelId="{3D6E7DEE-30C2-4BB9-9CF6-726B474A6700}" type="presParOf" srcId="{9958189D-6E4B-45A3-96F1-A16A67879FEC}" destId="{E843C367-9042-47E3-A5F0-61029AFD4C01}" srcOrd="2" destOrd="0" presId="urn:microsoft.com/office/officeart/2018/2/layout/IconVerticalSolidList"/>
    <dgm:cxn modelId="{DB90A399-8EF4-4B02-84B3-2C441AFC33CE}" type="presParOf" srcId="{E843C367-9042-47E3-A5F0-61029AFD4C01}" destId="{72D628DA-3D4C-4824-920B-8D4849E52728}" srcOrd="0" destOrd="0" presId="urn:microsoft.com/office/officeart/2018/2/layout/IconVerticalSolidList"/>
    <dgm:cxn modelId="{D60C2BE7-56ED-4C70-AB09-83F92B60D402}" type="presParOf" srcId="{E843C367-9042-47E3-A5F0-61029AFD4C01}" destId="{C5AE9EE9-3F22-48C2-827F-018C28FF7EB2}" srcOrd="1" destOrd="0" presId="urn:microsoft.com/office/officeart/2018/2/layout/IconVerticalSolidList"/>
    <dgm:cxn modelId="{D1885F47-6348-4623-A277-4C7CBB169FFA}" type="presParOf" srcId="{E843C367-9042-47E3-A5F0-61029AFD4C01}" destId="{8EC3D740-7DD9-45F8-A94C-024C3A9BD0B6}" srcOrd="2" destOrd="0" presId="urn:microsoft.com/office/officeart/2018/2/layout/IconVerticalSolidList"/>
    <dgm:cxn modelId="{969A92C8-EA61-4678-BB82-EC309F2F20C9}" type="presParOf" srcId="{E843C367-9042-47E3-A5F0-61029AFD4C01}" destId="{9D078AB1-BC74-4ECC-A2DD-FB938DEFE3C0}" srcOrd="3" destOrd="0" presId="urn:microsoft.com/office/officeart/2018/2/layout/IconVerticalSolidList"/>
    <dgm:cxn modelId="{4F18DE34-B1F1-444A-AAAC-A3B2DA0DE1D6}" type="presParOf" srcId="{9958189D-6E4B-45A3-96F1-A16A67879FEC}" destId="{39B21FCB-4383-4BDA-B169-176384024DD5}" srcOrd="3" destOrd="0" presId="urn:microsoft.com/office/officeart/2018/2/layout/IconVerticalSolidList"/>
    <dgm:cxn modelId="{353A07E5-B289-4AD8-8A15-4D6F50F222F1}" type="presParOf" srcId="{9958189D-6E4B-45A3-96F1-A16A67879FEC}" destId="{A3A126EF-3427-4B13-9B95-0F35FD42681F}" srcOrd="4" destOrd="0" presId="urn:microsoft.com/office/officeart/2018/2/layout/IconVerticalSolidList"/>
    <dgm:cxn modelId="{089066A8-19E7-4B7C-B19C-98A55825130E}" type="presParOf" srcId="{A3A126EF-3427-4B13-9B95-0F35FD42681F}" destId="{BA49BE19-56AA-4DA6-8383-0EF953F10424}" srcOrd="0" destOrd="0" presId="urn:microsoft.com/office/officeart/2018/2/layout/IconVerticalSolidList"/>
    <dgm:cxn modelId="{F50DC0C4-440F-46BF-A6BD-5646A7602F8C}" type="presParOf" srcId="{A3A126EF-3427-4B13-9B95-0F35FD42681F}" destId="{F5792925-51D6-432B-A42E-48C849E4AC4F}" srcOrd="1" destOrd="0" presId="urn:microsoft.com/office/officeart/2018/2/layout/IconVerticalSolidList"/>
    <dgm:cxn modelId="{F4AD1E4C-FBE0-44CD-9D0A-8AB6CA46E012}" type="presParOf" srcId="{A3A126EF-3427-4B13-9B95-0F35FD42681F}" destId="{7B0684BB-0FAC-4FFC-9BBE-42094C0F0E44}" srcOrd="2" destOrd="0" presId="urn:microsoft.com/office/officeart/2018/2/layout/IconVerticalSolidList"/>
    <dgm:cxn modelId="{E4A45AEE-D925-4015-B0C3-EA58A7603165}" type="presParOf" srcId="{A3A126EF-3427-4B13-9B95-0F35FD42681F}" destId="{9EC3A9D4-AB07-4143-987D-FA0FEC382EE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4F22156-EBE1-4C5E-93ED-3EA5612E1300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FF56682-0938-441F-B953-6A7986B24D76}">
      <dgm:prSet/>
      <dgm:spPr/>
      <dgm:t>
        <a:bodyPr/>
        <a:lstStyle/>
        <a:p>
          <a:r>
            <a:rPr lang="en-US"/>
            <a:t>Narrow AI: One task (e.g., Alexa)</a:t>
          </a:r>
        </a:p>
      </dgm:t>
    </dgm:pt>
    <dgm:pt modelId="{2F61C2C2-1EB6-47CA-B32B-55870BD66CE3}" type="parTrans" cxnId="{2EE053D0-B09C-41D6-8838-C585E658CE7F}">
      <dgm:prSet/>
      <dgm:spPr/>
      <dgm:t>
        <a:bodyPr/>
        <a:lstStyle/>
        <a:p>
          <a:endParaRPr lang="en-US"/>
        </a:p>
      </dgm:t>
    </dgm:pt>
    <dgm:pt modelId="{50F84A2A-DA4F-4287-A4B8-25198050F336}" type="sibTrans" cxnId="{2EE053D0-B09C-41D6-8838-C585E658CE7F}">
      <dgm:prSet/>
      <dgm:spPr/>
      <dgm:t>
        <a:bodyPr/>
        <a:lstStyle/>
        <a:p>
          <a:endParaRPr lang="en-US"/>
        </a:p>
      </dgm:t>
    </dgm:pt>
    <dgm:pt modelId="{962B03B6-72E6-4B1A-989C-5F69DD6E060E}">
      <dgm:prSet/>
      <dgm:spPr/>
      <dgm:t>
        <a:bodyPr/>
        <a:lstStyle/>
        <a:p>
          <a:r>
            <a:rPr lang="en-US" dirty="0"/>
            <a:t>General AI: Human-level intelligence </a:t>
          </a:r>
        </a:p>
      </dgm:t>
    </dgm:pt>
    <dgm:pt modelId="{9F9D8703-FAAF-4ADA-96B0-FE544434CEA6}" type="parTrans" cxnId="{7AE69E5D-4E17-44FD-9292-DC344E6F47CE}">
      <dgm:prSet/>
      <dgm:spPr/>
      <dgm:t>
        <a:bodyPr/>
        <a:lstStyle/>
        <a:p>
          <a:endParaRPr lang="en-US"/>
        </a:p>
      </dgm:t>
    </dgm:pt>
    <dgm:pt modelId="{3A193DC5-F8F2-48BB-B7F5-32244BCAFDB3}" type="sibTrans" cxnId="{7AE69E5D-4E17-44FD-9292-DC344E6F47CE}">
      <dgm:prSet/>
      <dgm:spPr/>
      <dgm:t>
        <a:bodyPr/>
        <a:lstStyle/>
        <a:p>
          <a:endParaRPr lang="en-US"/>
        </a:p>
      </dgm:t>
    </dgm:pt>
    <dgm:pt modelId="{E550A70A-A9C4-4844-9784-C863CBE5210E}">
      <dgm:prSet/>
      <dgm:spPr/>
      <dgm:t>
        <a:bodyPr/>
        <a:lstStyle/>
        <a:p>
          <a:r>
            <a:rPr lang="en-US"/>
            <a:t>Super AI: Beyond human (hypothetical)</a:t>
          </a:r>
        </a:p>
      </dgm:t>
    </dgm:pt>
    <dgm:pt modelId="{07819512-9289-401A-87A7-6272F3821780}" type="parTrans" cxnId="{AA701324-E2D1-4C86-873A-A28BBD1AE367}">
      <dgm:prSet/>
      <dgm:spPr/>
      <dgm:t>
        <a:bodyPr/>
        <a:lstStyle/>
        <a:p>
          <a:endParaRPr lang="en-US"/>
        </a:p>
      </dgm:t>
    </dgm:pt>
    <dgm:pt modelId="{89B1C479-2BC9-454A-8DA6-A0E057322BAA}" type="sibTrans" cxnId="{AA701324-E2D1-4C86-873A-A28BBD1AE367}">
      <dgm:prSet/>
      <dgm:spPr/>
      <dgm:t>
        <a:bodyPr/>
        <a:lstStyle/>
        <a:p>
          <a:endParaRPr lang="en-US"/>
        </a:p>
      </dgm:t>
    </dgm:pt>
    <dgm:pt modelId="{0E726FC4-3F69-4196-80DD-AA33DB939B3A}" type="pres">
      <dgm:prSet presAssocID="{94F22156-EBE1-4C5E-93ED-3EA5612E1300}" presName="outerComposite" presStyleCnt="0">
        <dgm:presLayoutVars>
          <dgm:chMax val="5"/>
          <dgm:dir/>
          <dgm:resizeHandles val="exact"/>
        </dgm:presLayoutVars>
      </dgm:prSet>
      <dgm:spPr/>
    </dgm:pt>
    <dgm:pt modelId="{B9F1BDD8-9012-4BB2-A19A-B97961BB51C2}" type="pres">
      <dgm:prSet presAssocID="{94F22156-EBE1-4C5E-93ED-3EA5612E1300}" presName="dummyMaxCanvas" presStyleCnt="0">
        <dgm:presLayoutVars/>
      </dgm:prSet>
      <dgm:spPr/>
    </dgm:pt>
    <dgm:pt modelId="{AEF95E0C-D43E-40DE-B651-191F2AC46EB6}" type="pres">
      <dgm:prSet presAssocID="{94F22156-EBE1-4C5E-93ED-3EA5612E1300}" presName="ThreeNodes_1" presStyleLbl="node1" presStyleIdx="0" presStyleCnt="3">
        <dgm:presLayoutVars>
          <dgm:bulletEnabled val="1"/>
        </dgm:presLayoutVars>
      </dgm:prSet>
      <dgm:spPr/>
    </dgm:pt>
    <dgm:pt modelId="{33B638E9-D27F-4176-8558-71F486F885F5}" type="pres">
      <dgm:prSet presAssocID="{94F22156-EBE1-4C5E-93ED-3EA5612E1300}" presName="ThreeNodes_2" presStyleLbl="node1" presStyleIdx="1" presStyleCnt="3">
        <dgm:presLayoutVars>
          <dgm:bulletEnabled val="1"/>
        </dgm:presLayoutVars>
      </dgm:prSet>
      <dgm:spPr/>
    </dgm:pt>
    <dgm:pt modelId="{A4F25FDF-8798-43DB-A513-6621D1A72708}" type="pres">
      <dgm:prSet presAssocID="{94F22156-EBE1-4C5E-93ED-3EA5612E1300}" presName="ThreeNodes_3" presStyleLbl="node1" presStyleIdx="2" presStyleCnt="3">
        <dgm:presLayoutVars>
          <dgm:bulletEnabled val="1"/>
        </dgm:presLayoutVars>
      </dgm:prSet>
      <dgm:spPr/>
    </dgm:pt>
    <dgm:pt modelId="{7D991DBB-C25F-4801-8435-566B74E657D5}" type="pres">
      <dgm:prSet presAssocID="{94F22156-EBE1-4C5E-93ED-3EA5612E1300}" presName="ThreeConn_1-2" presStyleLbl="fgAccFollowNode1" presStyleIdx="0" presStyleCnt="2">
        <dgm:presLayoutVars>
          <dgm:bulletEnabled val="1"/>
        </dgm:presLayoutVars>
      </dgm:prSet>
      <dgm:spPr/>
    </dgm:pt>
    <dgm:pt modelId="{67B99AA6-DDF9-4728-A98D-C525E54A51C4}" type="pres">
      <dgm:prSet presAssocID="{94F22156-EBE1-4C5E-93ED-3EA5612E1300}" presName="ThreeConn_2-3" presStyleLbl="fgAccFollowNode1" presStyleIdx="1" presStyleCnt="2">
        <dgm:presLayoutVars>
          <dgm:bulletEnabled val="1"/>
        </dgm:presLayoutVars>
      </dgm:prSet>
      <dgm:spPr/>
    </dgm:pt>
    <dgm:pt modelId="{B0C0CB0D-3F3B-4670-ADFC-E925AAB62CC4}" type="pres">
      <dgm:prSet presAssocID="{94F22156-EBE1-4C5E-93ED-3EA5612E1300}" presName="ThreeNodes_1_text" presStyleLbl="node1" presStyleIdx="2" presStyleCnt="3">
        <dgm:presLayoutVars>
          <dgm:bulletEnabled val="1"/>
        </dgm:presLayoutVars>
      </dgm:prSet>
      <dgm:spPr/>
    </dgm:pt>
    <dgm:pt modelId="{CE22D33F-B70E-46AD-8FF2-33D9F911696D}" type="pres">
      <dgm:prSet presAssocID="{94F22156-EBE1-4C5E-93ED-3EA5612E1300}" presName="ThreeNodes_2_text" presStyleLbl="node1" presStyleIdx="2" presStyleCnt="3">
        <dgm:presLayoutVars>
          <dgm:bulletEnabled val="1"/>
        </dgm:presLayoutVars>
      </dgm:prSet>
      <dgm:spPr/>
    </dgm:pt>
    <dgm:pt modelId="{F53F4512-CA09-4DA7-81BD-9ECF91C53415}" type="pres">
      <dgm:prSet presAssocID="{94F22156-EBE1-4C5E-93ED-3EA5612E1300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AA701324-E2D1-4C86-873A-A28BBD1AE367}" srcId="{94F22156-EBE1-4C5E-93ED-3EA5612E1300}" destId="{E550A70A-A9C4-4844-9784-C863CBE5210E}" srcOrd="2" destOrd="0" parTransId="{07819512-9289-401A-87A7-6272F3821780}" sibTransId="{89B1C479-2BC9-454A-8DA6-A0E057322BAA}"/>
    <dgm:cxn modelId="{4C97013E-3BB4-48BD-8219-15F559102E3B}" type="presOf" srcId="{962B03B6-72E6-4B1A-989C-5F69DD6E060E}" destId="{33B638E9-D27F-4176-8558-71F486F885F5}" srcOrd="0" destOrd="0" presId="urn:microsoft.com/office/officeart/2005/8/layout/vProcess5"/>
    <dgm:cxn modelId="{9BAA2D40-1C9E-490A-B72E-B2F73E111A16}" type="presOf" srcId="{E550A70A-A9C4-4844-9784-C863CBE5210E}" destId="{A4F25FDF-8798-43DB-A513-6621D1A72708}" srcOrd="0" destOrd="0" presId="urn:microsoft.com/office/officeart/2005/8/layout/vProcess5"/>
    <dgm:cxn modelId="{2F60675D-01A4-4504-A2C1-4378B8DECC6F}" type="presOf" srcId="{6FF56682-0938-441F-B953-6A7986B24D76}" destId="{AEF95E0C-D43E-40DE-B651-191F2AC46EB6}" srcOrd="0" destOrd="0" presId="urn:microsoft.com/office/officeart/2005/8/layout/vProcess5"/>
    <dgm:cxn modelId="{7AE69E5D-4E17-44FD-9292-DC344E6F47CE}" srcId="{94F22156-EBE1-4C5E-93ED-3EA5612E1300}" destId="{962B03B6-72E6-4B1A-989C-5F69DD6E060E}" srcOrd="1" destOrd="0" parTransId="{9F9D8703-FAAF-4ADA-96B0-FE544434CEA6}" sibTransId="{3A193DC5-F8F2-48BB-B7F5-32244BCAFDB3}"/>
    <dgm:cxn modelId="{0D15F448-1704-4C53-8783-536960D7E4A4}" type="presOf" srcId="{E550A70A-A9C4-4844-9784-C863CBE5210E}" destId="{F53F4512-CA09-4DA7-81BD-9ECF91C53415}" srcOrd="1" destOrd="0" presId="urn:microsoft.com/office/officeart/2005/8/layout/vProcess5"/>
    <dgm:cxn modelId="{901E116B-3D83-4506-9677-1A31BAB0D297}" type="presOf" srcId="{50F84A2A-DA4F-4287-A4B8-25198050F336}" destId="{7D991DBB-C25F-4801-8435-566B74E657D5}" srcOrd="0" destOrd="0" presId="urn:microsoft.com/office/officeart/2005/8/layout/vProcess5"/>
    <dgm:cxn modelId="{F4A7E5A2-FF84-4AB2-AA06-B6F83CF57F1B}" type="presOf" srcId="{962B03B6-72E6-4B1A-989C-5F69DD6E060E}" destId="{CE22D33F-B70E-46AD-8FF2-33D9F911696D}" srcOrd="1" destOrd="0" presId="urn:microsoft.com/office/officeart/2005/8/layout/vProcess5"/>
    <dgm:cxn modelId="{5C03F3A5-B862-482B-A4CC-1E614B2516C0}" type="presOf" srcId="{3A193DC5-F8F2-48BB-B7F5-32244BCAFDB3}" destId="{67B99AA6-DDF9-4728-A98D-C525E54A51C4}" srcOrd="0" destOrd="0" presId="urn:microsoft.com/office/officeart/2005/8/layout/vProcess5"/>
    <dgm:cxn modelId="{67F3B1A7-6924-4E28-9927-3E261FE188D8}" type="presOf" srcId="{94F22156-EBE1-4C5E-93ED-3EA5612E1300}" destId="{0E726FC4-3F69-4196-80DD-AA33DB939B3A}" srcOrd="0" destOrd="0" presId="urn:microsoft.com/office/officeart/2005/8/layout/vProcess5"/>
    <dgm:cxn modelId="{097A4FC5-EBEA-4F61-9CF8-8E6550DA66D4}" type="presOf" srcId="{6FF56682-0938-441F-B953-6A7986B24D76}" destId="{B0C0CB0D-3F3B-4670-ADFC-E925AAB62CC4}" srcOrd="1" destOrd="0" presId="urn:microsoft.com/office/officeart/2005/8/layout/vProcess5"/>
    <dgm:cxn modelId="{2EE053D0-B09C-41D6-8838-C585E658CE7F}" srcId="{94F22156-EBE1-4C5E-93ED-3EA5612E1300}" destId="{6FF56682-0938-441F-B953-6A7986B24D76}" srcOrd="0" destOrd="0" parTransId="{2F61C2C2-1EB6-47CA-B32B-55870BD66CE3}" sibTransId="{50F84A2A-DA4F-4287-A4B8-25198050F336}"/>
    <dgm:cxn modelId="{1AEA4487-E0FE-403C-96BC-83D6FA5405C3}" type="presParOf" srcId="{0E726FC4-3F69-4196-80DD-AA33DB939B3A}" destId="{B9F1BDD8-9012-4BB2-A19A-B97961BB51C2}" srcOrd="0" destOrd="0" presId="urn:microsoft.com/office/officeart/2005/8/layout/vProcess5"/>
    <dgm:cxn modelId="{EBB590C0-C815-41AC-BB3A-F9FE2900CC6E}" type="presParOf" srcId="{0E726FC4-3F69-4196-80DD-AA33DB939B3A}" destId="{AEF95E0C-D43E-40DE-B651-191F2AC46EB6}" srcOrd="1" destOrd="0" presId="urn:microsoft.com/office/officeart/2005/8/layout/vProcess5"/>
    <dgm:cxn modelId="{86413045-3875-4154-9A4D-5B78E33F4706}" type="presParOf" srcId="{0E726FC4-3F69-4196-80DD-AA33DB939B3A}" destId="{33B638E9-D27F-4176-8558-71F486F885F5}" srcOrd="2" destOrd="0" presId="urn:microsoft.com/office/officeart/2005/8/layout/vProcess5"/>
    <dgm:cxn modelId="{AA862D0F-498A-4A2B-8169-D26DA2292409}" type="presParOf" srcId="{0E726FC4-3F69-4196-80DD-AA33DB939B3A}" destId="{A4F25FDF-8798-43DB-A513-6621D1A72708}" srcOrd="3" destOrd="0" presId="urn:microsoft.com/office/officeart/2005/8/layout/vProcess5"/>
    <dgm:cxn modelId="{66A94D81-22A7-41D3-9F9B-673FD2DEB27C}" type="presParOf" srcId="{0E726FC4-3F69-4196-80DD-AA33DB939B3A}" destId="{7D991DBB-C25F-4801-8435-566B74E657D5}" srcOrd="4" destOrd="0" presId="urn:microsoft.com/office/officeart/2005/8/layout/vProcess5"/>
    <dgm:cxn modelId="{10221789-1936-476D-9C0F-8B3EBB6DD4EC}" type="presParOf" srcId="{0E726FC4-3F69-4196-80DD-AA33DB939B3A}" destId="{67B99AA6-DDF9-4728-A98D-C525E54A51C4}" srcOrd="5" destOrd="0" presId="urn:microsoft.com/office/officeart/2005/8/layout/vProcess5"/>
    <dgm:cxn modelId="{47619C7B-8F80-488E-8615-C2EB06D80A36}" type="presParOf" srcId="{0E726FC4-3F69-4196-80DD-AA33DB939B3A}" destId="{B0C0CB0D-3F3B-4670-ADFC-E925AAB62CC4}" srcOrd="6" destOrd="0" presId="urn:microsoft.com/office/officeart/2005/8/layout/vProcess5"/>
    <dgm:cxn modelId="{A2FFE99D-757C-4E64-9586-4234BA4E99E3}" type="presParOf" srcId="{0E726FC4-3F69-4196-80DD-AA33DB939B3A}" destId="{CE22D33F-B70E-46AD-8FF2-33D9F911696D}" srcOrd="7" destOrd="0" presId="urn:microsoft.com/office/officeart/2005/8/layout/vProcess5"/>
    <dgm:cxn modelId="{090D7718-BECB-4226-9562-956E6D8A300E}" type="presParOf" srcId="{0E726FC4-3F69-4196-80DD-AA33DB939B3A}" destId="{F53F4512-CA09-4DA7-81BD-9ECF91C53415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AF23E25-0BF2-4772-8A9C-E8165BDF9481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accent0_3" csCatId="mainScheme" phldr="1"/>
      <dgm:spPr/>
      <dgm:t>
        <a:bodyPr/>
        <a:lstStyle/>
        <a:p>
          <a:endParaRPr lang="en-US"/>
        </a:p>
      </dgm:t>
    </dgm:pt>
    <dgm:pt modelId="{5A4946F3-34AA-42A5-AD17-8FC11CEB6B7E}">
      <dgm:prSet/>
      <dgm:spPr/>
      <dgm:t>
        <a:bodyPr/>
        <a:lstStyle/>
        <a:p>
          <a:r>
            <a:rPr lang="en-US"/>
            <a:t>Healthcare: Cancer detection</a:t>
          </a:r>
        </a:p>
      </dgm:t>
    </dgm:pt>
    <dgm:pt modelId="{4E1C0892-1224-40CA-AC43-4990F2353DDF}" type="parTrans" cxnId="{2CA94EA3-50EC-4F91-8BAC-3BA7BF721153}">
      <dgm:prSet/>
      <dgm:spPr/>
      <dgm:t>
        <a:bodyPr/>
        <a:lstStyle/>
        <a:p>
          <a:endParaRPr lang="en-US"/>
        </a:p>
      </dgm:t>
    </dgm:pt>
    <dgm:pt modelId="{8B4F19D4-2FDB-40D8-9BF3-90F362ECDB2A}" type="sibTrans" cxnId="{2CA94EA3-50EC-4F91-8BAC-3BA7BF721153}">
      <dgm:prSet/>
      <dgm:spPr/>
      <dgm:t>
        <a:bodyPr/>
        <a:lstStyle/>
        <a:p>
          <a:endParaRPr lang="en-US"/>
        </a:p>
      </dgm:t>
    </dgm:pt>
    <dgm:pt modelId="{06298260-B649-45E8-9126-FDEE674D4071}">
      <dgm:prSet/>
      <dgm:spPr/>
      <dgm:t>
        <a:bodyPr/>
        <a:lstStyle/>
        <a:p>
          <a:r>
            <a:rPr lang="en-US"/>
            <a:t>Finance: Fraud detection</a:t>
          </a:r>
        </a:p>
      </dgm:t>
    </dgm:pt>
    <dgm:pt modelId="{F36A37F5-34A8-48E9-8290-518E81619AA2}" type="parTrans" cxnId="{27AEFFFF-F55D-43D9-B450-831FD2B24C32}">
      <dgm:prSet/>
      <dgm:spPr/>
      <dgm:t>
        <a:bodyPr/>
        <a:lstStyle/>
        <a:p>
          <a:endParaRPr lang="en-US"/>
        </a:p>
      </dgm:t>
    </dgm:pt>
    <dgm:pt modelId="{4827CBC6-2CD4-4ADE-94F4-C24EF0559755}" type="sibTrans" cxnId="{27AEFFFF-F55D-43D9-B450-831FD2B24C32}">
      <dgm:prSet/>
      <dgm:spPr/>
      <dgm:t>
        <a:bodyPr/>
        <a:lstStyle/>
        <a:p>
          <a:endParaRPr lang="en-US"/>
        </a:p>
      </dgm:t>
    </dgm:pt>
    <dgm:pt modelId="{0A716181-358F-43A8-A210-F62599F6E8FD}">
      <dgm:prSet/>
      <dgm:spPr/>
      <dgm:t>
        <a:bodyPr/>
        <a:lstStyle/>
        <a:p>
          <a:r>
            <a:rPr lang="en-US"/>
            <a:t>Retail: Recommendations</a:t>
          </a:r>
        </a:p>
      </dgm:t>
    </dgm:pt>
    <dgm:pt modelId="{47711B19-67BB-41DF-8645-4C18CD29DBC2}" type="parTrans" cxnId="{D5F68DD7-0254-420A-9F2A-67D02A79C637}">
      <dgm:prSet/>
      <dgm:spPr/>
      <dgm:t>
        <a:bodyPr/>
        <a:lstStyle/>
        <a:p>
          <a:endParaRPr lang="en-US"/>
        </a:p>
      </dgm:t>
    </dgm:pt>
    <dgm:pt modelId="{DC15949B-0049-4F75-B58E-5CDE7CDFDCA5}" type="sibTrans" cxnId="{D5F68DD7-0254-420A-9F2A-67D02A79C637}">
      <dgm:prSet/>
      <dgm:spPr/>
      <dgm:t>
        <a:bodyPr/>
        <a:lstStyle/>
        <a:p>
          <a:endParaRPr lang="en-US"/>
        </a:p>
      </dgm:t>
    </dgm:pt>
    <dgm:pt modelId="{6F961964-9B4E-42DA-B96D-1327324DDED9}">
      <dgm:prSet/>
      <dgm:spPr/>
      <dgm:t>
        <a:bodyPr/>
        <a:lstStyle/>
        <a:p>
          <a:r>
            <a:rPr lang="en-US"/>
            <a:t>Transportation: Autonomous vehicles</a:t>
          </a:r>
        </a:p>
      </dgm:t>
    </dgm:pt>
    <dgm:pt modelId="{F7832878-26E5-4F28-B28A-F1044BA3E38B}" type="parTrans" cxnId="{9706932F-F30C-4A93-85B6-7E5ADC27BC5D}">
      <dgm:prSet/>
      <dgm:spPr/>
      <dgm:t>
        <a:bodyPr/>
        <a:lstStyle/>
        <a:p>
          <a:endParaRPr lang="en-US"/>
        </a:p>
      </dgm:t>
    </dgm:pt>
    <dgm:pt modelId="{D8C94616-0927-465B-A4BA-B701D85564F1}" type="sibTrans" cxnId="{9706932F-F30C-4A93-85B6-7E5ADC27BC5D}">
      <dgm:prSet/>
      <dgm:spPr/>
      <dgm:t>
        <a:bodyPr/>
        <a:lstStyle/>
        <a:p>
          <a:endParaRPr lang="en-US"/>
        </a:p>
      </dgm:t>
    </dgm:pt>
    <dgm:pt modelId="{532D0D77-65F8-44FB-92C5-AC8F9E969A36}">
      <dgm:prSet/>
      <dgm:spPr/>
      <dgm:t>
        <a:bodyPr/>
        <a:lstStyle/>
        <a:p>
          <a:r>
            <a:rPr lang="en-US"/>
            <a:t>Customer Service: Chatbots</a:t>
          </a:r>
        </a:p>
      </dgm:t>
    </dgm:pt>
    <dgm:pt modelId="{81192DA3-7E63-4AE9-9295-5938BA740B77}" type="parTrans" cxnId="{61102A3A-A515-46D4-BA8B-560AE179EDDF}">
      <dgm:prSet/>
      <dgm:spPr/>
      <dgm:t>
        <a:bodyPr/>
        <a:lstStyle/>
        <a:p>
          <a:endParaRPr lang="en-US"/>
        </a:p>
      </dgm:t>
    </dgm:pt>
    <dgm:pt modelId="{BA01BC50-F03E-4596-99E4-627425649029}" type="sibTrans" cxnId="{61102A3A-A515-46D4-BA8B-560AE179EDDF}">
      <dgm:prSet/>
      <dgm:spPr/>
      <dgm:t>
        <a:bodyPr/>
        <a:lstStyle/>
        <a:p>
          <a:endParaRPr lang="en-US"/>
        </a:p>
      </dgm:t>
    </dgm:pt>
    <dgm:pt modelId="{B922D821-1769-4F19-B192-A2C0973CACBC}">
      <dgm:prSet/>
      <dgm:spPr/>
      <dgm:t>
        <a:bodyPr/>
        <a:lstStyle/>
        <a:p>
          <a:r>
            <a:rPr lang="en-US"/>
            <a:t>Agriculture: Drone crop monitoring</a:t>
          </a:r>
        </a:p>
      </dgm:t>
    </dgm:pt>
    <dgm:pt modelId="{0A6FB691-117F-4B23-8575-AEC99079DE0F}" type="parTrans" cxnId="{41C949CD-3F74-403A-BC4C-F05D838202B1}">
      <dgm:prSet/>
      <dgm:spPr/>
      <dgm:t>
        <a:bodyPr/>
        <a:lstStyle/>
        <a:p>
          <a:endParaRPr lang="en-US"/>
        </a:p>
      </dgm:t>
    </dgm:pt>
    <dgm:pt modelId="{6CE7A3D1-B0D9-4CB7-B3E1-9C87ACB8DA31}" type="sibTrans" cxnId="{41C949CD-3F74-403A-BC4C-F05D838202B1}">
      <dgm:prSet/>
      <dgm:spPr/>
      <dgm:t>
        <a:bodyPr/>
        <a:lstStyle/>
        <a:p>
          <a:endParaRPr lang="en-US"/>
        </a:p>
      </dgm:t>
    </dgm:pt>
    <dgm:pt modelId="{84B67796-E688-4CC0-BEA9-E483C3BAE317}" type="pres">
      <dgm:prSet presAssocID="{EAF23E25-0BF2-4772-8A9C-E8165BDF9481}" presName="root" presStyleCnt="0">
        <dgm:presLayoutVars>
          <dgm:dir/>
          <dgm:resizeHandles val="exact"/>
        </dgm:presLayoutVars>
      </dgm:prSet>
      <dgm:spPr/>
    </dgm:pt>
    <dgm:pt modelId="{6B4AD118-C7BE-4B11-9513-BDF0A1BC6FA1}" type="pres">
      <dgm:prSet presAssocID="{EAF23E25-0BF2-4772-8A9C-E8165BDF9481}" presName="container" presStyleCnt="0">
        <dgm:presLayoutVars>
          <dgm:dir/>
          <dgm:resizeHandles val="exact"/>
        </dgm:presLayoutVars>
      </dgm:prSet>
      <dgm:spPr/>
    </dgm:pt>
    <dgm:pt modelId="{68473952-38B6-4224-91FE-8ABC9030162E}" type="pres">
      <dgm:prSet presAssocID="{5A4946F3-34AA-42A5-AD17-8FC11CEB6B7E}" presName="compNode" presStyleCnt="0"/>
      <dgm:spPr/>
    </dgm:pt>
    <dgm:pt modelId="{909C296B-8B6C-4565-B9FA-3256A9CAE596}" type="pres">
      <dgm:prSet presAssocID="{5A4946F3-34AA-42A5-AD17-8FC11CEB6B7E}" presName="iconBgRect" presStyleLbl="bgShp" presStyleIdx="0" presStyleCnt="6"/>
      <dgm:spPr/>
    </dgm:pt>
    <dgm:pt modelId="{CEB4FC67-2B72-4E45-9ACD-80C965795BF2}" type="pres">
      <dgm:prSet presAssocID="{5A4946F3-34AA-42A5-AD17-8FC11CEB6B7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18BB93E8-DBDA-459B-A44E-46511D744839}" type="pres">
      <dgm:prSet presAssocID="{5A4946F3-34AA-42A5-AD17-8FC11CEB6B7E}" presName="spaceRect" presStyleCnt="0"/>
      <dgm:spPr/>
    </dgm:pt>
    <dgm:pt modelId="{BBB6D19D-6C1E-4D5C-8C9B-FA8868477EB4}" type="pres">
      <dgm:prSet presAssocID="{5A4946F3-34AA-42A5-AD17-8FC11CEB6B7E}" presName="textRect" presStyleLbl="revTx" presStyleIdx="0" presStyleCnt="6">
        <dgm:presLayoutVars>
          <dgm:chMax val="1"/>
          <dgm:chPref val="1"/>
        </dgm:presLayoutVars>
      </dgm:prSet>
      <dgm:spPr/>
    </dgm:pt>
    <dgm:pt modelId="{638701B2-E54D-4F3A-8916-4461B6FAC7C3}" type="pres">
      <dgm:prSet presAssocID="{8B4F19D4-2FDB-40D8-9BF3-90F362ECDB2A}" presName="sibTrans" presStyleLbl="sibTrans2D1" presStyleIdx="0" presStyleCnt="0"/>
      <dgm:spPr/>
    </dgm:pt>
    <dgm:pt modelId="{9355D3A8-BEAC-4390-ADA0-C17C7BC99CCC}" type="pres">
      <dgm:prSet presAssocID="{06298260-B649-45E8-9126-FDEE674D4071}" presName="compNode" presStyleCnt="0"/>
      <dgm:spPr/>
    </dgm:pt>
    <dgm:pt modelId="{FB65E79A-B648-47C1-8B82-F28A8C2361B2}" type="pres">
      <dgm:prSet presAssocID="{06298260-B649-45E8-9126-FDEE674D4071}" presName="iconBgRect" presStyleLbl="bgShp" presStyleIdx="1" presStyleCnt="6"/>
      <dgm:spPr/>
    </dgm:pt>
    <dgm:pt modelId="{E3B4914B-4872-41B0-A525-A5294DDE2C5C}" type="pres">
      <dgm:prSet presAssocID="{06298260-B649-45E8-9126-FDEE674D407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AA83D48E-2096-4CF7-A5E5-ED6ED7A3957C}" type="pres">
      <dgm:prSet presAssocID="{06298260-B649-45E8-9126-FDEE674D4071}" presName="spaceRect" presStyleCnt="0"/>
      <dgm:spPr/>
    </dgm:pt>
    <dgm:pt modelId="{2424BBC4-4966-4ED9-9A4C-D2C6C240C5CA}" type="pres">
      <dgm:prSet presAssocID="{06298260-B649-45E8-9126-FDEE674D4071}" presName="textRect" presStyleLbl="revTx" presStyleIdx="1" presStyleCnt="6">
        <dgm:presLayoutVars>
          <dgm:chMax val="1"/>
          <dgm:chPref val="1"/>
        </dgm:presLayoutVars>
      </dgm:prSet>
      <dgm:spPr/>
    </dgm:pt>
    <dgm:pt modelId="{E46D92EF-ECA9-4DEC-A04D-34CB2D45310D}" type="pres">
      <dgm:prSet presAssocID="{4827CBC6-2CD4-4ADE-94F4-C24EF0559755}" presName="sibTrans" presStyleLbl="sibTrans2D1" presStyleIdx="0" presStyleCnt="0"/>
      <dgm:spPr/>
    </dgm:pt>
    <dgm:pt modelId="{EA470B8F-1B54-4954-B890-5DFEAD3D26B5}" type="pres">
      <dgm:prSet presAssocID="{0A716181-358F-43A8-A210-F62599F6E8FD}" presName="compNode" presStyleCnt="0"/>
      <dgm:spPr/>
    </dgm:pt>
    <dgm:pt modelId="{49A2B854-4CAB-4094-AFCC-7025C2102334}" type="pres">
      <dgm:prSet presAssocID="{0A716181-358F-43A8-A210-F62599F6E8FD}" presName="iconBgRect" presStyleLbl="bgShp" presStyleIdx="2" presStyleCnt="6"/>
      <dgm:spPr/>
    </dgm:pt>
    <dgm:pt modelId="{CA845C12-2460-4553-A097-5457638A4D71}" type="pres">
      <dgm:prSet presAssocID="{0A716181-358F-43A8-A210-F62599F6E8FD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re"/>
        </a:ext>
      </dgm:extLst>
    </dgm:pt>
    <dgm:pt modelId="{9FEEA444-D5AB-4057-887B-C6423FB1BE3C}" type="pres">
      <dgm:prSet presAssocID="{0A716181-358F-43A8-A210-F62599F6E8FD}" presName="spaceRect" presStyleCnt="0"/>
      <dgm:spPr/>
    </dgm:pt>
    <dgm:pt modelId="{733CA11F-C189-4687-AA56-F7B27A30A5B5}" type="pres">
      <dgm:prSet presAssocID="{0A716181-358F-43A8-A210-F62599F6E8FD}" presName="textRect" presStyleLbl="revTx" presStyleIdx="2" presStyleCnt="6">
        <dgm:presLayoutVars>
          <dgm:chMax val="1"/>
          <dgm:chPref val="1"/>
        </dgm:presLayoutVars>
      </dgm:prSet>
      <dgm:spPr/>
    </dgm:pt>
    <dgm:pt modelId="{AA5B1137-7098-4D6E-A33B-1EEB53D2EF93}" type="pres">
      <dgm:prSet presAssocID="{DC15949B-0049-4F75-B58E-5CDE7CDFDCA5}" presName="sibTrans" presStyleLbl="sibTrans2D1" presStyleIdx="0" presStyleCnt="0"/>
      <dgm:spPr/>
    </dgm:pt>
    <dgm:pt modelId="{F3D93816-E56C-461C-B8FC-169B78E10006}" type="pres">
      <dgm:prSet presAssocID="{6F961964-9B4E-42DA-B96D-1327324DDED9}" presName="compNode" presStyleCnt="0"/>
      <dgm:spPr/>
    </dgm:pt>
    <dgm:pt modelId="{AA922C20-2D8B-4CF6-877E-D52FD3544A26}" type="pres">
      <dgm:prSet presAssocID="{6F961964-9B4E-42DA-B96D-1327324DDED9}" presName="iconBgRect" presStyleLbl="bgShp" presStyleIdx="3" presStyleCnt="6"/>
      <dgm:spPr/>
    </dgm:pt>
    <dgm:pt modelId="{032DA6BB-2471-44CD-9A5A-803B545F6D61}" type="pres">
      <dgm:prSet presAssocID="{6F961964-9B4E-42DA-B96D-1327324DDED9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"/>
        </a:ext>
      </dgm:extLst>
    </dgm:pt>
    <dgm:pt modelId="{C1EAAEA8-98F3-4CDA-A157-C1B2116D085C}" type="pres">
      <dgm:prSet presAssocID="{6F961964-9B4E-42DA-B96D-1327324DDED9}" presName="spaceRect" presStyleCnt="0"/>
      <dgm:spPr/>
    </dgm:pt>
    <dgm:pt modelId="{159CCDEB-1F91-42E3-B11B-2166DB4D795C}" type="pres">
      <dgm:prSet presAssocID="{6F961964-9B4E-42DA-B96D-1327324DDED9}" presName="textRect" presStyleLbl="revTx" presStyleIdx="3" presStyleCnt="6">
        <dgm:presLayoutVars>
          <dgm:chMax val="1"/>
          <dgm:chPref val="1"/>
        </dgm:presLayoutVars>
      </dgm:prSet>
      <dgm:spPr/>
    </dgm:pt>
    <dgm:pt modelId="{B9E44CBD-92C4-4F9A-A2D0-EC4FC01AF5E8}" type="pres">
      <dgm:prSet presAssocID="{D8C94616-0927-465B-A4BA-B701D85564F1}" presName="sibTrans" presStyleLbl="sibTrans2D1" presStyleIdx="0" presStyleCnt="0"/>
      <dgm:spPr/>
    </dgm:pt>
    <dgm:pt modelId="{D54AD61A-80F0-4F7F-9C8B-19F16CA084AE}" type="pres">
      <dgm:prSet presAssocID="{532D0D77-65F8-44FB-92C5-AC8F9E969A36}" presName="compNode" presStyleCnt="0"/>
      <dgm:spPr/>
    </dgm:pt>
    <dgm:pt modelId="{82665162-C023-4193-A379-9362A526E84A}" type="pres">
      <dgm:prSet presAssocID="{532D0D77-65F8-44FB-92C5-AC8F9E969A36}" presName="iconBgRect" presStyleLbl="bgShp" presStyleIdx="4" presStyleCnt="6"/>
      <dgm:spPr/>
    </dgm:pt>
    <dgm:pt modelId="{B52948FA-C860-4A75-B27E-49F3A449D610}" type="pres">
      <dgm:prSet presAssocID="{532D0D77-65F8-44FB-92C5-AC8F9E969A3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605295FB-3D7F-4535-A3EF-8DFD673FC79E}" type="pres">
      <dgm:prSet presAssocID="{532D0D77-65F8-44FB-92C5-AC8F9E969A36}" presName="spaceRect" presStyleCnt="0"/>
      <dgm:spPr/>
    </dgm:pt>
    <dgm:pt modelId="{2A44194A-AED9-4DB0-AF66-705613DED05A}" type="pres">
      <dgm:prSet presAssocID="{532D0D77-65F8-44FB-92C5-AC8F9E969A36}" presName="textRect" presStyleLbl="revTx" presStyleIdx="4" presStyleCnt="6">
        <dgm:presLayoutVars>
          <dgm:chMax val="1"/>
          <dgm:chPref val="1"/>
        </dgm:presLayoutVars>
      </dgm:prSet>
      <dgm:spPr/>
    </dgm:pt>
    <dgm:pt modelId="{BA417E11-7A39-49FE-AADF-1224EF0C6A4A}" type="pres">
      <dgm:prSet presAssocID="{BA01BC50-F03E-4596-99E4-627425649029}" presName="sibTrans" presStyleLbl="sibTrans2D1" presStyleIdx="0" presStyleCnt="0"/>
      <dgm:spPr/>
    </dgm:pt>
    <dgm:pt modelId="{4DD93F54-763A-4ADD-8443-59AEB49E7D6A}" type="pres">
      <dgm:prSet presAssocID="{B922D821-1769-4F19-B192-A2C0973CACBC}" presName="compNode" presStyleCnt="0"/>
      <dgm:spPr/>
    </dgm:pt>
    <dgm:pt modelId="{F9E90BAF-952A-424B-A772-F3AAA01FBF6C}" type="pres">
      <dgm:prSet presAssocID="{B922D821-1769-4F19-B192-A2C0973CACBC}" presName="iconBgRect" presStyleLbl="bgShp" presStyleIdx="5" presStyleCnt="6"/>
      <dgm:spPr/>
    </dgm:pt>
    <dgm:pt modelId="{A7F844DE-31A7-4F1B-A9BD-5424C706AED3}" type="pres">
      <dgm:prSet presAssocID="{B922D821-1769-4F19-B192-A2C0973CACBC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ctor"/>
        </a:ext>
      </dgm:extLst>
    </dgm:pt>
    <dgm:pt modelId="{0688A8DB-23A0-4CAB-BBC3-A635003DFF18}" type="pres">
      <dgm:prSet presAssocID="{B922D821-1769-4F19-B192-A2C0973CACBC}" presName="spaceRect" presStyleCnt="0"/>
      <dgm:spPr/>
    </dgm:pt>
    <dgm:pt modelId="{3802F876-6C49-4531-A981-73876546D36A}" type="pres">
      <dgm:prSet presAssocID="{B922D821-1769-4F19-B192-A2C0973CACBC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9706932F-F30C-4A93-85B6-7E5ADC27BC5D}" srcId="{EAF23E25-0BF2-4772-8A9C-E8165BDF9481}" destId="{6F961964-9B4E-42DA-B96D-1327324DDED9}" srcOrd="3" destOrd="0" parTransId="{F7832878-26E5-4F28-B28A-F1044BA3E38B}" sibTransId="{D8C94616-0927-465B-A4BA-B701D85564F1}"/>
    <dgm:cxn modelId="{61102A3A-A515-46D4-BA8B-560AE179EDDF}" srcId="{EAF23E25-0BF2-4772-8A9C-E8165BDF9481}" destId="{532D0D77-65F8-44FB-92C5-AC8F9E969A36}" srcOrd="4" destOrd="0" parTransId="{81192DA3-7E63-4AE9-9295-5938BA740B77}" sibTransId="{BA01BC50-F03E-4596-99E4-627425649029}"/>
    <dgm:cxn modelId="{8558E241-2680-4EEB-A1B1-7CCA7162F571}" type="presOf" srcId="{D8C94616-0927-465B-A4BA-B701D85564F1}" destId="{B9E44CBD-92C4-4F9A-A2D0-EC4FC01AF5E8}" srcOrd="0" destOrd="0" presId="urn:microsoft.com/office/officeart/2018/2/layout/IconCircleList"/>
    <dgm:cxn modelId="{73FC0E47-567B-40D4-B693-9281137A7E33}" type="presOf" srcId="{0A716181-358F-43A8-A210-F62599F6E8FD}" destId="{733CA11F-C189-4687-AA56-F7B27A30A5B5}" srcOrd="0" destOrd="0" presId="urn:microsoft.com/office/officeart/2018/2/layout/IconCircleList"/>
    <dgm:cxn modelId="{F11BBF4B-3A17-49E9-9B22-0ED42357C88F}" type="presOf" srcId="{EAF23E25-0BF2-4772-8A9C-E8165BDF9481}" destId="{84B67796-E688-4CC0-BEA9-E483C3BAE317}" srcOrd="0" destOrd="0" presId="urn:microsoft.com/office/officeart/2018/2/layout/IconCircleList"/>
    <dgm:cxn modelId="{63EF8270-9F60-4612-BA29-F5ED8F358D51}" type="presOf" srcId="{BA01BC50-F03E-4596-99E4-627425649029}" destId="{BA417E11-7A39-49FE-AADF-1224EF0C6A4A}" srcOrd="0" destOrd="0" presId="urn:microsoft.com/office/officeart/2018/2/layout/IconCircleList"/>
    <dgm:cxn modelId="{42C3B459-3319-47BB-81FF-C6B62AC5E0DA}" type="presOf" srcId="{DC15949B-0049-4F75-B58E-5CDE7CDFDCA5}" destId="{AA5B1137-7098-4D6E-A33B-1EEB53D2EF93}" srcOrd="0" destOrd="0" presId="urn:microsoft.com/office/officeart/2018/2/layout/IconCircleList"/>
    <dgm:cxn modelId="{A9BDA17B-5128-4531-BFE3-804AC8768528}" type="presOf" srcId="{5A4946F3-34AA-42A5-AD17-8FC11CEB6B7E}" destId="{BBB6D19D-6C1E-4D5C-8C9B-FA8868477EB4}" srcOrd="0" destOrd="0" presId="urn:microsoft.com/office/officeart/2018/2/layout/IconCircleList"/>
    <dgm:cxn modelId="{3342FA89-57DD-4D49-AF1C-F235C3881D60}" type="presOf" srcId="{532D0D77-65F8-44FB-92C5-AC8F9E969A36}" destId="{2A44194A-AED9-4DB0-AF66-705613DED05A}" srcOrd="0" destOrd="0" presId="urn:microsoft.com/office/officeart/2018/2/layout/IconCircleList"/>
    <dgm:cxn modelId="{9F9E9C99-0F52-4CB0-92B7-8B0391145D03}" type="presOf" srcId="{4827CBC6-2CD4-4ADE-94F4-C24EF0559755}" destId="{E46D92EF-ECA9-4DEC-A04D-34CB2D45310D}" srcOrd="0" destOrd="0" presId="urn:microsoft.com/office/officeart/2018/2/layout/IconCircleList"/>
    <dgm:cxn modelId="{2CA94EA3-50EC-4F91-8BAC-3BA7BF721153}" srcId="{EAF23E25-0BF2-4772-8A9C-E8165BDF9481}" destId="{5A4946F3-34AA-42A5-AD17-8FC11CEB6B7E}" srcOrd="0" destOrd="0" parTransId="{4E1C0892-1224-40CA-AC43-4990F2353DDF}" sibTransId="{8B4F19D4-2FDB-40D8-9BF3-90F362ECDB2A}"/>
    <dgm:cxn modelId="{FB7287B1-B6DF-4198-B904-A1F034193B22}" type="presOf" srcId="{06298260-B649-45E8-9126-FDEE674D4071}" destId="{2424BBC4-4966-4ED9-9A4C-D2C6C240C5CA}" srcOrd="0" destOrd="0" presId="urn:microsoft.com/office/officeart/2018/2/layout/IconCircleList"/>
    <dgm:cxn modelId="{62C0D3CB-59E8-4D68-B92E-8CB497A06BE7}" type="presOf" srcId="{8B4F19D4-2FDB-40D8-9BF3-90F362ECDB2A}" destId="{638701B2-E54D-4F3A-8916-4461B6FAC7C3}" srcOrd="0" destOrd="0" presId="urn:microsoft.com/office/officeart/2018/2/layout/IconCircleList"/>
    <dgm:cxn modelId="{41C949CD-3F74-403A-BC4C-F05D838202B1}" srcId="{EAF23E25-0BF2-4772-8A9C-E8165BDF9481}" destId="{B922D821-1769-4F19-B192-A2C0973CACBC}" srcOrd="5" destOrd="0" parTransId="{0A6FB691-117F-4B23-8575-AEC99079DE0F}" sibTransId="{6CE7A3D1-B0D9-4CB7-B3E1-9C87ACB8DA31}"/>
    <dgm:cxn modelId="{D5F68DD7-0254-420A-9F2A-67D02A79C637}" srcId="{EAF23E25-0BF2-4772-8A9C-E8165BDF9481}" destId="{0A716181-358F-43A8-A210-F62599F6E8FD}" srcOrd="2" destOrd="0" parTransId="{47711B19-67BB-41DF-8645-4C18CD29DBC2}" sibTransId="{DC15949B-0049-4F75-B58E-5CDE7CDFDCA5}"/>
    <dgm:cxn modelId="{8D84C4EB-9D24-4940-85CA-CE27BFA7ED2F}" type="presOf" srcId="{6F961964-9B4E-42DA-B96D-1327324DDED9}" destId="{159CCDEB-1F91-42E3-B11B-2166DB4D795C}" srcOrd="0" destOrd="0" presId="urn:microsoft.com/office/officeart/2018/2/layout/IconCircleList"/>
    <dgm:cxn modelId="{DA6ADDFA-F910-480A-8602-CFBBD98B07C1}" type="presOf" srcId="{B922D821-1769-4F19-B192-A2C0973CACBC}" destId="{3802F876-6C49-4531-A981-73876546D36A}" srcOrd="0" destOrd="0" presId="urn:microsoft.com/office/officeart/2018/2/layout/IconCircleList"/>
    <dgm:cxn modelId="{27AEFFFF-F55D-43D9-B450-831FD2B24C32}" srcId="{EAF23E25-0BF2-4772-8A9C-E8165BDF9481}" destId="{06298260-B649-45E8-9126-FDEE674D4071}" srcOrd="1" destOrd="0" parTransId="{F36A37F5-34A8-48E9-8290-518E81619AA2}" sibTransId="{4827CBC6-2CD4-4ADE-94F4-C24EF0559755}"/>
    <dgm:cxn modelId="{28787DBD-BCA3-4E76-8AA2-D9C22E07175C}" type="presParOf" srcId="{84B67796-E688-4CC0-BEA9-E483C3BAE317}" destId="{6B4AD118-C7BE-4B11-9513-BDF0A1BC6FA1}" srcOrd="0" destOrd="0" presId="urn:microsoft.com/office/officeart/2018/2/layout/IconCircleList"/>
    <dgm:cxn modelId="{4012F8BC-8071-4601-B567-F3B43DEEC6EF}" type="presParOf" srcId="{6B4AD118-C7BE-4B11-9513-BDF0A1BC6FA1}" destId="{68473952-38B6-4224-91FE-8ABC9030162E}" srcOrd="0" destOrd="0" presId="urn:microsoft.com/office/officeart/2018/2/layout/IconCircleList"/>
    <dgm:cxn modelId="{FE43587B-0934-43F7-AC88-CA365FC63A33}" type="presParOf" srcId="{68473952-38B6-4224-91FE-8ABC9030162E}" destId="{909C296B-8B6C-4565-B9FA-3256A9CAE596}" srcOrd="0" destOrd="0" presId="urn:microsoft.com/office/officeart/2018/2/layout/IconCircleList"/>
    <dgm:cxn modelId="{53925C21-6812-4631-845D-F7ED4C7E1DC6}" type="presParOf" srcId="{68473952-38B6-4224-91FE-8ABC9030162E}" destId="{CEB4FC67-2B72-4E45-9ACD-80C965795BF2}" srcOrd="1" destOrd="0" presId="urn:microsoft.com/office/officeart/2018/2/layout/IconCircleList"/>
    <dgm:cxn modelId="{797B65DF-5463-4D2C-BBDF-ED713D110E2E}" type="presParOf" srcId="{68473952-38B6-4224-91FE-8ABC9030162E}" destId="{18BB93E8-DBDA-459B-A44E-46511D744839}" srcOrd="2" destOrd="0" presId="urn:microsoft.com/office/officeart/2018/2/layout/IconCircleList"/>
    <dgm:cxn modelId="{053A01B8-CB88-46A6-B131-E713FFC82552}" type="presParOf" srcId="{68473952-38B6-4224-91FE-8ABC9030162E}" destId="{BBB6D19D-6C1E-4D5C-8C9B-FA8868477EB4}" srcOrd="3" destOrd="0" presId="urn:microsoft.com/office/officeart/2018/2/layout/IconCircleList"/>
    <dgm:cxn modelId="{94A6713D-2862-4CEB-B232-44AE99BFA556}" type="presParOf" srcId="{6B4AD118-C7BE-4B11-9513-BDF0A1BC6FA1}" destId="{638701B2-E54D-4F3A-8916-4461B6FAC7C3}" srcOrd="1" destOrd="0" presId="urn:microsoft.com/office/officeart/2018/2/layout/IconCircleList"/>
    <dgm:cxn modelId="{85A4C5F4-0C20-450A-8258-C7E21DBBFD09}" type="presParOf" srcId="{6B4AD118-C7BE-4B11-9513-BDF0A1BC6FA1}" destId="{9355D3A8-BEAC-4390-ADA0-C17C7BC99CCC}" srcOrd="2" destOrd="0" presId="urn:microsoft.com/office/officeart/2018/2/layout/IconCircleList"/>
    <dgm:cxn modelId="{EF7253BA-FF13-47AB-A51C-7EFAEBE37211}" type="presParOf" srcId="{9355D3A8-BEAC-4390-ADA0-C17C7BC99CCC}" destId="{FB65E79A-B648-47C1-8B82-F28A8C2361B2}" srcOrd="0" destOrd="0" presId="urn:microsoft.com/office/officeart/2018/2/layout/IconCircleList"/>
    <dgm:cxn modelId="{6FE4552A-1288-4467-8DC2-90303464A4FF}" type="presParOf" srcId="{9355D3A8-BEAC-4390-ADA0-C17C7BC99CCC}" destId="{E3B4914B-4872-41B0-A525-A5294DDE2C5C}" srcOrd="1" destOrd="0" presId="urn:microsoft.com/office/officeart/2018/2/layout/IconCircleList"/>
    <dgm:cxn modelId="{63C430AE-DD7C-4552-B73C-645B418AB1A2}" type="presParOf" srcId="{9355D3A8-BEAC-4390-ADA0-C17C7BC99CCC}" destId="{AA83D48E-2096-4CF7-A5E5-ED6ED7A3957C}" srcOrd="2" destOrd="0" presId="urn:microsoft.com/office/officeart/2018/2/layout/IconCircleList"/>
    <dgm:cxn modelId="{B1E00D91-E5C2-4071-9740-75124F80EF80}" type="presParOf" srcId="{9355D3A8-BEAC-4390-ADA0-C17C7BC99CCC}" destId="{2424BBC4-4966-4ED9-9A4C-D2C6C240C5CA}" srcOrd="3" destOrd="0" presId="urn:microsoft.com/office/officeart/2018/2/layout/IconCircleList"/>
    <dgm:cxn modelId="{47000604-E3CE-41AD-8E74-9F48390E7AB3}" type="presParOf" srcId="{6B4AD118-C7BE-4B11-9513-BDF0A1BC6FA1}" destId="{E46D92EF-ECA9-4DEC-A04D-34CB2D45310D}" srcOrd="3" destOrd="0" presId="urn:microsoft.com/office/officeart/2018/2/layout/IconCircleList"/>
    <dgm:cxn modelId="{901ED81B-BA9D-4C41-96FC-451BFC9AA8F9}" type="presParOf" srcId="{6B4AD118-C7BE-4B11-9513-BDF0A1BC6FA1}" destId="{EA470B8F-1B54-4954-B890-5DFEAD3D26B5}" srcOrd="4" destOrd="0" presId="urn:microsoft.com/office/officeart/2018/2/layout/IconCircleList"/>
    <dgm:cxn modelId="{EEF39A07-B7C8-43A8-BCBF-3A9800F99A81}" type="presParOf" srcId="{EA470B8F-1B54-4954-B890-5DFEAD3D26B5}" destId="{49A2B854-4CAB-4094-AFCC-7025C2102334}" srcOrd="0" destOrd="0" presId="urn:microsoft.com/office/officeart/2018/2/layout/IconCircleList"/>
    <dgm:cxn modelId="{53DC12A5-C6C4-41F3-A905-B5D1C7FDE332}" type="presParOf" srcId="{EA470B8F-1B54-4954-B890-5DFEAD3D26B5}" destId="{CA845C12-2460-4553-A097-5457638A4D71}" srcOrd="1" destOrd="0" presId="urn:microsoft.com/office/officeart/2018/2/layout/IconCircleList"/>
    <dgm:cxn modelId="{8F6E4E01-F9B9-4F93-9659-1F159BB02AF5}" type="presParOf" srcId="{EA470B8F-1B54-4954-B890-5DFEAD3D26B5}" destId="{9FEEA444-D5AB-4057-887B-C6423FB1BE3C}" srcOrd="2" destOrd="0" presId="urn:microsoft.com/office/officeart/2018/2/layout/IconCircleList"/>
    <dgm:cxn modelId="{C6F57CE0-7601-4C09-B0E3-0907722D8E22}" type="presParOf" srcId="{EA470B8F-1B54-4954-B890-5DFEAD3D26B5}" destId="{733CA11F-C189-4687-AA56-F7B27A30A5B5}" srcOrd="3" destOrd="0" presId="urn:microsoft.com/office/officeart/2018/2/layout/IconCircleList"/>
    <dgm:cxn modelId="{BF3A0488-3CFA-4FF9-AB1A-5625CE8152D7}" type="presParOf" srcId="{6B4AD118-C7BE-4B11-9513-BDF0A1BC6FA1}" destId="{AA5B1137-7098-4D6E-A33B-1EEB53D2EF93}" srcOrd="5" destOrd="0" presId="urn:microsoft.com/office/officeart/2018/2/layout/IconCircleList"/>
    <dgm:cxn modelId="{DF4435BC-EFF0-4559-ACA0-E42ADEE74D8A}" type="presParOf" srcId="{6B4AD118-C7BE-4B11-9513-BDF0A1BC6FA1}" destId="{F3D93816-E56C-461C-B8FC-169B78E10006}" srcOrd="6" destOrd="0" presId="urn:microsoft.com/office/officeart/2018/2/layout/IconCircleList"/>
    <dgm:cxn modelId="{5F74F021-B442-4522-A21E-840382E54022}" type="presParOf" srcId="{F3D93816-E56C-461C-B8FC-169B78E10006}" destId="{AA922C20-2D8B-4CF6-877E-D52FD3544A26}" srcOrd="0" destOrd="0" presId="urn:microsoft.com/office/officeart/2018/2/layout/IconCircleList"/>
    <dgm:cxn modelId="{9838FA72-7654-492A-86D1-054131985A8D}" type="presParOf" srcId="{F3D93816-E56C-461C-B8FC-169B78E10006}" destId="{032DA6BB-2471-44CD-9A5A-803B545F6D61}" srcOrd="1" destOrd="0" presId="urn:microsoft.com/office/officeart/2018/2/layout/IconCircleList"/>
    <dgm:cxn modelId="{689EC293-4942-4583-87D5-4227D1B8B32B}" type="presParOf" srcId="{F3D93816-E56C-461C-B8FC-169B78E10006}" destId="{C1EAAEA8-98F3-4CDA-A157-C1B2116D085C}" srcOrd="2" destOrd="0" presId="urn:microsoft.com/office/officeart/2018/2/layout/IconCircleList"/>
    <dgm:cxn modelId="{D1016FFF-177B-4397-B629-05BC36C6238A}" type="presParOf" srcId="{F3D93816-E56C-461C-B8FC-169B78E10006}" destId="{159CCDEB-1F91-42E3-B11B-2166DB4D795C}" srcOrd="3" destOrd="0" presId="urn:microsoft.com/office/officeart/2018/2/layout/IconCircleList"/>
    <dgm:cxn modelId="{AEED4EA2-4374-4E3C-B677-1D49C0ADC662}" type="presParOf" srcId="{6B4AD118-C7BE-4B11-9513-BDF0A1BC6FA1}" destId="{B9E44CBD-92C4-4F9A-A2D0-EC4FC01AF5E8}" srcOrd="7" destOrd="0" presId="urn:microsoft.com/office/officeart/2018/2/layout/IconCircleList"/>
    <dgm:cxn modelId="{3F58E802-58DF-4E81-A32D-4023253770DA}" type="presParOf" srcId="{6B4AD118-C7BE-4B11-9513-BDF0A1BC6FA1}" destId="{D54AD61A-80F0-4F7F-9C8B-19F16CA084AE}" srcOrd="8" destOrd="0" presId="urn:microsoft.com/office/officeart/2018/2/layout/IconCircleList"/>
    <dgm:cxn modelId="{977A00E5-1723-4021-BDE5-2D2E1EE9C534}" type="presParOf" srcId="{D54AD61A-80F0-4F7F-9C8B-19F16CA084AE}" destId="{82665162-C023-4193-A379-9362A526E84A}" srcOrd="0" destOrd="0" presId="urn:microsoft.com/office/officeart/2018/2/layout/IconCircleList"/>
    <dgm:cxn modelId="{C6C013BB-605A-4223-940E-10A45B6A76F4}" type="presParOf" srcId="{D54AD61A-80F0-4F7F-9C8B-19F16CA084AE}" destId="{B52948FA-C860-4A75-B27E-49F3A449D610}" srcOrd="1" destOrd="0" presId="urn:microsoft.com/office/officeart/2018/2/layout/IconCircleList"/>
    <dgm:cxn modelId="{9962F312-4E02-4266-A9E1-B28703C58DDA}" type="presParOf" srcId="{D54AD61A-80F0-4F7F-9C8B-19F16CA084AE}" destId="{605295FB-3D7F-4535-A3EF-8DFD673FC79E}" srcOrd="2" destOrd="0" presId="urn:microsoft.com/office/officeart/2018/2/layout/IconCircleList"/>
    <dgm:cxn modelId="{BB1B4487-B8D9-42CF-82C8-B0282D9C6D00}" type="presParOf" srcId="{D54AD61A-80F0-4F7F-9C8B-19F16CA084AE}" destId="{2A44194A-AED9-4DB0-AF66-705613DED05A}" srcOrd="3" destOrd="0" presId="urn:microsoft.com/office/officeart/2018/2/layout/IconCircleList"/>
    <dgm:cxn modelId="{3FEF2390-715A-4DAB-B5C2-0399332772F3}" type="presParOf" srcId="{6B4AD118-C7BE-4B11-9513-BDF0A1BC6FA1}" destId="{BA417E11-7A39-49FE-AADF-1224EF0C6A4A}" srcOrd="9" destOrd="0" presId="urn:microsoft.com/office/officeart/2018/2/layout/IconCircleList"/>
    <dgm:cxn modelId="{38C2F7E4-CEEF-4924-A10C-DEAD17CD7B52}" type="presParOf" srcId="{6B4AD118-C7BE-4B11-9513-BDF0A1BC6FA1}" destId="{4DD93F54-763A-4ADD-8443-59AEB49E7D6A}" srcOrd="10" destOrd="0" presId="urn:microsoft.com/office/officeart/2018/2/layout/IconCircleList"/>
    <dgm:cxn modelId="{937B015F-FCDE-494D-9283-41DD19728E7E}" type="presParOf" srcId="{4DD93F54-763A-4ADD-8443-59AEB49E7D6A}" destId="{F9E90BAF-952A-424B-A772-F3AAA01FBF6C}" srcOrd="0" destOrd="0" presId="urn:microsoft.com/office/officeart/2018/2/layout/IconCircleList"/>
    <dgm:cxn modelId="{B280FA3C-9A6C-462D-9F4E-962A107A9DD1}" type="presParOf" srcId="{4DD93F54-763A-4ADD-8443-59AEB49E7D6A}" destId="{A7F844DE-31A7-4F1B-A9BD-5424C706AED3}" srcOrd="1" destOrd="0" presId="urn:microsoft.com/office/officeart/2018/2/layout/IconCircleList"/>
    <dgm:cxn modelId="{02830A9B-E67C-48C1-ABE0-361C9AD11938}" type="presParOf" srcId="{4DD93F54-763A-4ADD-8443-59AEB49E7D6A}" destId="{0688A8DB-23A0-4CAB-BBC3-A635003DFF18}" srcOrd="2" destOrd="0" presId="urn:microsoft.com/office/officeart/2018/2/layout/IconCircleList"/>
    <dgm:cxn modelId="{F5A7D8DB-4193-479F-9B20-510A03F9C80D}" type="presParOf" srcId="{4DD93F54-763A-4ADD-8443-59AEB49E7D6A}" destId="{3802F876-6C49-4531-A981-73876546D36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EFA4767-6D7D-4FBD-834D-029F17E161A8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AB7329B-36DB-4276-A607-DD523F5B37FF}">
      <dgm:prSet/>
      <dgm:spPr/>
      <dgm:t>
        <a:bodyPr/>
        <a:lstStyle/>
        <a:p>
          <a:r>
            <a:rPr lang="en-US"/>
            <a:t>Steps:</a:t>
          </a:r>
        </a:p>
      </dgm:t>
    </dgm:pt>
    <dgm:pt modelId="{E5D07D39-ED07-4A5A-844E-07AA2C801975}" type="parTrans" cxnId="{2AA09248-2AED-4CCB-9071-A8CF0CF6E900}">
      <dgm:prSet/>
      <dgm:spPr/>
      <dgm:t>
        <a:bodyPr/>
        <a:lstStyle/>
        <a:p>
          <a:endParaRPr lang="en-US"/>
        </a:p>
      </dgm:t>
    </dgm:pt>
    <dgm:pt modelId="{C0C7A5D1-0D59-4A83-A1D9-851D43487BF3}" type="sibTrans" cxnId="{2AA09248-2AED-4CCB-9071-A8CF0CF6E900}">
      <dgm:prSet/>
      <dgm:spPr/>
      <dgm:t>
        <a:bodyPr/>
        <a:lstStyle/>
        <a:p>
          <a:endParaRPr lang="en-US"/>
        </a:p>
      </dgm:t>
    </dgm:pt>
    <dgm:pt modelId="{A2A3A513-7C96-4546-81F8-D2154F949DB4}">
      <dgm:prSet/>
      <dgm:spPr/>
      <dgm:t>
        <a:bodyPr/>
        <a:lstStyle/>
        <a:p>
          <a:r>
            <a:rPr lang="en-US"/>
            <a:t>1. Data Collection</a:t>
          </a:r>
        </a:p>
      </dgm:t>
    </dgm:pt>
    <dgm:pt modelId="{DABB8689-C3B8-47AD-AFF8-E926059B173A}" type="parTrans" cxnId="{CF5B50BF-23C9-419D-B139-7EB349D9FEB7}">
      <dgm:prSet/>
      <dgm:spPr/>
      <dgm:t>
        <a:bodyPr/>
        <a:lstStyle/>
        <a:p>
          <a:endParaRPr lang="en-US"/>
        </a:p>
      </dgm:t>
    </dgm:pt>
    <dgm:pt modelId="{388812D0-07A7-485F-9DDC-0D8FCD3232AC}" type="sibTrans" cxnId="{CF5B50BF-23C9-419D-B139-7EB349D9FEB7}">
      <dgm:prSet/>
      <dgm:spPr/>
      <dgm:t>
        <a:bodyPr/>
        <a:lstStyle/>
        <a:p>
          <a:endParaRPr lang="en-US"/>
        </a:p>
      </dgm:t>
    </dgm:pt>
    <dgm:pt modelId="{C470741F-22FC-43DC-9254-6F9A9F56E53D}">
      <dgm:prSet/>
      <dgm:spPr/>
      <dgm:t>
        <a:bodyPr/>
        <a:lstStyle/>
        <a:p>
          <a:r>
            <a:rPr lang="en-US"/>
            <a:t>2. Algorithms</a:t>
          </a:r>
        </a:p>
      </dgm:t>
    </dgm:pt>
    <dgm:pt modelId="{B26912BD-0508-415D-AB42-09944B609A03}" type="parTrans" cxnId="{91EC9D68-41D2-4AAA-95F3-84F7BC0A14E7}">
      <dgm:prSet/>
      <dgm:spPr/>
      <dgm:t>
        <a:bodyPr/>
        <a:lstStyle/>
        <a:p>
          <a:endParaRPr lang="en-US"/>
        </a:p>
      </dgm:t>
    </dgm:pt>
    <dgm:pt modelId="{CDC0AEBE-F62A-4B1F-A03B-C92E2D53EB29}" type="sibTrans" cxnId="{91EC9D68-41D2-4AAA-95F3-84F7BC0A14E7}">
      <dgm:prSet/>
      <dgm:spPr/>
      <dgm:t>
        <a:bodyPr/>
        <a:lstStyle/>
        <a:p>
          <a:endParaRPr lang="en-US"/>
        </a:p>
      </dgm:t>
    </dgm:pt>
    <dgm:pt modelId="{63807D66-50E3-40C3-9A03-778C39C7834E}">
      <dgm:prSet/>
      <dgm:spPr/>
      <dgm:t>
        <a:bodyPr/>
        <a:lstStyle/>
        <a:p>
          <a:r>
            <a:rPr lang="en-US"/>
            <a:t>3. Training (Machine Learning)</a:t>
          </a:r>
        </a:p>
      </dgm:t>
    </dgm:pt>
    <dgm:pt modelId="{066A5CD5-18A6-4659-87E7-381453BFFEAB}" type="parTrans" cxnId="{FF9FE7E7-6B34-499D-96BA-BA6AE124E7D1}">
      <dgm:prSet/>
      <dgm:spPr/>
      <dgm:t>
        <a:bodyPr/>
        <a:lstStyle/>
        <a:p>
          <a:endParaRPr lang="en-US"/>
        </a:p>
      </dgm:t>
    </dgm:pt>
    <dgm:pt modelId="{DCE96F75-48BF-485F-8ED8-4A0A3D906202}" type="sibTrans" cxnId="{FF9FE7E7-6B34-499D-96BA-BA6AE124E7D1}">
      <dgm:prSet/>
      <dgm:spPr/>
      <dgm:t>
        <a:bodyPr/>
        <a:lstStyle/>
        <a:p>
          <a:endParaRPr lang="en-US"/>
        </a:p>
      </dgm:t>
    </dgm:pt>
    <dgm:pt modelId="{637DF170-8288-4E61-8368-023ACE47BCEE}">
      <dgm:prSet/>
      <dgm:spPr/>
      <dgm:t>
        <a:bodyPr/>
        <a:lstStyle/>
        <a:p>
          <a:r>
            <a:rPr lang="en-US"/>
            <a:t>4. Inference (Applying knowledge)</a:t>
          </a:r>
        </a:p>
      </dgm:t>
    </dgm:pt>
    <dgm:pt modelId="{6FC27EB4-E511-4A3F-9041-C287729FD576}" type="parTrans" cxnId="{248FCC99-F5E9-4F5E-A30A-B33F4F9FF2FE}">
      <dgm:prSet/>
      <dgm:spPr/>
      <dgm:t>
        <a:bodyPr/>
        <a:lstStyle/>
        <a:p>
          <a:endParaRPr lang="en-US"/>
        </a:p>
      </dgm:t>
    </dgm:pt>
    <dgm:pt modelId="{60897C6E-9A3C-4AE7-BF84-30318E681728}" type="sibTrans" cxnId="{248FCC99-F5E9-4F5E-A30A-B33F4F9FF2FE}">
      <dgm:prSet/>
      <dgm:spPr/>
      <dgm:t>
        <a:bodyPr/>
        <a:lstStyle/>
        <a:p>
          <a:endParaRPr lang="en-US"/>
        </a:p>
      </dgm:t>
    </dgm:pt>
    <dgm:pt modelId="{08121CEE-9B9D-40E5-BD8A-81B2D22E8050}" type="pres">
      <dgm:prSet presAssocID="{8EFA4767-6D7D-4FBD-834D-029F17E161A8}" presName="diagram" presStyleCnt="0">
        <dgm:presLayoutVars>
          <dgm:dir/>
          <dgm:resizeHandles val="exact"/>
        </dgm:presLayoutVars>
      </dgm:prSet>
      <dgm:spPr/>
    </dgm:pt>
    <dgm:pt modelId="{DCD63C02-045E-4D1F-B38D-5C0BA417F969}" type="pres">
      <dgm:prSet presAssocID="{FAB7329B-36DB-4276-A607-DD523F5B37FF}" presName="node" presStyleLbl="node1" presStyleIdx="0" presStyleCnt="5">
        <dgm:presLayoutVars>
          <dgm:bulletEnabled val="1"/>
        </dgm:presLayoutVars>
      </dgm:prSet>
      <dgm:spPr/>
    </dgm:pt>
    <dgm:pt modelId="{3198620A-552A-47C5-BB89-FEE850A7F0BC}" type="pres">
      <dgm:prSet presAssocID="{C0C7A5D1-0D59-4A83-A1D9-851D43487BF3}" presName="sibTrans" presStyleCnt="0"/>
      <dgm:spPr/>
    </dgm:pt>
    <dgm:pt modelId="{21F57792-3E54-4EC3-9A5D-2539129289C1}" type="pres">
      <dgm:prSet presAssocID="{A2A3A513-7C96-4546-81F8-D2154F949DB4}" presName="node" presStyleLbl="node1" presStyleIdx="1" presStyleCnt="5">
        <dgm:presLayoutVars>
          <dgm:bulletEnabled val="1"/>
        </dgm:presLayoutVars>
      </dgm:prSet>
      <dgm:spPr/>
    </dgm:pt>
    <dgm:pt modelId="{9FDAE5A7-1187-4AF8-A337-A57A786895D9}" type="pres">
      <dgm:prSet presAssocID="{388812D0-07A7-485F-9DDC-0D8FCD3232AC}" presName="sibTrans" presStyleCnt="0"/>
      <dgm:spPr/>
    </dgm:pt>
    <dgm:pt modelId="{0807B918-3A2E-4095-B274-E7674011A91F}" type="pres">
      <dgm:prSet presAssocID="{C470741F-22FC-43DC-9254-6F9A9F56E53D}" presName="node" presStyleLbl="node1" presStyleIdx="2" presStyleCnt="5">
        <dgm:presLayoutVars>
          <dgm:bulletEnabled val="1"/>
        </dgm:presLayoutVars>
      </dgm:prSet>
      <dgm:spPr/>
    </dgm:pt>
    <dgm:pt modelId="{9300A917-85BE-45B3-88DE-A0FE945B66EE}" type="pres">
      <dgm:prSet presAssocID="{CDC0AEBE-F62A-4B1F-A03B-C92E2D53EB29}" presName="sibTrans" presStyleCnt="0"/>
      <dgm:spPr/>
    </dgm:pt>
    <dgm:pt modelId="{8EB3BF6C-8114-4930-BD79-27C21FCD1717}" type="pres">
      <dgm:prSet presAssocID="{63807D66-50E3-40C3-9A03-778C39C7834E}" presName="node" presStyleLbl="node1" presStyleIdx="3" presStyleCnt="5">
        <dgm:presLayoutVars>
          <dgm:bulletEnabled val="1"/>
        </dgm:presLayoutVars>
      </dgm:prSet>
      <dgm:spPr/>
    </dgm:pt>
    <dgm:pt modelId="{B4EAF708-D910-4ADA-BC95-F41708C30462}" type="pres">
      <dgm:prSet presAssocID="{DCE96F75-48BF-485F-8ED8-4A0A3D906202}" presName="sibTrans" presStyleCnt="0"/>
      <dgm:spPr/>
    </dgm:pt>
    <dgm:pt modelId="{DE9AD198-E7C4-4337-A480-DEF2EA7AF0D6}" type="pres">
      <dgm:prSet presAssocID="{637DF170-8288-4E61-8368-023ACE47BCEE}" presName="node" presStyleLbl="node1" presStyleIdx="4" presStyleCnt="5">
        <dgm:presLayoutVars>
          <dgm:bulletEnabled val="1"/>
        </dgm:presLayoutVars>
      </dgm:prSet>
      <dgm:spPr/>
    </dgm:pt>
  </dgm:ptLst>
  <dgm:cxnLst>
    <dgm:cxn modelId="{587E6A2A-43B0-4AAD-BEC1-6C8B9A3966FC}" type="presOf" srcId="{C470741F-22FC-43DC-9254-6F9A9F56E53D}" destId="{0807B918-3A2E-4095-B274-E7674011A91F}" srcOrd="0" destOrd="0" presId="urn:microsoft.com/office/officeart/2005/8/layout/default"/>
    <dgm:cxn modelId="{2AA09248-2AED-4CCB-9071-A8CF0CF6E900}" srcId="{8EFA4767-6D7D-4FBD-834D-029F17E161A8}" destId="{FAB7329B-36DB-4276-A607-DD523F5B37FF}" srcOrd="0" destOrd="0" parTransId="{E5D07D39-ED07-4A5A-844E-07AA2C801975}" sibTransId="{C0C7A5D1-0D59-4A83-A1D9-851D43487BF3}"/>
    <dgm:cxn modelId="{91EC9D68-41D2-4AAA-95F3-84F7BC0A14E7}" srcId="{8EFA4767-6D7D-4FBD-834D-029F17E161A8}" destId="{C470741F-22FC-43DC-9254-6F9A9F56E53D}" srcOrd="2" destOrd="0" parTransId="{B26912BD-0508-415D-AB42-09944B609A03}" sibTransId="{CDC0AEBE-F62A-4B1F-A03B-C92E2D53EB29}"/>
    <dgm:cxn modelId="{E2D6BB84-5F7B-4618-A603-1D90BE0BED9C}" type="presOf" srcId="{63807D66-50E3-40C3-9A03-778C39C7834E}" destId="{8EB3BF6C-8114-4930-BD79-27C21FCD1717}" srcOrd="0" destOrd="0" presId="urn:microsoft.com/office/officeart/2005/8/layout/default"/>
    <dgm:cxn modelId="{248FCC99-F5E9-4F5E-A30A-B33F4F9FF2FE}" srcId="{8EFA4767-6D7D-4FBD-834D-029F17E161A8}" destId="{637DF170-8288-4E61-8368-023ACE47BCEE}" srcOrd="4" destOrd="0" parTransId="{6FC27EB4-E511-4A3F-9041-C287729FD576}" sibTransId="{60897C6E-9A3C-4AE7-BF84-30318E681728}"/>
    <dgm:cxn modelId="{CF5B50BF-23C9-419D-B139-7EB349D9FEB7}" srcId="{8EFA4767-6D7D-4FBD-834D-029F17E161A8}" destId="{A2A3A513-7C96-4546-81F8-D2154F949DB4}" srcOrd="1" destOrd="0" parTransId="{DABB8689-C3B8-47AD-AFF8-E926059B173A}" sibTransId="{388812D0-07A7-485F-9DDC-0D8FCD3232AC}"/>
    <dgm:cxn modelId="{1D2E95CB-C0EF-4FA4-B351-BD9EB62ADE1B}" type="presOf" srcId="{637DF170-8288-4E61-8368-023ACE47BCEE}" destId="{DE9AD198-E7C4-4337-A480-DEF2EA7AF0D6}" srcOrd="0" destOrd="0" presId="urn:microsoft.com/office/officeart/2005/8/layout/default"/>
    <dgm:cxn modelId="{B89886D6-2C7E-4D0C-93E6-B0FCC4C3C626}" type="presOf" srcId="{FAB7329B-36DB-4276-A607-DD523F5B37FF}" destId="{DCD63C02-045E-4D1F-B38D-5C0BA417F969}" srcOrd="0" destOrd="0" presId="urn:microsoft.com/office/officeart/2005/8/layout/default"/>
    <dgm:cxn modelId="{FF9FE7E7-6B34-499D-96BA-BA6AE124E7D1}" srcId="{8EFA4767-6D7D-4FBD-834D-029F17E161A8}" destId="{63807D66-50E3-40C3-9A03-778C39C7834E}" srcOrd="3" destOrd="0" parTransId="{066A5CD5-18A6-4659-87E7-381453BFFEAB}" sibTransId="{DCE96F75-48BF-485F-8ED8-4A0A3D906202}"/>
    <dgm:cxn modelId="{934A81F3-C668-4FC0-82BE-DFF236659D0C}" type="presOf" srcId="{8EFA4767-6D7D-4FBD-834D-029F17E161A8}" destId="{08121CEE-9B9D-40E5-BD8A-81B2D22E8050}" srcOrd="0" destOrd="0" presId="urn:microsoft.com/office/officeart/2005/8/layout/default"/>
    <dgm:cxn modelId="{7973BEF6-8B9A-4C29-86C6-255DCE50DA4A}" type="presOf" srcId="{A2A3A513-7C96-4546-81F8-D2154F949DB4}" destId="{21F57792-3E54-4EC3-9A5D-2539129289C1}" srcOrd="0" destOrd="0" presId="urn:microsoft.com/office/officeart/2005/8/layout/default"/>
    <dgm:cxn modelId="{3C27C2F9-783A-4FD7-8212-0A29DC802FF9}" type="presParOf" srcId="{08121CEE-9B9D-40E5-BD8A-81B2D22E8050}" destId="{DCD63C02-045E-4D1F-B38D-5C0BA417F969}" srcOrd="0" destOrd="0" presId="urn:microsoft.com/office/officeart/2005/8/layout/default"/>
    <dgm:cxn modelId="{D3D64418-A463-4722-82BE-E8DF7A8EAB67}" type="presParOf" srcId="{08121CEE-9B9D-40E5-BD8A-81B2D22E8050}" destId="{3198620A-552A-47C5-BB89-FEE850A7F0BC}" srcOrd="1" destOrd="0" presId="urn:microsoft.com/office/officeart/2005/8/layout/default"/>
    <dgm:cxn modelId="{5C37EA1F-EBA9-4726-9C40-B91AB836DA18}" type="presParOf" srcId="{08121CEE-9B9D-40E5-BD8A-81B2D22E8050}" destId="{21F57792-3E54-4EC3-9A5D-2539129289C1}" srcOrd="2" destOrd="0" presId="urn:microsoft.com/office/officeart/2005/8/layout/default"/>
    <dgm:cxn modelId="{7684BACB-C64F-47A1-923D-BFEF5AF194E4}" type="presParOf" srcId="{08121CEE-9B9D-40E5-BD8A-81B2D22E8050}" destId="{9FDAE5A7-1187-4AF8-A337-A57A786895D9}" srcOrd="3" destOrd="0" presId="urn:microsoft.com/office/officeart/2005/8/layout/default"/>
    <dgm:cxn modelId="{323C48C3-4117-4DDF-B296-C3BC62E339F1}" type="presParOf" srcId="{08121CEE-9B9D-40E5-BD8A-81B2D22E8050}" destId="{0807B918-3A2E-4095-B274-E7674011A91F}" srcOrd="4" destOrd="0" presId="urn:microsoft.com/office/officeart/2005/8/layout/default"/>
    <dgm:cxn modelId="{F1D59CF5-A49A-41AA-8608-FF401AFA679C}" type="presParOf" srcId="{08121CEE-9B9D-40E5-BD8A-81B2D22E8050}" destId="{9300A917-85BE-45B3-88DE-A0FE945B66EE}" srcOrd="5" destOrd="0" presId="urn:microsoft.com/office/officeart/2005/8/layout/default"/>
    <dgm:cxn modelId="{F484A6B3-1B6B-4D67-91E2-325946C25BFD}" type="presParOf" srcId="{08121CEE-9B9D-40E5-BD8A-81B2D22E8050}" destId="{8EB3BF6C-8114-4930-BD79-27C21FCD1717}" srcOrd="6" destOrd="0" presId="urn:microsoft.com/office/officeart/2005/8/layout/default"/>
    <dgm:cxn modelId="{6314EB1A-B761-40D9-84D0-8943C54D14A4}" type="presParOf" srcId="{08121CEE-9B9D-40E5-BD8A-81B2D22E8050}" destId="{B4EAF708-D910-4ADA-BC95-F41708C30462}" srcOrd="7" destOrd="0" presId="urn:microsoft.com/office/officeart/2005/8/layout/default"/>
    <dgm:cxn modelId="{CA0AE71B-2BFD-472E-9990-8B0FDB61FA6F}" type="presParOf" srcId="{08121CEE-9B9D-40E5-BD8A-81B2D22E8050}" destId="{DE9AD198-E7C4-4337-A480-DEF2EA7AF0D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3123CE1-2E09-49DE-9F35-A3DD9CB3783F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E3D8E17-BEB1-4C2E-A288-4F5B4A66348D}">
      <dgm:prSet/>
      <dgm:spPr/>
      <dgm:t>
        <a:bodyPr/>
        <a:lstStyle/>
        <a:p>
          <a:r>
            <a:rPr lang="en-US"/>
            <a:t>Recap:</a:t>
          </a:r>
        </a:p>
      </dgm:t>
    </dgm:pt>
    <dgm:pt modelId="{5E25D2D6-0ED8-41F4-A374-044E884E301A}" type="parTrans" cxnId="{319ADE13-D0DE-4E3D-B8B7-231DF316CAB2}">
      <dgm:prSet/>
      <dgm:spPr/>
      <dgm:t>
        <a:bodyPr/>
        <a:lstStyle/>
        <a:p>
          <a:endParaRPr lang="en-US"/>
        </a:p>
      </dgm:t>
    </dgm:pt>
    <dgm:pt modelId="{487A9B33-0B0C-48A4-992F-43550B279BAB}" type="sibTrans" cxnId="{319ADE13-D0DE-4E3D-B8B7-231DF316CAB2}">
      <dgm:prSet/>
      <dgm:spPr/>
      <dgm:t>
        <a:bodyPr/>
        <a:lstStyle/>
        <a:p>
          <a:endParaRPr lang="en-US"/>
        </a:p>
      </dgm:t>
    </dgm:pt>
    <dgm:pt modelId="{203D35FB-54AA-44EE-BFA0-D0DFA7ED2DCF}">
      <dgm:prSet/>
      <dgm:spPr/>
      <dgm:t>
        <a:bodyPr/>
        <a:lstStyle/>
        <a:p>
          <a:r>
            <a:rPr lang="en-US"/>
            <a:t>AI mimics human intelligence</a:t>
          </a:r>
        </a:p>
      </dgm:t>
    </dgm:pt>
    <dgm:pt modelId="{651DC3A5-3A71-442C-AC33-5DB84FFA6A7A}" type="parTrans" cxnId="{097FDE30-97A3-44C6-8E25-32F765E1F4A5}">
      <dgm:prSet/>
      <dgm:spPr/>
      <dgm:t>
        <a:bodyPr/>
        <a:lstStyle/>
        <a:p>
          <a:endParaRPr lang="en-US"/>
        </a:p>
      </dgm:t>
    </dgm:pt>
    <dgm:pt modelId="{8C14BC98-70F4-46BE-99B3-4D1A00A6C143}" type="sibTrans" cxnId="{097FDE30-97A3-44C6-8E25-32F765E1F4A5}">
      <dgm:prSet/>
      <dgm:spPr/>
      <dgm:t>
        <a:bodyPr/>
        <a:lstStyle/>
        <a:p>
          <a:endParaRPr lang="en-US"/>
        </a:p>
      </dgm:t>
    </dgm:pt>
    <dgm:pt modelId="{8B6081A4-D57F-4278-8ECA-B0B4D47F7352}">
      <dgm:prSet/>
      <dgm:spPr/>
      <dgm:t>
        <a:bodyPr/>
        <a:lstStyle/>
        <a:p>
          <a:r>
            <a:rPr lang="en-US"/>
            <a:t>Types: Narrow, General, Super</a:t>
          </a:r>
        </a:p>
      </dgm:t>
    </dgm:pt>
    <dgm:pt modelId="{1A09A9D6-414A-4A16-90BB-C8972A465216}" type="parTrans" cxnId="{AF631962-9211-4C75-B5EB-3769FB2789BC}">
      <dgm:prSet/>
      <dgm:spPr/>
      <dgm:t>
        <a:bodyPr/>
        <a:lstStyle/>
        <a:p>
          <a:endParaRPr lang="en-US"/>
        </a:p>
      </dgm:t>
    </dgm:pt>
    <dgm:pt modelId="{047375B2-413E-4FB0-B7FD-532C9A15C155}" type="sibTrans" cxnId="{AF631962-9211-4C75-B5EB-3769FB2789BC}">
      <dgm:prSet/>
      <dgm:spPr/>
      <dgm:t>
        <a:bodyPr/>
        <a:lstStyle/>
        <a:p>
          <a:endParaRPr lang="en-US"/>
        </a:p>
      </dgm:t>
    </dgm:pt>
    <dgm:pt modelId="{E52A66E3-19ED-4443-ABD5-1C9212EA0B1A}">
      <dgm:prSet/>
      <dgm:spPr/>
      <dgm:t>
        <a:bodyPr/>
        <a:lstStyle/>
        <a:p>
          <a:r>
            <a:rPr lang="en-US"/>
            <a:t>Real-world impact is everywhere</a:t>
          </a:r>
        </a:p>
      </dgm:t>
    </dgm:pt>
    <dgm:pt modelId="{69A96AEC-7227-401C-90FE-6736B2F69FFD}" type="parTrans" cxnId="{CD7649BC-2C32-43D1-B0D8-786AED7C360B}">
      <dgm:prSet/>
      <dgm:spPr/>
      <dgm:t>
        <a:bodyPr/>
        <a:lstStyle/>
        <a:p>
          <a:endParaRPr lang="en-US"/>
        </a:p>
      </dgm:t>
    </dgm:pt>
    <dgm:pt modelId="{53E0D56D-E57A-4001-841F-D654D47570E7}" type="sibTrans" cxnId="{CD7649BC-2C32-43D1-B0D8-786AED7C360B}">
      <dgm:prSet/>
      <dgm:spPr/>
      <dgm:t>
        <a:bodyPr/>
        <a:lstStyle/>
        <a:p>
          <a:endParaRPr lang="en-US"/>
        </a:p>
      </dgm:t>
    </dgm:pt>
    <dgm:pt modelId="{E2013AA9-7FEE-4667-A721-3C436857DF24}">
      <dgm:prSet/>
      <dgm:spPr/>
      <dgm:t>
        <a:bodyPr/>
        <a:lstStyle/>
        <a:p>
          <a:r>
            <a:rPr lang="en-US"/>
            <a:t>Works via data + algorithms + training</a:t>
          </a:r>
        </a:p>
      </dgm:t>
    </dgm:pt>
    <dgm:pt modelId="{84F17850-81CA-4284-A41F-86B9A80D3AF1}" type="parTrans" cxnId="{C8A17269-9C15-4388-B45F-BF2030A46B5B}">
      <dgm:prSet/>
      <dgm:spPr/>
      <dgm:t>
        <a:bodyPr/>
        <a:lstStyle/>
        <a:p>
          <a:endParaRPr lang="en-US"/>
        </a:p>
      </dgm:t>
    </dgm:pt>
    <dgm:pt modelId="{D748E313-37C7-418F-BD33-BC094F2335DD}" type="sibTrans" cxnId="{C8A17269-9C15-4388-B45F-BF2030A46B5B}">
      <dgm:prSet/>
      <dgm:spPr/>
      <dgm:t>
        <a:bodyPr/>
        <a:lstStyle/>
        <a:p>
          <a:endParaRPr lang="en-US"/>
        </a:p>
      </dgm:t>
    </dgm:pt>
    <dgm:pt modelId="{56F0CACF-4BD0-4845-B822-B16CC3CDBAAB}">
      <dgm:prSet/>
      <dgm:spPr/>
      <dgm:t>
        <a:bodyPr/>
        <a:lstStyle/>
        <a:p>
          <a:r>
            <a:rPr lang="en-US"/>
            <a:t>Humans lead in creativity &amp; empathy</a:t>
          </a:r>
        </a:p>
      </dgm:t>
    </dgm:pt>
    <dgm:pt modelId="{282A4350-5B43-41B4-8B88-959230016713}" type="parTrans" cxnId="{65FEC097-5B6C-4D13-B4A3-24DC3C03DCA7}">
      <dgm:prSet/>
      <dgm:spPr/>
      <dgm:t>
        <a:bodyPr/>
        <a:lstStyle/>
        <a:p>
          <a:endParaRPr lang="en-US"/>
        </a:p>
      </dgm:t>
    </dgm:pt>
    <dgm:pt modelId="{23954AF7-8054-4E5F-BD7F-F04662FF3D51}" type="sibTrans" cxnId="{65FEC097-5B6C-4D13-B4A3-24DC3C03DCA7}">
      <dgm:prSet/>
      <dgm:spPr/>
      <dgm:t>
        <a:bodyPr/>
        <a:lstStyle/>
        <a:p>
          <a:endParaRPr lang="en-US"/>
        </a:p>
      </dgm:t>
    </dgm:pt>
    <dgm:pt modelId="{DEE2A7C1-5CA8-480D-BACE-8AAD431C1D74}" type="pres">
      <dgm:prSet presAssocID="{E3123CE1-2E09-49DE-9F35-A3DD9CB3783F}" presName="diagram" presStyleCnt="0">
        <dgm:presLayoutVars>
          <dgm:dir/>
          <dgm:resizeHandles val="exact"/>
        </dgm:presLayoutVars>
      </dgm:prSet>
      <dgm:spPr/>
    </dgm:pt>
    <dgm:pt modelId="{63990A9E-B9DE-4AE1-88FC-C00E11938DC4}" type="pres">
      <dgm:prSet presAssocID="{3E3D8E17-BEB1-4C2E-A288-4F5B4A66348D}" presName="node" presStyleLbl="node1" presStyleIdx="0" presStyleCnt="1">
        <dgm:presLayoutVars>
          <dgm:bulletEnabled val="1"/>
        </dgm:presLayoutVars>
      </dgm:prSet>
      <dgm:spPr/>
    </dgm:pt>
  </dgm:ptLst>
  <dgm:cxnLst>
    <dgm:cxn modelId="{319ADE13-D0DE-4E3D-B8B7-231DF316CAB2}" srcId="{E3123CE1-2E09-49DE-9F35-A3DD9CB3783F}" destId="{3E3D8E17-BEB1-4C2E-A288-4F5B4A66348D}" srcOrd="0" destOrd="0" parTransId="{5E25D2D6-0ED8-41F4-A374-044E884E301A}" sibTransId="{487A9B33-0B0C-48A4-992F-43550B279BAB}"/>
    <dgm:cxn modelId="{0D683D1A-75FB-4A43-94EB-71524BE4917F}" type="presOf" srcId="{E52A66E3-19ED-4443-ABD5-1C9212EA0B1A}" destId="{63990A9E-B9DE-4AE1-88FC-C00E11938DC4}" srcOrd="0" destOrd="3" presId="urn:microsoft.com/office/officeart/2005/8/layout/default"/>
    <dgm:cxn modelId="{097FDE30-97A3-44C6-8E25-32F765E1F4A5}" srcId="{3E3D8E17-BEB1-4C2E-A288-4F5B4A66348D}" destId="{203D35FB-54AA-44EE-BFA0-D0DFA7ED2DCF}" srcOrd="0" destOrd="0" parTransId="{651DC3A5-3A71-442C-AC33-5DB84FFA6A7A}" sibTransId="{8C14BC98-70F4-46BE-99B3-4D1A00A6C143}"/>
    <dgm:cxn modelId="{AF631962-9211-4C75-B5EB-3769FB2789BC}" srcId="{3E3D8E17-BEB1-4C2E-A288-4F5B4A66348D}" destId="{8B6081A4-D57F-4278-8ECA-B0B4D47F7352}" srcOrd="1" destOrd="0" parTransId="{1A09A9D6-414A-4A16-90BB-C8972A465216}" sibTransId="{047375B2-413E-4FB0-B7FD-532C9A15C155}"/>
    <dgm:cxn modelId="{30E72149-84ED-4253-AABB-66A6CA18D3B4}" type="presOf" srcId="{203D35FB-54AA-44EE-BFA0-D0DFA7ED2DCF}" destId="{63990A9E-B9DE-4AE1-88FC-C00E11938DC4}" srcOrd="0" destOrd="1" presId="urn:microsoft.com/office/officeart/2005/8/layout/default"/>
    <dgm:cxn modelId="{C8A17269-9C15-4388-B45F-BF2030A46B5B}" srcId="{3E3D8E17-BEB1-4C2E-A288-4F5B4A66348D}" destId="{E2013AA9-7FEE-4667-A721-3C436857DF24}" srcOrd="3" destOrd="0" parTransId="{84F17850-81CA-4284-A41F-86B9A80D3AF1}" sibTransId="{D748E313-37C7-418F-BD33-BC094F2335DD}"/>
    <dgm:cxn modelId="{F41C6671-58CD-4674-A4EB-72E64BB76EA8}" type="presOf" srcId="{3E3D8E17-BEB1-4C2E-A288-4F5B4A66348D}" destId="{63990A9E-B9DE-4AE1-88FC-C00E11938DC4}" srcOrd="0" destOrd="0" presId="urn:microsoft.com/office/officeart/2005/8/layout/default"/>
    <dgm:cxn modelId="{65FEC097-5B6C-4D13-B4A3-24DC3C03DCA7}" srcId="{3E3D8E17-BEB1-4C2E-A288-4F5B4A66348D}" destId="{56F0CACF-4BD0-4845-B822-B16CC3CDBAAB}" srcOrd="4" destOrd="0" parTransId="{282A4350-5B43-41B4-8B88-959230016713}" sibTransId="{23954AF7-8054-4E5F-BD7F-F04662FF3D51}"/>
    <dgm:cxn modelId="{4BC0F0AB-D4EF-4654-9F52-274A4156CF4A}" type="presOf" srcId="{56F0CACF-4BD0-4845-B822-B16CC3CDBAAB}" destId="{63990A9E-B9DE-4AE1-88FC-C00E11938DC4}" srcOrd="0" destOrd="5" presId="urn:microsoft.com/office/officeart/2005/8/layout/default"/>
    <dgm:cxn modelId="{E2331BBC-90B7-4FD9-B639-3DC443A53D5D}" type="presOf" srcId="{E3123CE1-2E09-49DE-9F35-A3DD9CB3783F}" destId="{DEE2A7C1-5CA8-480D-BACE-8AAD431C1D74}" srcOrd="0" destOrd="0" presId="urn:microsoft.com/office/officeart/2005/8/layout/default"/>
    <dgm:cxn modelId="{CD7649BC-2C32-43D1-B0D8-786AED7C360B}" srcId="{3E3D8E17-BEB1-4C2E-A288-4F5B4A66348D}" destId="{E52A66E3-19ED-4443-ABD5-1C9212EA0B1A}" srcOrd="2" destOrd="0" parTransId="{69A96AEC-7227-401C-90FE-6736B2F69FFD}" sibTransId="{53E0D56D-E57A-4001-841F-D654D47570E7}"/>
    <dgm:cxn modelId="{60650ED3-7A47-4B08-8FD2-0C4536DBB1FB}" type="presOf" srcId="{8B6081A4-D57F-4278-8ECA-B0B4D47F7352}" destId="{63990A9E-B9DE-4AE1-88FC-C00E11938DC4}" srcOrd="0" destOrd="2" presId="urn:microsoft.com/office/officeart/2005/8/layout/default"/>
    <dgm:cxn modelId="{7F89E0F5-76CC-4355-BF61-8C3450022032}" type="presOf" srcId="{E2013AA9-7FEE-4667-A721-3C436857DF24}" destId="{63990A9E-B9DE-4AE1-88FC-C00E11938DC4}" srcOrd="0" destOrd="4" presId="urn:microsoft.com/office/officeart/2005/8/layout/default"/>
    <dgm:cxn modelId="{48698DCC-DB1E-4941-8887-5673BE4707A7}" type="presParOf" srcId="{DEE2A7C1-5CA8-480D-BACE-8AAD431C1D74}" destId="{63990A9E-B9DE-4AE1-88FC-C00E11938DC4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10B6AD-7E2C-4E3A-A905-8A2704FA0157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867BB0-77C8-497B-9AB8-226C2FB219E4}">
      <dsp:nvSpPr>
        <dsp:cNvPr id="0" name=""/>
        <dsp:cNvSpPr/>
      </dsp:nvSpPr>
      <dsp:spPr>
        <a:xfrm>
          <a:off x="0" y="2703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srgbClr val="FF0000"/>
              </a:solidFill>
            </a:rPr>
            <a:t>Today’s Topic:</a:t>
          </a:r>
        </a:p>
      </dsp:txBody>
      <dsp:txXfrm>
        <a:off x="0" y="2703"/>
        <a:ext cx="5175384" cy="921789"/>
      </dsp:txXfrm>
    </dsp:sp>
    <dsp:sp modelId="{049A2B95-83CC-43B0-BA36-D999A4E8A622}">
      <dsp:nvSpPr>
        <dsp:cNvPr id="0" name=""/>
        <dsp:cNvSpPr/>
      </dsp:nvSpPr>
      <dsp:spPr>
        <a:xfrm>
          <a:off x="0" y="924492"/>
          <a:ext cx="5175384" cy="0"/>
        </a:xfrm>
        <a:prstGeom prst="line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accent2">
              <a:hueOff val="936304"/>
              <a:satOff val="-1168"/>
              <a:lumOff val="2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AFD119-42A7-475C-8E99-AEE92250881A}">
      <dsp:nvSpPr>
        <dsp:cNvPr id="0" name=""/>
        <dsp:cNvSpPr/>
      </dsp:nvSpPr>
      <dsp:spPr>
        <a:xfrm>
          <a:off x="0" y="924492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What AI is</a:t>
          </a:r>
        </a:p>
      </dsp:txBody>
      <dsp:txXfrm>
        <a:off x="0" y="924492"/>
        <a:ext cx="5175384" cy="921789"/>
      </dsp:txXfrm>
    </dsp:sp>
    <dsp:sp modelId="{44967C02-B503-4596-9F24-2BB3DBE37D1C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accent2">
              <a:hueOff val="1872608"/>
              <a:satOff val="-2336"/>
              <a:lumOff val="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974436-213A-4A6D-90B5-D05E9417283B}">
      <dsp:nvSpPr>
        <dsp:cNvPr id="0" name=""/>
        <dsp:cNvSpPr/>
      </dsp:nvSpPr>
      <dsp:spPr>
        <a:xfrm>
          <a:off x="0" y="1846281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Types of AI</a:t>
          </a:r>
        </a:p>
      </dsp:txBody>
      <dsp:txXfrm>
        <a:off x="0" y="1846281"/>
        <a:ext cx="5175384" cy="921789"/>
      </dsp:txXfrm>
    </dsp:sp>
    <dsp:sp modelId="{DD50B3E3-EEA0-4EE6-95AB-BF732CDBE9F7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accent2">
              <a:hueOff val="2808911"/>
              <a:satOff val="-3503"/>
              <a:lumOff val="82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20EFC5-F899-4719-AFE5-D2888C50C165}">
      <dsp:nvSpPr>
        <dsp:cNvPr id="0" name=""/>
        <dsp:cNvSpPr/>
      </dsp:nvSpPr>
      <dsp:spPr>
        <a:xfrm>
          <a:off x="0" y="2768070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How it compares to human intelligence</a:t>
          </a:r>
        </a:p>
      </dsp:txBody>
      <dsp:txXfrm>
        <a:off x="0" y="2768070"/>
        <a:ext cx="5175384" cy="921789"/>
      </dsp:txXfrm>
    </dsp:sp>
    <dsp:sp modelId="{56FE316C-F633-486B-82F7-D05B27388B29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accent2">
              <a:hueOff val="3745215"/>
              <a:satOff val="-4671"/>
              <a:lumOff val="1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61895A-EE14-4451-BB31-063B958A1C92}">
      <dsp:nvSpPr>
        <dsp:cNvPr id="0" name=""/>
        <dsp:cNvSpPr/>
      </dsp:nvSpPr>
      <dsp:spPr>
        <a:xfrm>
          <a:off x="0" y="3689859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How it works</a:t>
          </a:r>
        </a:p>
      </dsp:txBody>
      <dsp:txXfrm>
        <a:off x="0" y="3689859"/>
        <a:ext cx="5175384" cy="921789"/>
      </dsp:txXfrm>
    </dsp:sp>
    <dsp:sp modelId="{931F530B-EA1E-4503-BCFD-9F8B90B5258C}">
      <dsp:nvSpPr>
        <dsp:cNvPr id="0" name=""/>
        <dsp:cNvSpPr/>
      </dsp:nvSpPr>
      <dsp:spPr>
        <a:xfrm>
          <a:off x="0" y="4611648"/>
          <a:ext cx="5175384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753C3D-D2C4-4707-9000-9C6B44168946}">
      <dsp:nvSpPr>
        <dsp:cNvPr id="0" name=""/>
        <dsp:cNvSpPr/>
      </dsp:nvSpPr>
      <dsp:spPr>
        <a:xfrm>
          <a:off x="0" y="4611648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Where it’s used</a:t>
          </a:r>
        </a:p>
      </dsp:txBody>
      <dsp:txXfrm>
        <a:off x="0" y="4611648"/>
        <a:ext cx="5175384" cy="9217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B73D8C-5D59-469C-B2AD-9C5ABBBF958F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F8734B-C61E-4A3D-8FAE-5568FB903E56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29863E-D9E8-4063-AF20-78EC6D0117DC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AI = Machines performing tasks that require human intelligence.</a:t>
          </a:r>
        </a:p>
      </dsp:txBody>
      <dsp:txXfrm>
        <a:off x="1493203" y="552"/>
        <a:ext cx="6736396" cy="1292816"/>
      </dsp:txXfrm>
    </dsp:sp>
    <dsp:sp modelId="{72D628DA-3D4C-4824-920B-8D4849E52728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AE9EE9-3F22-48C2-827F-018C28FF7EB2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078AB1-BC74-4ECC-A2DD-FB938DEFE3C0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Examples: Learning, reasoning, problem-solving, understanding language.</a:t>
          </a:r>
        </a:p>
      </dsp:txBody>
      <dsp:txXfrm>
        <a:off x="1493203" y="1616573"/>
        <a:ext cx="6736396" cy="1292816"/>
      </dsp:txXfrm>
    </dsp:sp>
    <dsp:sp modelId="{BA49BE19-56AA-4DA6-8383-0EF953F10424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792925-51D6-432B-A42E-48C849E4AC4F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C3A9D4-AB07-4143-987D-FA0FEC382EE2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It’s not magic — it’s math, data, and algorithms.</a:t>
          </a:r>
        </a:p>
      </dsp:txBody>
      <dsp:txXfrm>
        <a:off x="1493203" y="3232593"/>
        <a:ext cx="6736396" cy="12928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F95E0C-D43E-40DE-B651-191F2AC46EB6}">
      <dsp:nvSpPr>
        <dsp:cNvPr id="0" name=""/>
        <dsp:cNvSpPr/>
      </dsp:nvSpPr>
      <dsp:spPr>
        <a:xfrm>
          <a:off x="0" y="0"/>
          <a:ext cx="6703695" cy="13054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Narrow AI: One task (e.g., Alexa)</a:t>
          </a:r>
        </a:p>
      </dsp:txBody>
      <dsp:txXfrm>
        <a:off x="38234" y="38234"/>
        <a:ext cx="5295064" cy="1228933"/>
      </dsp:txXfrm>
    </dsp:sp>
    <dsp:sp modelId="{33B638E9-D27F-4176-8558-71F486F885F5}">
      <dsp:nvSpPr>
        <dsp:cNvPr id="0" name=""/>
        <dsp:cNvSpPr/>
      </dsp:nvSpPr>
      <dsp:spPr>
        <a:xfrm>
          <a:off x="591502" y="1522968"/>
          <a:ext cx="6703695" cy="130540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General AI: Human-level intelligence </a:t>
          </a:r>
        </a:p>
      </dsp:txBody>
      <dsp:txXfrm>
        <a:off x="629736" y="1561202"/>
        <a:ext cx="5187213" cy="1228933"/>
      </dsp:txXfrm>
    </dsp:sp>
    <dsp:sp modelId="{A4F25FDF-8798-43DB-A513-6621D1A72708}">
      <dsp:nvSpPr>
        <dsp:cNvPr id="0" name=""/>
        <dsp:cNvSpPr/>
      </dsp:nvSpPr>
      <dsp:spPr>
        <a:xfrm>
          <a:off x="1183004" y="3045936"/>
          <a:ext cx="6703695" cy="130540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Super AI: Beyond human (hypothetical)</a:t>
          </a:r>
        </a:p>
      </dsp:txBody>
      <dsp:txXfrm>
        <a:off x="1221238" y="3084170"/>
        <a:ext cx="5187213" cy="1228933"/>
      </dsp:txXfrm>
    </dsp:sp>
    <dsp:sp modelId="{7D991DBB-C25F-4801-8435-566B74E657D5}">
      <dsp:nvSpPr>
        <dsp:cNvPr id="0" name=""/>
        <dsp:cNvSpPr/>
      </dsp:nvSpPr>
      <dsp:spPr>
        <a:xfrm>
          <a:off x="5855184" y="989929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046099" y="989929"/>
        <a:ext cx="466680" cy="638504"/>
      </dsp:txXfrm>
    </dsp:sp>
    <dsp:sp modelId="{67B99AA6-DDF9-4728-A98D-C525E54A51C4}">
      <dsp:nvSpPr>
        <dsp:cNvPr id="0" name=""/>
        <dsp:cNvSpPr/>
      </dsp:nvSpPr>
      <dsp:spPr>
        <a:xfrm>
          <a:off x="6446686" y="2504195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637601" y="2504195"/>
        <a:ext cx="466680" cy="63850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9C296B-8B6C-4565-B9FA-3256A9CAE596}">
      <dsp:nvSpPr>
        <dsp:cNvPr id="0" name=""/>
        <dsp:cNvSpPr/>
      </dsp:nvSpPr>
      <dsp:spPr>
        <a:xfrm>
          <a:off x="1215335" y="72641"/>
          <a:ext cx="763241" cy="76324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B4FC67-2B72-4E45-9ACD-80C965795BF2}">
      <dsp:nvSpPr>
        <dsp:cNvPr id="0" name=""/>
        <dsp:cNvSpPr/>
      </dsp:nvSpPr>
      <dsp:spPr>
        <a:xfrm>
          <a:off x="1375616" y="232921"/>
          <a:ext cx="442680" cy="4426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B6D19D-6C1E-4D5C-8C9B-FA8868477EB4}">
      <dsp:nvSpPr>
        <dsp:cNvPr id="0" name=""/>
        <dsp:cNvSpPr/>
      </dsp:nvSpPr>
      <dsp:spPr>
        <a:xfrm>
          <a:off x="2142128" y="72641"/>
          <a:ext cx="1799069" cy="763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Healthcare: Cancer detection</a:t>
          </a:r>
        </a:p>
      </dsp:txBody>
      <dsp:txXfrm>
        <a:off x="2142128" y="72641"/>
        <a:ext cx="1799069" cy="763241"/>
      </dsp:txXfrm>
    </dsp:sp>
    <dsp:sp modelId="{FB65E79A-B648-47C1-8B82-F28A8C2361B2}">
      <dsp:nvSpPr>
        <dsp:cNvPr id="0" name=""/>
        <dsp:cNvSpPr/>
      </dsp:nvSpPr>
      <dsp:spPr>
        <a:xfrm>
          <a:off x="4254672" y="72641"/>
          <a:ext cx="763241" cy="76324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B4914B-4872-41B0-A525-A5294DDE2C5C}">
      <dsp:nvSpPr>
        <dsp:cNvPr id="0" name=""/>
        <dsp:cNvSpPr/>
      </dsp:nvSpPr>
      <dsp:spPr>
        <a:xfrm>
          <a:off x="4414953" y="232921"/>
          <a:ext cx="442680" cy="4426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24BBC4-4966-4ED9-9A4C-D2C6C240C5CA}">
      <dsp:nvSpPr>
        <dsp:cNvPr id="0" name=""/>
        <dsp:cNvSpPr/>
      </dsp:nvSpPr>
      <dsp:spPr>
        <a:xfrm>
          <a:off x="5181466" y="72641"/>
          <a:ext cx="1799069" cy="763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Finance: Fraud detection</a:t>
          </a:r>
        </a:p>
      </dsp:txBody>
      <dsp:txXfrm>
        <a:off x="5181466" y="72641"/>
        <a:ext cx="1799069" cy="763241"/>
      </dsp:txXfrm>
    </dsp:sp>
    <dsp:sp modelId="{49A2B854-4CAB-4094-AFCC-7025C2102334}">
      <dsp:nvSpPr>
        <dsp:cNvPr id="0" name=""/>
        <dsp:cNvSpPr/>
      </dsp:nvSpPr>
      <dsp:spPr>
        <a:xfrm>
          <a:off x="1215335" y="1463081"/>
          <a:ext cx="763241" cy="76324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845C12-2460-4553-A097-5457638A4D71}">
      <dsp:nvSpPr>
        <dsp:cNvPr id="0" name=""/>
        <dsp:cNvSpPr/>
      </dsp:nvSpPr>
      <dsp:spPr>
        <a:xfrm>
          <a:off x="1375616" y="1623362"/>
          <a:ext cx="442680" cy="4426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3CA11F-C189-4687-AA56-F7B27A30A5B5}">
      <dsp:nvSpPr>
        <dsp:cNvPr id="0" name=""/>
        <dsp:cNvSpPr/>
      </dsp:nvSpPr>
      <dsp:spPr>
        <a:xfrm>
          <a:off x="2142128" y="1463081"/>
          <a:ext cx="1799069" cy="763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Retail: Recommendations</a:t>
          </a:r>
        </a:p>
      </dsp:txBody>
      <dsp:txXfrm>
        <a:off x="2142128" y="1463081"/>
        <a:ext cx="1799069" cy="763241"/>
      </dsp:txXfrm>
    </dsp:sp>
    <dsp:sp modelId="{AA922C20-2D8B-4CF6-877E-D52FD3544A26}">
      <dsp:nvSpPr>
        <dsp:cNvPr id="0" name=""/>
        <dsp:cNvSpPr/>
      </dsp:nvSpPr>
      <dsp:spPr>
        <a:xfrm>
          <a:off x="4254672" y="1463081"/>
          <a:ext cx="763241" cy="76324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2DA6BB-2471-44CD-9A5A-803B545F6D61}">
      <dsp:nvSpPr>
        <dsp:cNvPr id="0" name=""/>
        <dsp:cNvSpPr/>
      </dsp:nvSpPr>
      <dsp:spPr>
        <a:xfrm>
          <a:off x="4414953" y="1623362"/>
          <a:ext cx="442680" cy="44268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9CCDEB-1F91-42E3-B11B-2166DB4D795C}">
      <dsp:nvSpPr>
        <dsp:cNvPr id="0" name=""/>
        <dsp:cNvSpPr/>
      </dsp:nvSpPr>
      <dsp:spPr>
        <a:xfrm>
          <a:off x="5181466" y="1463081"/>
          <a:ext cx="1799069" cy="763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Transportation: Autonomous vehicles</a:t>
          </a:r>
        </a:p>
      </dsp:txBody>
      <dsp:txXfrm>
        <a:off x="5181466" y="1463081"/>
        <a:ext cx="1799069" cy="763241"/>
      </dsp:txXfrm>
    </dsp:sp>
    <dsp:sp modelId="{82665162-C023-4193-A379-9362A526E84A}">
      <dsp:nvSpPr>
        <dsp:cNvPr id="0" name=""/>
        <dsp:cNvSpPr/>
      </dsp:nvSpPr>
      <dsp:spPr>
        <a:xfrm>
          <a:off x="1215335" y="2853522"/>
          <a:ext cx="763241" cy="76324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2948FA-C860-4A75-B27E-49F3A449D610}">
      <dsp:nvSpPr>
        <dsp:cNvPr id="0" name=""/>
        <dsp:cNvSpPr/>
      </dsp:nvSpPr>
      <dsp:spPr>
        <a:xfrm>
          <a:off x="1375616" y="3013802"/>
          <a:ext cx="442680" cy="44268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44194A-AED9-4DB0-AF66-705613DED05A}">
      <dsp:nvSpPr>
        <dsp:cNvPr id="0" name=""/>
        <dsp:cNvSpPr/>
      </dsp:nvSpPr>
      <dsp:spPr>
        <a:xfrm>
          <a:off x="2142128" y="2853522"/>
          <a:ext cx="1799069" cy="763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Customer Service: Chatbots</a:t>
          </a:r>
        </a:p>
      </dsp:txBody>
      <dsp:txXfrm>
        <a:off x="2142128" y="2853522"/>
        <a:ext cx="1799069" cy="763241"/>
      </dsp:txXfrm>
    </dsp:sp>
    <dsp:sp modelId="{F9E90BAF-952A-424B-A772-F3AAA01FBF6C}">
      <dsp:nvSpPr>
        <dsp:cNvPr id="0" name=""/>
        <dsp:cNvSpPr/>
      </dsp:nvSpPr>
      <dsp:spPr>
        <a:xfrm>
          <a:off x="4254672" y="2853522"/>
          <a:ext cx="763241" cy="76324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F844DE-31A7-4F1B-A9BD-5424C706AED3}">
      <dsp:nvSpPr>
        <dsp:cNvPr id="0" name=""/>
        <dsp:cNvSpPr/>
      </dsp:nvSpPr>
      <dsp:spPr>
        <a:xfrm>
          <a:off x="4414953" y="3013802"/>
          <a:ext cx="442680" cy="44268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02F876-6C49-4531-A981-73876546D36A}">
      <dsp:nvSpPr>
        <dsp:cNvPr id="0" name=""/>
        <dsp:cNvSpPr/>
      </dsp:nvSpPr>
      <dsp:spPr>
        <a:xfrm>
          <a:off x="5181466" y="2853522"/>
          <a:ext cx="1799069" cy="763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Agriculture: Drone crop monitoring</a:t>
          </a:r>
        </a:p>
      </dsp:txBody>
      <dsp:txXfrm>
        <a:off x="5181466" y="2853522"/>
        <a:ext cx="1799069" cy="76324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D63C02-045E-4D1F-B38D-5C0BA417F969}">
      <dsp:nvSpPr>
        <dsp:cNvPr id="0" name=""/>
        <dsp:cNvSpPr/>
      </dsp:nvSpPr>
      <dsp:spPr>
        <a:xfrm>
          <a:off x="0" y="179916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Steps:</a:t>
          </a:r>
        </a:p>
      </dsp:txBody>
      <dsp:txXfrm>
        <a:off x="0" y="179916"/>
        <a:ext cx="2561209" cy="1536725"/>
      </dsp:txXfrm>
    </dsp:sp>
    <dsp:sp modelId="{21F57792-3E54-4EC3-9A5D-2539129289C1}">
      <dsp:nvSpPr>
        <dsp:cNvPr id="0" name=""/>
        <dsp:cNvSpPr/>
      </dsp:nvSpPr>
      <dsp:spPr>
        <a:xfrm>
          <a:off x="2817330" y="179916"/>
          <a:ext cx="2561209" cy="1536725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1. Data Collection</a:t>
          </a:r>
        </a:p>
      </dsp:txBody>
      <dsp:txXfrm>
        <a:off x="2817330" y="179916"/>
        <a:ext cx="2561209" cy="1536725"/>
      </dsp:txXfrm>
    </dsp:sp>
    <dsp:sp modelId="{0807B918-3A2E-4095-B274-E7674011A91F}">
      <dsp:nvSpPr>
        <dsp:cNvPr id="0" name=""/>
        <dsp:cNvSpPr/>
      </dsp:nvSpPr>
      <dsp:spPr>
        <a:xfrm>
          <a:off x="5634661" y="179916"/>
          <a:ext cx="2561209" cy="1536725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2. Algorithms</a:t>
          </a:r>
        </a:p>
      </dsp:txBody>
      <dsp:txXfrm>
        <a:off x="5634661" y="179916"/>
        <a:ext cx="2561209" cy="1536725"/>
      </dsp:txXfrm>
    </dsp:sp>
    <dsp:sp modelId="{8EB3BF6C-8114-4930-BD79-27C21FCD1717}">
      <dsp:nvSpPr>
        <dsp:cNvPr id="0" name=""/>
        <dsp:cNvSpPr/>
      </dsp:nvSpPr>
      <dsp:spPr>
        <a:xfrm>
          <a:off x="1408665" y="1972762"/>
          <a:ext cx="2561209" cy="1536725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3. Training (Machine Learning)</a:t>
          </a:r>
        </a:p>
      </dsp:txBody>
      <dsp:txXfrm>
        <a:off x="1408665" y="1972762"/>
        <a:ext cx="2561209" cy="1536725"/>
      </dsp:txXfrm>
    </dsp:sp>
    <dsp:sp modelId="{DE9AD198-E7C4-4337-A480-DEF2EA7AF0D6}">
      <dsp:nvSpPr>
        <dsp:cNvPr id="0" name=""/>
        <dsp:cNvSpPr/>
      </dsp:nvSpPr>
      <dsp:spPr>
        <a:xfrm>
          <a:off x="4225995" y="1972762"/>
          <a:ext cx="2561209" cy="1536725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4. Inference (Applying knowledge)</a:t>
          </a:r>
        </a:p>
      </dsp:txBody>
      <dsp:txXfrm>
        <a:off x="4225995" y="1972762"/>
        <a:ext cx="2561209" cy="153672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990A9E-B9DE-4AE1-88FC-C00E11938DC4}">
      <dsp:nvSpPr>
        <dsp:cNvPr id="0" name=""/>
        <dsp:cNvSpPr/>
      </dsp:nvSpPr>
      <dsp:spPr>
        <a:xfrm>
          <a:off x="452718" y="167"/>
          <a:ext cx="6511904" cy="39071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Recap: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AI mimics human intelligence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Types: Narrow, General, Super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Real-world impact is everywhere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Works via data + algorithms + training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Humans lead in creativity &amp; empathy</a:t>
          </a:r>
        </a:p>
      </dsp:txBody>
      <dsp:txXfrm>
        <a:off x="452718" y="167"/>
        <a:ext cx="6511904" cy="39071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1D4A9-3579-4E25-9279-0A8DD7B3D9D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C6967-3B8A-481D-AA03-7CBBAFAEC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401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31CB27-6B8C-2DE2-3B2A-5BFF77D2D39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90500" y="6560820"/>
            <a:ext cx="419100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C2 General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CPU with binary numbers and blueprint">
            <a:extLst>
              <a:ext uri="{FF2B5EF4-FFF2-40B4-BE49-F238E27FC236}">
                <a16:creationId xmlns:a16="http://schemas.microsoft.com/office/drawing/2014/main" id="{819FB659-7C90-4E3A-1C42-4C30D9351B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34" t="9091" r="37989"/>
          <a:stretch>
            <a:fillRect/>
          </a:stretch>
        </p:blipFill>
        <p:spPr>
          <a:xfrm>
            <a:off x="2642616" y="10"/>
            <a:ext cx="6501384" cy="685799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317450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384E2E-DD2F-491B-E875-4ECE4FF6CD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485" y="1122363"/>
            <a:ext cx="3017520" cy="3204134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600" b="1"/>
              <a:t>Introduction to Artificial Intelligence: Concepts, Applications &amp; Impact</a:t>
            </a:r>
            <a:endParaRPr lang="en-US" sz="3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BEDE3-26BB-A7CC-3519-BB6C9B99F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485" y="4872922"/>
            <a:ext cx="3017519" cy="1208141"/>
          </a:xfrm>
        </p:spPr>
        <p:txBody>
          <a:bodyPr>
            <a:normAutofit/>
          </a:bodyPr>
          <a:lstStyle/>
          <a:p>
            <a:pPr algn="l"/>
            <a:r>
              <a:rPr lang="en-US" sz="1700"/>
              <a:t>Presentation by:</a:t>
            </a:r>
          </a:p>
          <a:p>
            <a:pPr algn="l"/>
            <a:r>
              <a:rPr lang="en-US" sz="1700"/>
              <a:t>Zaid Khan</a:t>
            </a:r>
            <a:endParaRPr lang="en-US" sz="17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60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Welcome to AI Training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664D9EE2-2C8D-11AF-9F12-0C12605244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586139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machine head with a circuit board&#10;&#10;AI-generated content may be incorrect.">
            <a:extLst>
              <a:ext uri="{FF2B5EF4-FFF2-40B4-BE49-F238E27FC236}">
                <a16:creationId xmlns:a16="http://schemas.microsoft.com/office/drawing/2014/main" id="{D231906D-3F4B-13AA-BCCB-1DB0135A94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900" y="1050131"/>
            <a:ext cx="8458200" cy="475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414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AI?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805EF7-EAC3-3F94-5F22-5B16443045D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65900A0F-EACD-A69B-1BE2-D2A357237B1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7777" r="2223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/>
              <a:t>Types of AI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B72401-30BE-D73D-691F-A13FAC0383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699460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8446B12-7391-4711-8B31-112A0B896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648897-F932-3E41-BD11-1F5CE45B0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4428000"/>
            <a:ext cx="4607719" cy="1400400"/>
          </a:xfrm>
        </p:spPr>
        <p:txBody>
          <a:bodyPr vert="horz" wrap="square" lIns="91440" tIns="45720" rIns="91440" bIns="45720" rtlCol="0" anchor="b">
            <a:normAutofit fontScale="90000"/>
          </a:bodyPr>
          <a:lstStyle/>
          <a:p>
            <a:pPr algn="l" defTabSz="914400">
              <a:lnSpc>
                <a:spcPct val="90000"/>
              </a:lnSpc>
            </a:pPr>
            <a:r>
              <a:rPr lang="en-US" sz="4500" dirty="0">
                <a:solidFill>
                  <a:schemeClr val="bg1"/>
                </a:solidFill>
              </a:rPr>
              <a:t>Where can we Find AI In real World?</a:t>
            </a:r>
          </a:p>
        </p:txBody>
      </p:sp>
      <p:pic>
        <p:nvPicPr>
          <p:cNvPr id="6" name="Content Placeholder 5" descr="A person typing on a keyboard&#10;&#10;AI-generated content may be incorrect.">
            <a:extLst>
              <a:ext uri="{FF2B5EF4-FFF2-40B4-BE49-F238E27FC236}">
                <a16:creationId xmlns:a16="http://schemas.microsoft.com/office/drawing/2014/main" id="{8DEF6769-85B6-C58C-A522-68308A1675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297"/>
          <a:stretch>
            <a:fillRect/>
          </a:stretch>
        </p:blipFill>
        <p:spPr bwMode="auto">
          <a:xfrm>
            <a:off x="20" y="-1"/>
            <a:ext cx="9143980" cy="3984912"/>
          </a:xfrm>
          <a:custGeom>
            <a:avLst/>
            <a:gdLst/>
            <a:ahLst/>
            <a:cxnLst/>
            <a:rect l="l" t="t" r="r" b="b"/>
            <a:pathLst>
              <a:path w="12192000" h="3984912">
                <a:moveTo>
                  <a:pt x="0" y="0"/>
                </a:moveTo>
                <a:lnTo>
                  <a:pt x="12192000" y="0"/>
                </a:lnTo>
                <a:lnTo>
                  <a:pt x="12192000" y="566059"/>
                </a:lnTo>
                <a:lnTo>
                  <a:pt x="12192000" y="794037"/>
                </a:lnTo>
                <a:lnTo>
                  <a:pt x="12192000" y="2336800"/>
                </a:lnTo>
                <a:lnTo>
                  <a:pt x="12192000" y="2631227"/>
                </a:lnTo>
                <a:lnTo>
                  <a:pt x="12192000" y="3908712"/>
                </a:lnTo>
                <a:lnTo>
                  <a:pt x="9439275" y="3984912"/>
                </a:lnTo>
                <a:lnTo>
                  <a:pt x="5572127" y="3737262"/>
                </a:lnTo>
                <a:lnTo>
                  <a:pt x="0" y="3908712"/>
                </a:lnTo>
                <a:lnTo>
                  <a:pt x="0" y="2631227"/>
                </a:lnTo>
                <a:lnTo>
                  <a:pt x="0" y="2336800"/>
                </a:lnTo>
                <a:lnTo>
                  <a:pt x="0" y="794037"/>
                </a:lnTo>
                <a:lnTo>
                  <a:pt x="0" y="566059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AC0B7807-0C83-4963-821A-69B172722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9144000" cy="757168"/>
            <a:chOff x="0" y="2959818"/>
            <a:chExt cx="12192000" cy="75716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B027EC7-3252-48A2-A7A4-1741F72E47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EBC51E4-7477-4290-BBD0-18AD942C3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3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8835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Real-World Examples</a:t>
            </a:r>
          </a:p>
        </p:txBody>
      </p:sp>
      <p:graphicFrame>
        <p:nvGraphicFramePr>
          <p:cNvPr id="86" name="Content Placeholder 2">
            <a:extLst>
              <a:ext uri="{FF2B5EF4-FFF2-40B4-BE49-F238E27FC236}">
                <a16:creationId xmlns:a16="http://schemas.microsoft.com/office/drawing/2014/main" id="{2E0A0999-B182-8864-6E86-5A19076621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6013375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847600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958" y="1233241"/>
            <a:ext cx="2430380" cy="4064628"/>
          </a:xfrm>
        </p:spPr>
        <p:txBody>
          <a:bodyPr>
            <a:normAutofit/>
          </a:bodyPr>
          <a:lstStyle/>
          <a:p>
            <a:r>
              <a:rPr lang="en-US" sz="3700" dirty="0">
                <a:solidFill>
                  <a:srgbClr val="FFFFFF"/>
                </a:solidFill>
              </a:rPr>
              <a:t>AI vs Human Intelligence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-1"/>
            <a:ext cx="130305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19805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820880"/>
            <a:ext cx="3943349" cy="48893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>
                <a:solidFill>
                  <a:srgbClr val="FF0000"/>
                </a:solidFill>
              </a:rPr>
              <a:t>AI:</a:t>
            </a:r>
          </a:p>
          <a:p>
            <a:pPr>
              <a:lnSpc>
                <a:spcPct val="90000"/>
              </a:lnSpc>
            </a:pPr>
            <a:r>
              <a:rPr lang="en-US"/>
              <a:t>Fast computation</a:t>
            </a:r>
          </a:p>
          <a:p>
            <a:pPr>
              <a:lnSpc>
                <a:spcPct val="90000"/>
              </a:lnSpc>
            </a:pPr>
            <a:r>
              <a:rPr lang="en-US"/>
              <a:t>No emotions</a:t>
            </a:r>
          </a:p>
          <a:p>
            <a:pPr>
              <a:lnSpc>
                <a:spcPct val="90000"/>
              </a:lnSpc>
            </a:pPr>
            <a:r>
              <a:rPr lang="en-US"/>
              <a:t>Learns from data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>
                <a:solidFill>
                  <a:srgbClr val="FF0000"/>
                </a:solidFill>
              </a:rPr>
              <a:t>Human Intelligence:</a:t>
            </a:r>
          </a:p>
          <a:p>
            <a:pPr>
              <a:lnSpc>
                <a:spcPct val="90000"/>
              </a:lnSpc>
            </a:pPr>
            <a:r>
              <a:rPr lang="en-US"/>
              <a:t>Emotional understanding</a:t>
            </a:r>
          </a:p>
          <a:p>
            <a:pPr>
              <a:lnSpc>
                <a:spcPct val="90000"/>
              </a:lnSpc>
            </a:pPr>
            <a:r>
              <a:rPr lang="en-US"/>
              <a:t>Creativity</a:t>
            </a:r>
          </a:p>
          <a:p>
            <a:pPr>
              <a:lnSpc>
                <a:spcPct val="90000"/>
              </a:lnSpc>
            </a:pPr>
            <a:r>
              <a:rPr lang="en-US"/>
              <a:t>Intuition</a:t>
            </a:r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161135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5717905"/>
            <a:ext cx="1328706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6258755"/>
            <a:ext cx="1174455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How AI Works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1A1F03-2C47-70F2-A671-4EE3AA4197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3522741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4D826F-47A8-45A3-28CB-48CD65E48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 AI Works</a:t>
            </a:r>
          </a:p>
        </p:txBody>
      </p:sp>
      <p:pic>
        <p:nvPicPr>
          <p:cNvPr id="5" name="Content Placeholder 4" descr="A diagram of a process&#10;&#10;AI-generated content may be incorrect.">
            <a:extLst>
              <a:ext uri="{FF2B5EF4-FFF2-40B4-BE49-F238E27FC236}">
                <a16:creationId xmlns:a16="http://schemas.microsoft.com/office/drawing/2014/main" id="{B8637A06-DD89-9FB7-14B6-060CDBBF71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168" y="1822349"/>
            <a:ext cx="8495662" cy="487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270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BAD422-769A-991F-0C00-FDE934413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Limitations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745AA-A24C-CFDE-CC2D-2D2B79C8C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>
              <a:spcBef>
                <a:spcPts val="975"/>
              </a:spcBef>
              <a:spcAft>
                <a:spcPts val="225"/>
              </a:spcAft>
              <a:buNone/>
            </a:pPr>
            <a:endParaRPr lang="en-US" sz="1700" b="1" i="0" dirty="0">
              <a:effectLst/>
              <a:latin typeface="Segoe Sans"/>
            </a:endParaRPr>
          </a:p>
          <a:p>
            <a:pPr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i="0" dirty="0">
                <a:effectLst/>
                <a:latin typeface="Segoe Sans"/>
              </a:rPr>
              <a:t>Lack of true understanding or emotions</a:t>
            </a:r>
            <a:br>
              <a:rPr lang="en-US" sz="1700" b="0" i="0" dirty="0">
                <a:effectLst/>
                <a:latin typeface="Segoe Sans"/>
              </a:rPr>
            </a:br>
            <a:r>
              <a:rPr lang="en-US" sz="1700" b="0" i="0" dirty="0">
                <a:effectLst/>
                <a:latin typeface="Segoe Sans"/>
              </a:rPr>
              <a:t>AI can simulate empathy but doesn’t genuinely feel or understand.</a:t>
            </a:r>
          </a:p>
          <a:p>
            <a:pPr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i="0" dirty="0">
                <a:effectLst/>
                <a:latin typeface="Segoe Sans"/>
              </a:rPr>
              <a:t>Bias in training data</a:t>
            </a:r>
            <a:br>
              <a:rPr lang="en-US" sz="1700" b="0" i="0" dirty="0">
                <a:effectLst/>
                <a:latin typeface="Segoe Sans"/>
              </a:rPr>
            </a:br>
            <a:r>
              <a:rPr lang="en-US" sz="1700" b="0" i="0" dirty="0">
                <a:effectLst/>
                <a:latin typeface="Segoe Sans"/>
              </a:rPr>
              <a:t>AI reflects the biases present in the data it learns from.</a:t>
            </a:r>
          </a:p>
          <a:p>
            <a:pPr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i="0" dirty="0">
                <a:effectLst/>
                <a:latin typeface="Segoe Sans"/>
              </a:rPr>
              <a:t>Dependency on large datasets</a:t>
            </a:r>
            <a:br>
              <a:rPr lang="en-US" sz="1700" b="0" i="0" dirty="0">
                <a:effectLst/>
                <a:latin typeface="Segoe Sans"/>
              </a:rPr>
            </a:br>
            <a:r>
              <a:rPr lang="en-US" sz="1700" b="0" i="0" dirty="0">
                <a:effectLst/>
                <a:latin typeface="Segoe Sans"/>
              </a:rPr>
              <a:t>AI needs massive amounts of data to learn effectively.</a:t>
            </a:r>
          </a:p>
          <a:p>
            <a:pPr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i="0" dirty="0">
                <a:effectLst/>
                <a:latin typeface="Segoe Sans"/>
              </a:rPr>
              <a:t>Limited generalization across tasks</a:t>
            </a:r>
            <a:br>
              <a:rPr lang="en-US" sz="1700" b="0" i="0" dirty="0">
                <a:effectLst/>
                <a:latin typeface="Segoe Sans"/>
              </a:rPr>
            </a:br>
            <a:r>
              <a:rPr lang="en-US" sz="1700" b="0" i="0" dirty="0">
                <a:effectLst/>
                <a:latin typeface="Segoe Sans"/>
              </a:rPr>
              <a:t>Most AI systems are task-specific and struggle with unfamiliar scenarios.</a:t>
            </a:r>
          </a:p>
          <a:p>
            <a:pPr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i="0" dirty="0">
                <a:effectLst/>
                <a:latin typeface="Segoe Sans"/>
              </a:rPr>
              <a:t>Ethical and privacy concerns</a:t>
            </a:r>
            <a:br>
              <a:rPr lang="en-US" sz="1700" b="0" i="0" dirty="0">
                <a:effectLst/>
                <a:latin typeface="Segoe Sans"/>
              </a:rPr>
            </a:br>
            <a:r>
              <a:rPr lang="en-US" sz="1700" b="0" i="0" dirty="0">
                <a:effectLst/>
                <a:latin typeface="Segoe Sans"/>
              </a:rPr>
              <a:t>AI raises questions about surveillance, consent, and data misuse.</a:t>
            </a:r>
          </a:p>
          <a:p>
            <a:pPr>
              <a:buNone/>
            </a:pPr>
            <a:br>
              <a:rPr lang="en-US" sz="1700" dirty="0"/>
            </a:b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625794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30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news&#10;&#10;AI-generated content may be incorrect.">
            <a:extLst>
              <a:ext uri="{FF2B5EF4-FFF2-40B4-BE49-F238E27FC236}">
                <a16:creationId xmlns:a16="http://schemas.microsoft.com/office/drawing/2014/main" id="{8CAD12F5-BA06-AC4E-ECA8-A487BCBFB3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425195"/>
            <a:ext cx="8178799" cy="400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544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2726701-1D25-3600-8F81-94479C3C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 b="1" i="0">
                <a:solidFill>
                  <a:schemeClr val="tx2"/>
                </a:solidFill>
                <a:effectLst/>
                <a:latin typeface="Segoe Sans"/>
              </a:rPr>
              <a:t>Case Study: Bias in AI – MIT Gender Shades</a:t>
            </a:r>
            <a:br>
              <a:rPr lang="en-US" sz="3100" b="1" i="0">
                <a:solidFill>
                  <a:schemeClr val="tx2"/>
                </a:solidFill>
                <a:effectLst/>
                <a:latin typeface="Segoe Sans"/>
              </a:rPr>
            </a:br>
            <a:endParaRPr lang="en-US" sz="31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EF564-801F-D169-B75A-6D6A4023F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600" b="0" i="0" dirty="0">
                <a:solidFill>
                  <a:schemeClr val="tx2"/>
                </a:solidFill>
                <a:effectLst/>
                <a:latin typeface="Segoe Sans"/>
              </a:rPr>
              <a:t>MIT researcher Joy </a:t>
            </a:r>
            <a:r>
              <a:rPr lang="en-US" sz="1600" b="0" i="0">
                <a:solidFill>
                  <a:schemeClr val="tx2"/>
                </a:solidFill>
                <a:effectLst/>
                <a:latin typeface="Segoe Sans"/>
              </a:rPr>
              <a:t>Buolamwini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egoe Sans"/>
              </a:rPr>
              <a:t> found facial recognition systems had up to </a:t>
            </a:r>
            <a:r>
              <a:rPr lang="en-US" sz="1600" b="1" i="0" dirty="0">
                <a:solidFill>
                  <a:schemeClr val="tx2"/>
                </a:solidFill>
                <a:effectLst/>
                <a:latin typeface="Segoe Sans"/>
              </a:rPr>
              <a:t>34.7% error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egoe Sans"/>
              </a:rPr>
              <a:t> for dark-skinned women.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600" b="0" i="0" dirty="0">
                <a:solidFill>
                  <a:schemeClr val="tx2"/>
                </a:solidFill>
                <a:effectLst/>
                <a:latin typeface="Segoe Sans"/>
              </a:rPr>
              <a:t>The training data was mostly </a:t>
            </a:r>
            <a:r>
              <a:rPr lang="en-US" sz="1600" b="1" i="0" dirty="0">
                <a:solidFill>
                  <a:schemeClr val="tx2"/>
                </a:solidFill>
                <a:effectLst/>
                <a:latin typeface="Segoe Sans"/>
              </a:rPr>
              <a:t>white and male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egoe Sans"/>
              </a:rPr>
              <a:t>, causing biased results.</a:t>
            </a:r>
            <a:br>
              <a:rPr lang="en-US" sz="1600" b="0" i="0" dirty="0">
                <a:solidFill>
                  <a:schemeClr val="tx2"/>
                </a:solidFill>
                <a:effectLst/>
                <a:latin typeface="Segoe Sans"/>
              </a:rPr>
            </a:br>
            <a:r>
              <a:rPr lang="en-US" sz="1600" b="0" i="0" dirty="0">
                <a:solidFill>
                  <a:schemeClr val="tx2"/>
                </a:solidFill>
                <a:effectLst/>
                <a:latin typeface="Segoe Sans"/>
              </a:rPr>
              <a:t>AI misclassified gender and failed to detect faces accurately.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600" b="0" i="0" dirty="0">
                <a:solidFill>
                  <a:schemeClr val="tx2"/>
                </a:solidFill>
                <a:effectLst/>
                <a:latin typeface="Segoe Sans"/>
              </a:rPr>
              <a:t>This highlighted the need for </a:t>
            </a:r>
            <a:r>
              <a:rPr lang="en-US" sz="1600" b="1" i="0" dirty="0">
                <a:solidFill>
                  <a:schemeClr val="tx2"/>
                </a:solidFill>
                <a:effectLst/>
                <a:latin typeface="Segoe Sans"/>
              </a:rPr>
              <a:t>diverse and inclusive datasets</a:t>
            </a:r>
            <a:r>
              <a:rPr lang="en-US" sz="1600" b="0" i="0" dirty="0">
                <a:solidFill>
                  <a:schemeClr val="tx2"/>
                </a:solidFill>
                <a:effectLst/>
                <a:latin typeface="Segoe Sans"/>
              </a:rPr>
              <a:t> in AI development.</a:t>
            </a:r>
          </a:p>
          <a:p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240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1"/>
            <a:ext cx="9143993" cy="168864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</a:rPr>
              <a:t>Summary &amp; Wrap-Up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2154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C8120BF-06B5-7720-4D39-0A6BD06E7C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9731925"/>
              </p:ext>
            </p:extLst>
          </p:nvPr>
        </p:nvGraphicFramePr>
        <p:xfrm>
          <a:off x="866668" y="2261336"/>
          <a:ext cx="7417342" cy="3907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133778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13312"/>
            <a:ext cx="3028950" cy="5431376"/>
          </a:xfrm>
        </p:spPr>
        <p:txBody>
          <a:bodyPr>
            <a:normAutofit/>
          </a:bodyPr>
          <a:lstStyle/>
          <a:p>
            <a:r>
              <a:rPr lang="en-US"/>
              <a:t>Closing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9" y="713313"/>
            <a:ext cx="3943351" cy="5431376"/>
          </a:xfrm>
        </p:spPr>
        <p:txBody>
          <a:bodyPr anchor="ctr">
            <a:normAutofit/>
          </a:bodyPr>
          <a:lstStyle/>
          <a:p>
            <a:r>
              <a:rPr lang="en-US" sz="1700"/>
              <a:t>AI isn’t here to replace us — it’s here to amplify what we can do.</a:t>
            </a:r>
          </a:p>
          <a:p>
            <a:r>
              <a:rPr lang="en-US" sz="1700"/>
              <a:t>The real skill is knowing how to work with it.</a:t>
            </a:r>
          </a:p>
          <a:p>
            <a:r>
              <a:rPr lang="en-US" sz="1700"/>
              <a:t>Thank you!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touching a button&#10;&#10;AI-generated content may be incorrect.">
            <a:extLst>
              <a:ext uri="{FF2B5EF4-FFF2-40B4-BE49-F238E27FC236}">
                <a16:creationId xmlns:a16="http://schemas.microsoft.com/office/drawing/2014/main" id="{5D49A658-531F-2ADC-E658-3004F5BAB4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8657" r="3344" b="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206E56BB-C8E6-4F70-B8BF-921C4912D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97716"/>
            <a:ext cx="9144000" cy="64008"/>
          </a:xfrm>
          <a:prstGeom prst="rect">
            <a:avLst/>
          </a:prstGeom>
          <a:solidFill>
            <a:schemeClr val="tx2">
              <a:lumMod val="50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9643316-AB20-4DD1-8578-B5D7F033C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64214" y="3404998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616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407</Words>
  <Application>Microsoft Office PowerPoint</Application>
  <PresentationFormat>On-screen Show (4:3)</PresentationFormat>
  <Paragraphs>65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Segoe Sans</vt:lpstr>
      <vt:lpstr>Wingdings</vt:lpstr>
      <vt:lpstr>Office Theme</vt:lpstr>
      <vt:lpstr>Introduction to Artificial Intelligence: Concepts, Applications &amp; Impact</vt:lpstr>
      <vt:lpstr>Welcome to AI Training</vt:lpstr>
      <vt:lpstr>PowerPoint Presentation</vt:lpstr>
      <vt:lpstr>What is AI?</vt:lpstr>
      <vt:lpstr>Types of AI</vt:lpstr>
      <vt:lpstr>Where can we Find AI In real World?</vt:lpstr>
      <vt:lpstr>Real-World Examples</vt:lpstr>
      <vt:lpstr>AI vs Human Intelligence</vt:lpstr>
      <vt:lpstr>How AI Works</vt:lpstr>
      <vt:lpstr>How AI Works</vt:lpstr>
      <vt:lpstr>Limitations of AI</vt:lpstr>
      <vt:lpstr>PowerPoint Presentation</vt:lpstr>
      <vt:lpstr>Case Study: Bias in AI – MIT Gender Shades </vt:lpstr>
      <vt:lpstr>Summary &amp; Wrap-Up</vt:lpstr>
      <vt:lpstr>Closing Message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Zaid Khan, Vodafone</dc:creator>
  <cp:keywords/>
  <dc:description>generated using python-pptx</dc:description>
  <cp:lastModifiedBy>Zaid Khan, Vodafone</cp:lastModifiedBy>
  <cp:revision>7</cp:revision>
  <dcterms:created xsi:type="dcterms:W3CDTF">2013-01-27T09:14:16Z</dcterms:created>
  <dcterms:modified xsi:type="dcterms:W3CDTF">2025-09-26T09:24:07Z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359f705-2ba0-454b-9cfc-6ce5bcaac040_Enabled">
    <vt:lpwstr>true</vt:lpwstr>
  </property>
  <property fmtid="{D5CDD505-2E9C-101B-9397-08002B2CF9AE}" pid="3" name="MSIP_Label_0359f705-2ba0-454b-9cfc-6ce5bcaac040_SetDate">
    <vt:lpwstr>2025-08-12T09:18:13Z</vt:lpwstr>
  </property>
  <property fmtid="{D5CDD505-2E9C-101B-9397-08002B2CF9AE}" pid="4" name="MSIP_Label_0359f705-2ba0-454b-9cfc-6ce5bcaac040_Method">
    <vt:lpwstr>Standard</vt:lpwstr>
  </property>
  <property fmtid="{D5CDD505-2E9C-101B-9397-08002B2CF9AE}" pid="5" name="MSIP_Label_0359f705-2ba0-454b-9cfc-6ce5bcaac040_Name">
    <vt:lpwstr>0359f705-2ba0-454b-9cfc-6ce5bcaac040</vt:lpwstr>
  </property>
  <property fmtid="{D5CDD505-2E9C-101B-9397-08002B2CF9AE}" pid="6" name="MSIP_Label_0359f705-2ba0-454b-9cfc-6ce5bcaac040_SiteId">
    <vt:lpwstr>68283f3b-8487-4c86-adb3-a5228f18b893</vt:lpwstr>
  </property>
  <property fmtid="{D5CDD505-2E9C-101B-9397-08002B2CF9AE}" pid="7" name="MSIP_Label_0359f705-2ba0-454b-9cfc-6ce5bcaac040_ActionId">
    <vt:lpwstr>0a7435b4-dda9-4e93-8ce8-3dd22a9dfe16</vt:lpwstr>
  </property>
  <property fmtid="{D5CDD505-2E9C-101B-9397-08002B2CF9AE}" pid="8" name="MSIP_Label_0359f705-2ba0-454b-9cfc-6ce5bcaac040_ContentBits">
    <vt:lpwstr>2</vt:lpwstr>
  </property>
  <property fmtid="{D5CDD505-2E9C-101B-9397-08002B2CF9AE}" pid="9" name="MSIP_Label_0359f705-2ba0-454b-9cfc-6ce5bcaac0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C2 General</vt:lpwstr>
  </property>
</Properties>
</file>