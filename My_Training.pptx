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image" Target="../media/image-3-29.png"/><Relationship Id="rId30" Type="http://schemas.openxmlformats.org/officeDocument/2006/relationships/image" Target="../media/image-3-30.svg"/><Relationship Id="rId31" Type="http://schemas.openxmlformats.org/officeDocument/2006/relationships/image" Target="../media/image-3-31.png"/><Relationship Id="rId32" Type="http://schemas.openxmlformats.org/officeDocument/2006/relationships/image" Target="../media/image-3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image" Target="../media/image-6-30.svg"/><Relationship Id="rId31" Type="http://schemas.openxmlformats.org/officeDocument/2006/relationships/image" Target="../media/image-6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466344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592" y="699516"/>
            <a:ext cx="137160" cy="137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592" y="1092708"/>
            <a:ext cx="137160" cy="137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592" y="1485900"/>
            <a:ext cx="137160" cy="13716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592" y="1879092"/>
            <a:ext cx="137160" cy="1371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92" y="2272284"/>
            <a:ext cx="137160" cy="13716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592" y="2665476"/>
            <a:ext cx="137160" cy="13716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592" y="3058668"/>
            <a:ext cx="137160" cy="13716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4592" y="3451860"/>
            <a:ext cx="137160" cy="13716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592" y="3845052"/>
            <a:ext cx="137160" cy="13716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4592" y="4238244"/>
            <a:ext cx="137160" cy="1371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4592" y="4631436"/>
            <a:ext cx="137160" cy="13716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592" y="5024628"/>
            <a:ext cx="137160" cy="137160"/>
          </a:xfrm>
          <a:prstGeom prst="rect">
            <a:avLst/>
          </a:prstGeom>
        </p:spPr>
      </p:pic>
      <p:sp>
        <p:nvSpPr>
          <p:cNvPr id="15" name="Shape 1"/>
          <p:cNvSpPr/>
          <p:nvPr/>
        </p:nvSpPr>
        <p:spPr>
          <a:xfrm>
            <a:off x="68580" y="5344668"/>
            <a:ext cx="329184" cy="310896"/>
          </a:xfrm>
          <a:prstGeom prst="roundRect">
            <a:avLst/>
          </a:prstGeom>
          <a:solidFill>
            <a:srgbClr val="FDE8EA"/>
          </a:solidFill>
          <a:ln w="6350">
            <a:solidFill>
              <a:srgbClr val="FDE8EA"/>
            </a:solidFill>
            <a:prstDash val="solid"/>
          </a:ln>
        </p:spPr>
      </p:sp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4592" y="5417820"/>
            <a:ext cx="137160" cy="137160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118872" y="6382512"/>
            <a:ext cx="246888" cy="246888"/>
          </a:xfrm>
          <a:prstGeom prst="roundRect">
            <a:avLst/>
          </a:prstGeom>
          <a:solidFill>
            <a:srgbClr val="C5005E"/>
          </a:solidFill>
          <a:ln w="6350">
            <a:solidFill>
              <a:srgbClr val="C5005E"/>
            </a:solidFill>
            <a:prstDash val="solid"/>
          </a:ln>
        </p:spPr>
      </p:sp>
      <p:sp>
        <p:nvSpPr>
          <p:cNvPr id="18" name="Text 3"/>
          <p:cNvSpPr/>
          <p:nvPr/>
        </p:nvSpPr>
        <p:spPr>
          <a:xfrm>
            <a:off x="118872" y="63825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4"/>
          <p:cNvSpPr/>
          <p:nvPr/>
        </p:nvSpPr>
        <p:spPr>
          <a:xfrm>
            <a:off x="704088" y="16459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</a:t>
            </a:r>
            <a:endParaRPr lang="en-US" sz="1700" dirty="0"/>
          </a:p>
        </p:txBody>
      </p:sp>
      <p:sp>
        <p:nvSpPr>
          <p:cNvPr id="20" name="Text 5"/>
          <p:cNvSpPr/>
          <p:nvPr/>
        </p:nvSpPr>
        <p:spPr>
          <a:xfrm>
            <a:off x="1143000" y="164592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1700" dirty="0"/>
          </a:p>
        </p:txBody>
      </p:sp>
      <p:sp>
        <p:nvSpPr>
          <p:cNvPr id="21" name="Text 6"/>
          <p:cNvSpPr/>
          <p:nvPr/>
        </p:nvSpPr>
        <p:spPr>
          <a:xfrm>
            <a:off x="1673352" y="16459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Text 7"/>
          <p:cNvSpPr/>
          <p:nvPr/>
        </p:nvSpPr>
        <p:spPr>
          <a:xfrm>
            <a:off x="9491472" y="182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 abhay.hs1@vodafone.com</a:t>
            </a:r>
            <a:endParaRPr lang="en-US" sz="740" dirty="0"/>
          </a:p>
        </p:txBody>
      </p:sp>
      <p:sp>
        <p:nvSpPr>
          <p:cNvPr id="23" name="Shape 8"/>
          <p:cNvSpPr/>
          <p:nvPr/>
        </p:nvSpPr>
        <p:spPr>
          <a:xfrm>
            <a:off x="11265408" y="128016"/>
            <a:ext cx="493776" cy="27432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56848" y="210312"/>
            <a:ext cx="91440" cy="91440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94592" y="210312"/>
            <a:ext cx="91440" cy="91440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603504" y="640080"/>
            <a:ext cx="11393424" cy="32918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713232" y="6949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Training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595360" y="6949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assigned learning and stay resilient.</a:t>
            </a:r>
            <a:endParaRPr lang="en-US" sz="800" dirty="0"/>
          </a:p>
        </p:txBody>
      </p:sp>
      <p:sp>
        <p:nvSpPr>
          <p:cNvPr id="29" name="Text 12"/>
          <p:cNvSpPr/>
          <p:nvPr/>
        </p:nvSpPr>
        <p:spPr>
          <a:xfrm>
            <a:off x="694944" y="11247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3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LEARNING</a:t>
            </a:r>
            <a:endParaRPr lang="en-US" sz="650" dirty="0"/>
          </a:p>
        </p:txBody>
      </p:sp>
      <p:sp>
        <p:nvSpPr>
          <p:cNvPr id="30" name="Text 13"/>
          <p:cNvSpPr/>
          <p:nvPr/>
        </p:nvSpPr>
        <p:spPr>
          <a:xfrm>
            <a:off x="694944" y="1271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training</a:t>
            </a:r>
            <a:endParaRPr lang="en-US" sz="2300" dirty="0"/>
          </a:p>
        </p:txBody>
      </p:sp>
      <p:sp>
        <p:nvSpPr>
          <p:cNvPr id="31" name="Text 14"/>
          <p:cNvSpPr/>
          <p:nvPr/>
        </p:nvSpPr>
        <p:spPr>
          <a:xfrm>
            <a:off x="694944" y="157276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assigned learning before the due date and track progress in one place.</a:t>
            </a:r>
            <a:endParaRPr lang="en-US" sz="820" dirty="0"/>
          </a:p>
        </p:txBody>
      </p:sp>
      <p:sp>
        <p:nvSpPr>
          <p:cNvPr id="32" name="Shape 15"/>
          <p:cNvSpPr/>
          <p:nvPr/>
        </p:nvSpPr>
        <p:spPr>
          <a:xfrm>
            <a:off x="8714232" y="1261872"/>
            <a:ext cx="3090672" cy="47548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3" name="Text 16"/>
          <p:cNvSpPr/>
          <p:nvPr/>
        </p:nvSpPr>
        <p:spPr>
          <a:xfrm>
            <a:off x="9098280" y="13167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680</a:t>
            </a:r>
            <a:endParaRPr lang="en-US" sz="1300" dirty="0"/>
          </a:p>
        </p:txBody>
      </p:sp>
      <p:sp>
        <p:nvSpPr>
          <p:cNvPr id="34" name="Text 17"/>
          <p:cNvSpPr/>
          <p:nvPr/>
        </p:nvSpPr>
        <p:spPr>
          <a:xfrm>
            <a:off x="9098280" y="149961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</a:t>
            </a:r>
            <a:endParaRPr lang="en-US" sz="580" dirty="0"/>
          </a:p>
        </p:txBody>
      </p:sp>
      <p:sp>
        <p:nvSpPr>
          <p:cNvPr id="35" name="Text 18"/>
          <p:cNvSpPr/>
          <p:nvPr/>
        </p:nvSpPr>
        <p:spPr>
          <a:xfrm>
            <a:off x="9912096" y="13350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760" dirty="0"/>
          </a:p>
        </p:txBody>
      </p:sp>
      <p:sp>
        <p:nvSpPr>
          <p:cNvPr id="36" name="Text 19"/>
          <p:cNvSpPr/>
          <p:nvPr/>
        </p:nvSpPr>
        <p:spPr>
          <a:xfrm>
            <a:off x="10972800" y="132588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20"/>
          <p:cNvSpPr/>
          <p:nvPr/>
        </p:nvSpPr>
        <p:spPr>
          <a:xfrm>
            <a:off x="10972800" y="149961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580" dirty="0"/>
          </a:p>
        </p:txBody>
      </p:sp>
      <p:sp>
        <p:nvSpPr>
          <p:cNvPr id="38" name="Shape 21"/>
          <p:cNvSpPr/>
          <p:nvPr/>
        </p:nvSpPr>
        <p:spPr>
          <a:xfrm>
            <a:off x="694944" y="1901952"/>
            <a:ext cx="1517904" cy="1024128"/>
          </a:xfrm>
          <a:prstGeom prst="roundRect">
            <a:avLst/>
          </a:prstGeom>
          <a:solidFill>
            <a:srgbClr val="E7E1FA"/>
          </a:solidFill>
          <a:ln w="6350">
            <a:solidFill>
              <a:srgbClr val="E7E1FA"/>
            </a:solidFill>
            <a:prstDash val="solid"/>
          </a:ln>
        </p:spPr>
      </p:sp>
      <p:sp>
        <p:nvSpPr>
          <p:cNvPr id="39" name="Text 22"/>
          <p:cNvSpPr/>
          <p:nvPr/>
        </p:nvSpPr>
        <p:spPr>
          <a:xfrm>
            <a:off x="822960" y="20299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00" dirty="0"/>
          </a:p>
        </p:txBody>
      </p:sp>
      <p:sp>
        <p:nvSpPr>
          <p:cNvPr id="40" name="Text 23"/>
          <p:cNvSpPr/>
          <p:nvPr/>
        </p:nvSpPr>
        <p:spPr>
          <a:xfrm>
            <a:off x="822960" y="24323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courses require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attention</a:t>
            </a:r>
            <a:endParaRPr lang="en-US" sz="700" dirty="0"/>
          </a:p>
        </p:txBody>
      </p:sp>
      <p:sp>
        <p:nvSpPr>
          <p:cNvPr id="41" name="Shape 24"/>
          <p:cNvSpPr/>
          <p:nvPr/>
        </p:nvSpPr>
        <p:spPr>
          <a:xfrm>
            <a:off x="2295144" y="1901952"/>
            <a:ext cx="9509760" cy="10241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25"/>
          <p:cNvSpPr/>
          <p:nvPr/>
        </p:nvSpPr>
        <p:spPr>
          <a:xfrm>
            <a:off x="2487168" y="20665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assigned learning</a:t>
            </a:r>
            <a:endParaRPr lang="en-US" sz="1300" dirty="0"/>
          </a:p>
        </p:txBody>
      </p:sp>
      <p:sp>
        <p:nvSpPr>
          <p:cNvPr id="43" name="Text 26"/>
          <p:cNvSpPr/>
          <p:nvPr/>
        </p:nvSpPr>
        <p:spPr>
          <a:xfrm>
            <a:off x="2487168" y="229514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are ordered by nearest due date.</a:t>
            </a:r>
            <a:endParaRPr lang="en-US" sz="720" dirty="0"/>
          </a:p>
        </p:txBody>
      </p:sp>
      <p:sp>
        <p:nvSpPr>
          <p:cNvPr id="44" name="Shape 27"/>
          <p:cNvSpPr/>
          <p:nvPr/>
        </p:nvSpPr>
        <p:spPr>
          <a:xfrm>
            <a:off x="8092440" y="2103120"/>
            <a:ext cx="1234440" cy="384048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8092440" y="215798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00" dirty="0"/>
          </a:p>
        </p:txBody>
      </p:sp>
      <p:sp>
        <p:nvSpPr>
          <p:cNvPr id="46" name="Shape 29"/>
          <p:cNvSpPr/>
          <p:nvPr/>
        </p:nvSpPr>
        <p:spPr>
          <a:xfrm>
            <a:off x="9381744" y="2103120"/>
            <a:ext cx="1298448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30"/>
          <p:cNvSpPr/>
          <p:nvPr/>
        </p:nvSpPr>
        <p:spPr>
          <a:xfrm>
            <a:off x="9381744" y="2157984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800" dirty="0"/>
          </a:p>
        </p:txBody>
      </p:sp>
      <p:sp>
        <p:nvSpPr>
          <p:cNvPr id="48" name="Shape 31"/>
          <p:cNvSpPr/>
          <p:nvPr/>
        </p:nvSpPr>
        <p:spPr>
          <a:xfrm>
            <a:off x="10735056" y="2103120"/>
            <a:ext cx="850392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890504" y="2231136"/>
            <a:ext cx="109728" cy="109728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11064240" y="21762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650" dirty="0"/>
          </a:p>
        </p:txBody>
      </p:sp>
      <p:sp>
        <p:nvSpPr>
          <p:cNvPr id="51" name="Shape 33"/>
          <p:cNvSpPr/>
          <p:nvPr/>
        </p:nvSpPr>
        <p:spPr>
          <a:xfrm>
            <a:off x="694944" y="3026664"/>
            <a:ext cx="11109960" cy="309067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2" name="Text 34"/>
          <p:cNvSpPr/>
          <p:nvPr/>
        </p:nvSpPr>
        <p:spPr>
          <a:xfrm>
            <a:off x="932688" y="3218688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600" dirty="0"/>
          </a:p>
        </p:txBody>
      </p:sp>
      <p:sp>
        <p:nvSpPr>
          <p:cNvPr id="53" name="Text 35"/>
          <p:cNvSpPr/>
          <p:nvPr/>
        </p:nvSpPr>
        <p:spPr>
          <a:xfrm>
            <a:off x="5193792" y="32186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600" dirty="0"/>
          </a:p>
        </p:txBody>
      </p:sp>
      <p:sp>
        <p:nvSpPr>
          <p:cNvPr id="54" name="Text 36"/>
          <p:cNvSpPr/>
          <p:nvPr/>
        </p:nvSpPr>
        <p:spPr>
          <a:xfrm>
            <a:off x="6181344" y="32186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600" dirty="0"/>
          </a:p>
        </p:txBody>
      </p:sp>
      <p:sp>
        <p:nvSpPr>
          <p:cNvPr id="55" name="Text 37"/>
          <p:cNvSpPr/>
          <p:nvPr/>
        </p:nvSpPr>
        <p:spPr>
          <a:xfrm>
            <a:off x="7287768" y="3218688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600" dirty="0"/>
          </a:p>
        </p:txBody>
      </p:sp>
      <p:sp>
        <p:nvSpPr>
          <p:cNvPr id="56" name="Text 38"/>
          <p:cNvSpPr/>
          <p:nvPr/>
        </p:nvSpPr>
        <p:spPr>
          <a:xfrm>
            <a:off x="8412480" y="321868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600" dirty="0"/>
          </a:p>
        </p:txBody>
      </p:sp>
      <p:sp>
        <p:nvSpPr>
          <p:cNvPr id="57" name="Text 39"/>
          <p:cNvSpPr/>
          <p:nvPr/>
        </p:nvSpPr>
        <p:spPr>
          <a:xfrm>
            <a:off x="10561320" y="3218688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600" dirty="0"/>
          </a:p>
        </p:txBody>
      </p:sp>
      <p:sp>
        <p:nvSpPr>
          <p:cNvPr id="58" name="Shape 40"/>
          <p:cNvSpPr/>
          <p:nvPr/>
        </p:nvSpPr>
        <p:spPr>
          <a:xfrm>
            <a:off x="877824" y="3410712"/>
            <a:ext cx="1074420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41"/>
          <p:cNvSpPr/>
          <p:nvPr/>
        </p:nvSpPr>
        <p:spPr>
          <a:xfrm>
            <a:off x="1005840" y="3520440"/>
            <a:ext cx="457200" cy="493776"/>
          </a:xfrm>
          <a:prstGeom prst="rect">
            <a:avLst/>
          </a:prstGeom>
          <a:solidFill>
            <a:srgbClr val="FFE4E8"/>
          </a:solidFill>
          <a:ln>
            <a:solidFill>
              <a:srgbClr val="FFE4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Text 42"/>
          <p:cNvSpPr/>
          <p:nvPr/>
        </p:nvSpPr>
        <p:spPr>
          <a:xfrm>
            <a:off x="1609344" y="356616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– VOIS Shield</a:t>
            </a:r>
            <a:endParaRPr lang="en-US" sz="870" dirty="0"/>
          </a:p>
        </p:txBody>
      </p:sp>
      <p:sp>
        <p:nvSpPr>
          <p:cNvPr id="61" name="Text 43"/>
          <p:cNvSpPr/>
          <p:nvPr/>
        </p:nvSpPr>
        <p:spPr>
          <a:xfrm>
            <a:off x="1609344" y="384962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VS-T70 · Security awareness</a:t>
            </a:r>
            <a:endParaRPr lang="en-US" sz="580" dirty="0"/>
          </a:p>
        </p:txBody>
      </p:sp>
      <p:sp>
        <p:nvSpPr>
          <p:cNvPr id="62" name="Text 44"/>
          <p:cNvSpPr/>
          <p:nvPr/>
        </p:nvSpPr>
        <p:spPr>
          <a:xfrm>
            <a:off x="5120640" y="36576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Jan 2026</a:t>
            </a:r>
            <a:endParaRPr lang="en-US" sz="700" dirty="0"/>
          </a:p>
        </p:txBody>
      </p:sp>
      <p:sp>
        <p:nvSpPr>
          <p:cNvPr id="63" name="Text 45"/>
          <p:cNvSpPr/>
          <p:nvPr/>
        </p:nvSpPr>
        <p:spPr>
          <a:xfrm>
            <a:off x="6108192" y="36576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Jan 2026</a:t>
            </a:r>
            <a:endParaRPr lang="en-US" sz="700" dirty="0"/>
          </a:p>
        </p:txBody>
      </p:sp>
      <p:sp>
        <p:nvSpPr>
          <p:cNvPr id="64" name="Shape 46"/>
          <p:cNvSpPr/>
          <p:nvPr/>
        </p:nvSpPr>
        <p:spPr>
          <a:xfrm>
            <a:off x="7114032" y="3611880"/>
            <a:ext cx="1069848" cy="274320"/>
          </a:xfrm>
          <a:prstGeom prst="roundRect">
            <a:avLst/>
          </a:prstGeom>
          <a:solidFill>
            <a:srgbClr val="FFE4E8"/>
          </a:solidFill>
          <a:ln w="6350">
            <a:solidFill>
              <a:srgbClr val="FFE4E8"/>
            </a:solidFill>
            <a:prstDash val="solid"/>
          </a:ln>
        </p:spPr>
      </p:sp>
      <p:sp>
        <p:nvSpPr>
          <p:cNvPr id="65" name="Text 47"/>
          <p:cNvSpPr/>
          <p:nvPr/>
        </p:nvSpPr>
        <p:spPr>
          <a:xfrm>
            <a:off x="7114032" y="363931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soon</a:t>
            </a:r>
            <a:endParaRPr lang="en-US" sz="660" dirty="0"/>
          </a:p>
        </p:txBody>
      </p:sp>
      <p:sp>
        <p:nvSpPr>
          <p:cNvPr id="66" name="Text 48"/>
          <p:cNvSpPr/>
          <p:nvPr/>
        </p:nvSpPr>
        <p:spPr>
          <a:xfrm>
            <a:off x="8449056" y="365760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670" dirty="0"/>
          </a:p>
        </p:txBody>
      </p:sp>
      <p:sp>
        <p:nvSpPr>
          <p:cNvPr id="67" name="Shape 49"/>
          <p:cNvSpPr/>
          <p:nvPr/>
        </p:nvSpPr>
        <p:spPr>
          <a:xfrm>
            <a:off x="10387584" y="3611880"/>
            <a:ext cx="1051560" cy="283464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68" name="Text 50"/>
          <p:cNvSpPr/>
          <p:nvPr/>
        </p:nvSpPr>
        <p:spPr>
          <a:xfrm>
            <a:off x="10424160" y="363931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training</a:t>
            </a:r>
            <a:endParaRPr lang="en-US" sz="670" dirty="0"/>
          </a:p>
        </p:txBody>
      </p:sp>
      <p:sp>
        <p:nvSpPr>
          <p:cNvPr id="69" name="Shape 51"/>
          <p:cNvSpPr/>
          <p:nvPr/>
        </p:nvSpPr>
        <p:spPr>
          <a:xfrm>
            <a:off x="877824" y="4215384"/>
            <a:ext cx="1074420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52"/>
          <p:cNvSpPr/>
          <p:nvPr/>
        </p:nvSpPr>
        <p:spPr>
          <a:xfrm>
            <a:off x="1005840" y="4325112"/>
            <a:ext cx="45720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1" name="Text 53"/>
          <p:cNvSpPr/>
          <p:nvPr/>
        </p:nvSpPr>
        <p:spPr>
          <a:xfrm>
            <a:off x="1609344" y="437083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Spams Alert and Awareness Training for Employee Defender</a:t>
            </a:r>
            <a:endParaRPr lang="en-US" sz="870" dirty="0"/>
          </a:p>
        </p:txBody>
      </p:sp>
      <p:sp>
        <p:nvSpPr>
          <p:cNvPr id="72" name="Text 54"/>
          <p:cNvSpPr/>
          <p:nvPr/>
        </p:nvSpPr>
        <p:spPr>
          <a:xfrm>
            <a:off x="1609344" y="4654296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VS-T70 · Security awareness</a:t>
            </a:r>
            <a:endParaRPr lang="en-US" sz="580" dirty="0"/>
          </a:p>
        </p:txBody>
      </p:sp>
      <p:sp>
        <p:nvSpPr>
          <p:cNvPr id="73" name="Text 55"/>
          <p:cNvSpPr/>
          <p:nvPr/>
        </p:nvSpPr>
        <p:spPr>
          <a:xfrm>
            <a:off x="5120640" y="44622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Jan 2026</a:t>
            </a:r>
            <a:endParaRPr lang="en-US" sz="700" dirty="0"/>
          </a:p>
        </p:txBody>
      </p:sp>
      <p:sp>
        <p:nvSpPr>
          <p:cNvPr id="74" name="Text 56"/>
          <p:cNvSpPr/>
          <p:nvPr/>
        </p:nvSpPr>
        <p:spPr>
          <a:xfrm>
            <a:off x="6108192" y="44622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Jan 2026</a:t>
            </a:r>
            <a:endParaRPr lang="en-US" sz="700" dirty="0"/>
          </a:p>
        </p:txBody>
      </p:sp>
      <p:sp>
        <p:nvSpPr>
          <p:cNvPr id="75" name="Shape 57"/>
          <p:cNvSpPr/>
          <p:nvPr/>
        </p:nvSpPr>
        <p:spPr>
          <a:xfrm>
            <a:off x="7114032" y="4416552"/>
            <a:ext cx="1069848" cy="274320"/>
          </a:xfrm>
          <a:prstGeom prst="roundRect">
            <a:avLst/>
          </a:prstGeom>
          <a:solidFill>
            <a:srgbClr val="EEE9FA"/>
          </a:solidFill>
          <a:ln w="6350">
            <a:solidFill>
              <a:srgbClr val="EEE9FA"/>
            </a:solidFill>
            <a:prstDash val="solid"/>
          </a:ln>
        </p:spPr>
      </p:sp>
      <p:sp>
        <p:nvSpPr>
          <p:cNvPr id="76" name="Text 58"/>
          <p:cNvSpPr/>
          <p:nvPr/>
        </p:nvSpPr>
        <p:spPr>
          <a:xfrm>
            <a:off x="7114032" y="444398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660" dirty="0"/>
          </a:p>
        </p:txBody>
      </p:sp>
      <p:sp>
        <p:nvSpPr>
          <p:cNvPr id="77" name="Shape 59"/>
          <p:cNvSpPr/>
          <p:nvPr/>
        </p:nvSpPr>
        <p:spPr>
          <a:xfrm>
            <a:off x="8449056" y="4517136"/>
            <a:ext cx="841248" cy="54864"/>
          </a:xfrm>
          <a:prstGeom prst="roundRect">
            <a:avLst/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8" name="Shape 60"/>
          <p:cNvSpPr/>
          <p:nvPr/>
        </p:nvSpPr>
        <p:spPr>
          <a:xfrm>
            <a:off x="8449056" y="4517136"/>
            <a:ext cx="457200" cy="54864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79" name="Text 61"/>
          <p:cNvSpPr/>
          <p:nvPr/>
        </p:nvSpPr>
        <p:spPr>
          <a:xfrm>
            <a:off x="8449056" y="465429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complete</a:t>
            </a:r>
            <a:endParaRPr lang="en-US" sz="600" dirty="0"/>
          </a:p>
        </p:txBody>
      </p:sp>
      <p:sp>
        <p:nvSpPr>
          <p:cNvPr id="80" name="Shape 62"/>
          <p:cNvSpPr/>
          <p:nvPr/>
        </p:nvSpPr>
        <p:spPr>
          <a:xfrm>
            <a:off x="10387584" y="4416552"/>
            <a:ext cx="1051560" cy="28346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81" name="Text 63"/>
          <p:cNvSpPr/>
          <p:nvPr/>
        </p:nvSpPr>
        <p:spPr>
          <a:xfrm>
            <a:off x="10424160" y="4443984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670" dirty="0"/>
          </a:p>
        </p:txBody>
      </p:sp>
      <p:sp>
        <p:nvSpPr>
          <p:cNvPr id="82" name="Shape 64"/>
          <p:cNvSpPr/>
          <p:nvPr/>
        </p:nvSpPr>
        <p:spPr>
          <a:xfrm>
            <a:off x="877824" y="5843016"/>
            <a:ext cx="10744200" cy="201168"/>
          </a:xfrm>
          <a:prstGeom prst="roundRect">
            <a:avLst/>
          </a:prstGeom>
          <a:solidFill>
            <a:srgbClr val="E9E3FA"/>
          </a:solidFill>
          <a:ln w="6350">
            <a:solidFill>
              <a:srgbClr val="E9E3FA"/>
            </a:solidFill>
            <a:prstDash val="solid"/>
          </a:ln>
        </p:spPr>
      </p:sp>
      <p:sp>
        <p:nvSpPr>
          <p:cNvPr id="83" name="Text 65"/>
          <p:cNvSpPr/>
          <p:nvPr/>
        </p:nvSpPr>
        <p:spPr>
          <a:xfrm>
            <a:off x="1060704" y="587959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summary</a:t>
            </a:r>
            <a:endParaRPr lang="en-US" sz="600" dirty="0"/>
          </a:p>
        </p:txBody>
      </p:sp>
      <p:sp>
        <p:nvSpPr>
          <p:cNvPr id="84" name="Text 66"/>
          <p:cNvSpPr/>
          <p:nvPr/>
        </p:nvSpPr>
        <p:spPr>
          <a:xfrm>
            <a:off x="1975104" y="587959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not started · 1 in progress</a:t>
            </a:r>
            <a:endParaRPr lang="en-US" sz="600" dirty="0"/>
          </a:p>
        </p:txBody>
      </p:sp>
      <p:sp>
        <p:nvSpPr>
          <p:cNvPr id="85" name="Text 67"/>
          <p:cNvSpPr/>
          <p:nvPr/>
        </p:nvSpPr>
        <p:spPr>
          <a:xfrm>
            <a:off x="10424160" y="587959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courses due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466344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592" y="699516"/>
            <a:ext cx="137160" cy="137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592" y="1092708"/>
            <a:ext cx="137160" cy="137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592" y="1485900"/>
            <a:ext cx="137160" cy="13716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592" y="1879092"/>
            <a:ext cx="137160" cy="1371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92" y="2272284"/>
            <a:ext cx="137160" cy="13716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592" y="2665476"/>
            <a:ext cx="137160" cy="13716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592" y="3058668"/>
            <a:ext cx="137160" cy="13716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4592" y="3451860"/>
            <a:ext cx="137160" cy="13716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592" y="3845052"/>
            <a:ext cx="137160" cy="13716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4592" y="4238244"/>
            <a:ext cx="137160" cy="1371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4592" y="4631436"/>
            <a:ext cx="137160" cy="13716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592" y="5024628"/>
            <a:ext cx="137160" cy="137160"/>
          </a:xfrm>
          <a:prstGeom prst="rect">
            <a:avLst/>
          </a:prstGeom>
        </p:spPr>
      </p:pic>
      <p:sp>
        <p:nvSpPr>
          <p:cNvPr id="15" name="Shape 1"/>
          <p:cNvSpPr/>
          <p:nvPr/>
        </p:nvSpPr>
        <p:spPr>
          <a:xfrm>
            <a:off x="68580" y="5344668"/>
            <a:ext cx="329184" cy="310896"/>
          </a:xfrm>
          <a:prstGeom prst="roundRect">
            <a:avLst/>
          </a:prstGeom>
          <a:solidFill>
            <a:srgbClr val="FDE8EA"/>
          </a:solidFill>
          <a:ln w="6350">
            <a:solidFill>
              <a:srgbClr val="FDE8EA"/>
            </a:solidFill>
            <a:prstDash val="solid"/>
          </a:ln>
        </p:spPr>
      </p:sp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4592" y="5417820"/>
            <a:ext cx="137160" cy="137160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118872" y="6382512"/>
            <a:ext cx="246888" cy="246888"/>
          </a:xfrm>
          <a:prstGeom prst="roundRect">
            <a:avLst/>
          </a:prstGeom>
          <a:solidFill>
            <a:srgbClr val="C5005E"/>
          </a:solidFill>
          <a:ln w="6350">
            <a:solidFill>
              <a:srgbClr val="C5005E"/>
            </a:solidFill>
            <a:prstDash val="solid"/>
          </a:ln>
        </p:spPr>
      </p:sp>
      <p:sp>
        <p:nvSpPr>
          <p:cNvPr id="18" name="Text 3"/>
          <p:cNvSpPr/>
          <p:nvPr/>
        </p:nvSpPr>
        <p:spPr>
          <a:xfrm>
            <a:off x="118872" y="63825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4"/>
          <p:cNvSpPr/>
          <p:nvPr/>
        </p:nvSpPr>
        <p:spPr>
          <a:xfrm>
            <a:off x="704088" y="16459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</a:t>
            </a:r>
            <a:endParaRPr lang="en-US" sz="1700" dirty="0"/>
          </a:p>
        </p:txBody>
      </p:sp>
      <p:sp>
        <p:nvSpPr>
          <p:cNvPr id="20" name="Text 5"/>
          <p:cNvSpPr/>
          <p:nvPr/>
        </p:nvSpPr>
        <p:spPr>
          <a:xfrm>
            <a:off x="1143000" y="164592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1700" dirty="0"/>
          </a:p>
        </p:txBody>
      </p:sp>
      <p:sp>
        <p:nvSpPr>
          <p:cNvPr id="21" name="Text 6"/>
          <p:cNvSpPr/>
          <p:nvPr/>
        </p:nvSpPr>
        <p:spPr>
          <a:xfrm>
            <a:off x="1673352" y="16459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Text 7"/>
          <p:cNvSpPr/>
          <p:nvPr/>
        </p:nvSpPr>
        <p:spPr>
          <a:xfrm>
            <a:off x="9491472" y="182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 abhay.hs1@vodafone.com</a:t>
            </a:r>
            <a:endParaRPr lang="en-US" sz="740" dirty="0"/>
          </a:p>
        </p:txBody>
      </p:sp>
      <p:sp>
        <p:nvSpPr>
          <p:cNvPr id="23" name="Shape 8"/>
          <p:cNvSpPr/>
          <p:nvPr/>
        </p:nvSpPr>
        <p:spPr>
          <a:xfrm>
            <a:off x="11265408" y="128016"/>
            <a:ext cx="493776" cy="27432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56848" y="210312"/>
            <a:ext cx="91440" cy="91440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94592" y="210312"/>
            <a:ext cx="91440" cy="91440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603504" y="640080"/>
            <a:ext cx="11393424" cy="32918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713232" y="6949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Training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595360" y="6949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assigned learning and stay resilient.</a:t>
            </a:r>
            <a:endParaRPr lang="en-US" sz="800" dirty="0"/>
          </a:p>
        </p:txBody>
      </p:sp>
      <p:sp>
        <p:nvSpPr>
          <p:cNvPr id="29" name="Text 12"/>
          <p:cNvSpPr/>
          <p:nvPr/>
        </p:nvSpPr>
        <p:spPr>
          <a:xfrm>
            <a:off x="694944" y="11247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3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LEARNING</a:t>
            </a:r>
            <a:endParaRPr lang="en-US" sz="650" dirty="0"/>
          </a:p>
        </p:txBody>
      </p:sp>
      <p:sp>
        <p:nvSpPr>
          <p:cNvPr id="30" name="Text 13"/>
          <p:cNvSpPr/>
          <p:nvPr/>
        </p:nvSpPr>
        <p:spPr>
          <a:xfrm>
            <a:off x="694944" y="1271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history</a:t>
            </a:r>
            <a:endParaRPr lang="en-US" sz="2300" dirty="0"/>
          </a:p>
        </p:txBody>
      </p:sp>
      <p:sp>
        <p:nvSpPr>
          <p:cNvPr id="31" name="Text 14"/>
          <p:cNvSpPr/>
          <p:nvPr/>
        </p:nvSpPr>
        <p:spPr>
          <a:xfrm>
            <a:off x="694944" y="157276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completed courses, previous attempts and points earned.</a:t>
            </a:r>
            <a:endParaRPr lang="en-US" sz="820" dirty="0"/>
          </a:p>
        </p:txBody>
      </p:sp>
      <p:sp>
        <p:nvSpPr>
          <p:cNvPr id="32" name="Shape 15"/>
          <p:cNvSpPr/>
          <p:nvPr/>
        </p:nvSpPr>
        <p:spPr>
          <a:xfrm>
            <a:off x="8714232" y="1261872"/>
            <a:ext cx="3090672" cy="47548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3" name="Text 16"/>
          <p:cNvSpPr/>
          <p:nvPr/>
        </p:nvSpPr>
        <p:spPr>
          <a:xfrm>
            <a:off x="9098280" y="13167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680</a:t>
            </a:r>
            <a:endParaRPr lang="en-US" sz="1300" dirty="0"/>
          </a:p>
        </p:txBody>
      </p:sp>
      <p:sp>
        <p:nvSpPr>
          <p:cNvPr id="34" name="Text 17"/>
          <p:cNvSpPr/>
          <p:nvPr/>
        </p:nvSpPr>
        <p:spPr>
          <a:xfrm>
            <a:off x="9912096" y="13350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760" dirty="0"/>
          </a:p>
        </p:txBody>
      </p:sp>
      <p:sp>
        <p:nvSpPr>
          <p:cNvPr id="35" name="Text 18"/>
          <p:cNvSpPr/>
          <p:nvPr/>
        </p:nvSpPr>
        <p:spPr>
          <a:xfrm>
            <a:off x="10972800" y="132588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19"/>
          <p:cNvSpPr/>
          <p:nvPr/>
        </p:nvSpPr>
        <p:spPr>
          <a:xfrm>
            <a:off x="694944" y="1901952"/>
            <a:ext cx="1517904" cy="1024128"/>
          </a:xfrm>
          <a:prstGeom prst="roundRect">
            <a:avLst/>
          </a:prstGeom>
          <a:solidFill>
            <a:srgbClr val="E7E1FA"/>
          </a:solidFill>
          <a:ln w="6350">
            <a:solidFill>
              <a:srgbClr val="E7E1FA"/>
            </a:solidFill>
            <a:prstDash val="solid"/>
          </a:ln>
        </p:spPr>
      </p:sp>
      <p:sp>
        <p:nvSpPr>
          <p:cNvPr id="37" name="Text 20"/>
          <p:cNvSpPr/>
          <p:nvPr/>
        </p:nvSpPr>
        <p:spPr>
          <a:xfrm>
            <a:off x="822960" y="20299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500" dirty="0"/>
          </a:p>
        </p:txBody>
      </p:sp>
      <p:sp>
        <p:nvSpPr>
          <p:cNvPr id="38" name="Text 21"/>
          <p:cNvSpPr/>
          <p:nvPr/>
        </p:nvSpPr>
        <p:spPr>
          <a:xfrm>
            <a:off x="822960" y="24323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learning records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700" dirty="0"/>
          </a:p>
        </p:txBody>
      </p:sp>
      <p:sp>
        <p:nvSpPr>
          <p:cNvPr id="39" name="Shape 22"/>
          <p:cNvSpPr/>
          <p:nvPr/>
        </p:nvSpPr>
        <p:spPr>
          <a:xfrm>
            <a:off x="2295144" y="1901952"/>
            <a:ext cx="9509760" cy="10241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23"/>
          <p:cNvSpPr/>
          <p:nvPr/>
        </p:nvSpPr>
        <p:spPr>
          <a:xfrm>
            <a:off x="2487168" y="20665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learning record</a:t>
            </a:r>
            <a:endParaRPr lang="en-US" sz="1300" dirty="0"/>
          </a:p>
        </p:txBody>
      </p:sp>
      <p:sp>
        <p:nvSpPr>
          <p:cNvPr id="41" name="Text 24"/>
          <p:cNvSpPr/>
          <p:nvPr/>
        </p:nvSpPr>
        <p:spPr>
          <a:xfrm>
            <a:off x="2487168" y="229514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outcomes and points from every attempt.</a:t>
            </a:r>
            <a:endParaRPr lang="en-US" sz="720" dirty="0"/>
          </a:p>
        </p:txBody>
      </p:sp>
      <p:sp>
        <p:nvSpPr>
          <p:cNvPr id="42" name="Shape 25"/>
          <p:cNvSpPr/>
          <p:nvPr/>
        </p:nvSpPr>
        <p:spPr>
          <a:xfrm>
            <a:off x="8092440" y="2103120"/>
            <a:ext cx="123444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26"/>
          <p:cNvSpPr/>
          <p:nvPr/>
        </p:nvSpPr>
        <p:spPr>
          <a:xfrm>
            <a:off x="8092440" y="215798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00" dirty="0"/>
          </a:p>
        </p:txBody>
      </p:sp>
      <p:sp>
        <p:nvSpPr>
          <p:cNvPr id="44" name="Shape 27"/>
          <p:cNvSpPr/>
          <p:nvPr/>
        </p:nvSpPr>
        <p:spPr>
          <a:xfrm>
            <a:off x="9381744" y="2103120"/>
            <a:ext cx="1298448" cy="384048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9381744" y="2157984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800" dirty="0"/>
          </a:p>
        </p:txBody>
      </p:sp>
      <p:sp>
        <p:nvSpPr>
          <p:cNvPr id="46" name="Shape 29"/>
          <p:cNvSpPr/>
          <p:nvPr/>
        </p:nvSpPr>
        <p:spPr>
          <a:xfrm>
            <a:off x="10735056" y="2103120"/>
            <a:ext cx="850392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890504" y="2231136"/>
            <a:ext cx="109728" cy="109728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11064240" y="21762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650" dirty="0"/>
          </a:p>
        </p:txBody>
      </p:sp>
      <p:sp>
        <p:nvSpPr>
          <p:cNvPr id="49" name="Shape 31"/>
          <p:cNvSpPr/>
          <p:nvPr/>
        </p:nvSpPr>
        <p:spPr>
          <a:xfrm>
            <a:off x="694944" y="3026664"/>
            <a:ext cx="11109960" cy="309067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0" name="Shape 32"/>
          <p:cNvSpPr/>
          <p:nvPr/>
        </p:nvSpPr>
        <p:spPr>
          <a:xfrm>
            <a:off x="877824" y="3410712"/>
            <a:ext cx="1074420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33"/>
          <p:cNvSpPr/>
          <p:nvPr/>
        </p:nvSpPr>
        <p:spPr>
          <a:xfrm>
            <a:off x="1005840" y="3520440"/>
            <a:ext cx="457200" cy="493776"/>
          </a:xfrm>
          <a:prstGeom prst="rect">
            <a:avLst/>
          </a:prstGeom>
          <a:solidFill>
            <a:srgbClr val="FFE4E8"/>
          </a:solidFill>
          <a:ln>
            <a:solidFill>
              <a:srgbClr val="FFE4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Text 34"/>
          <p:cNvSpPr/>
          <p:nvPr/>
        </p:nvSpPr>
        <p:spPr>
          <a:xfrm>
            <a:off x="1609344" y="3566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– VOIS Shield</a:t>
            </a:r>
            <a:endParaRPr lang="en-US" sz="840" dirty="0"/>
          </a:p>
        </p:txBody>
      </p:sp>
      <p:sp>
        <p:nvSpPr>
          <p:cNvPr id="53" name="Text 35"/>
          <p:cNvSpPr/>
          <p:nvPr/>
        </p:nvSpPr>
        <p:spPr>
          <a:xfrm>
            <a:off x="5120640" y="36576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Jan 2026</a:t>
            </a:r>
            <a:endParaRPr lang="en-US" sz="700" dirty="0"/>
          </a:p>
        </p:txBody>
      </p:sp>
      <p:sp>
        <p:nvSpPr>
          <p:cNvPr id="54" name="Text 36"/>
          <p:cNvSpPr/>
          <p:nvPr/>
        </p:nvSpPr>
        <p:spPr>
          <a:xfrm>
            <a:off x="6108192" y="36576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Jan 2026</a:t>
            </a:r>
            <a:endParaRPr lang="en-US" sz="700" dirty="0"/>
          </a:p>
        </p:txBody>
      </p:sp>
      <p:sp>
        <p:nvSpPr>
          <p:cNvPr id="55" name="Shape 37"/>
          <p:cNvSpPr/>
          <p:nvPr/>
        </p:nvSpPr>
        <p:spPr>
          <a:xfrm>
            <a:off x="7114032" y="3611880"/>
            <a:ext cx="1069848" cy="274320"/>
          </a:xfrm>
          <a:prstGeom prst="roundRect">
            <a:avLst/>
          </a:prstGeom>
          <a:solidFill>
            <a:srgbClr val="FFE4E8"/>
          </a:solidFill>
          <a:ln w="6350">
            <a:solidFill>
              <a:srgbClr val="FFE4E8"/>
            </a:solidFill>
            <a:prstDash val="solid"/>
          </a:ln>
        </p:spPr>
      </p:sp>
      <p:sp>
        <p:nvSpPr>
          <p:cNvPr id="56" name="Text 38"/>
          <p:cNvSpPr/>
          <p:nvPr/>
        </p:nvSpPr>
        <p:spPr>
          <a:xfrm>
            <a:off x="7114032" y="363931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attempt</a:t>
            </a:r>
            <a:endParaRPr lang="en-US" sz="650" dirty="0"/>
          </a:p>
        </p:txBody>
      </p:sp>
      <p:sp>
        <p:nvSpPr>
          <p:cNvPr id="57" name="Shape 39"/>
          <p:cNvSpPr/>
          <p:nvPr/>
        </p:nvSpPr>
        <p:spPr>
          <a:xfrm>
            <a:off x="10625328" y="3602736"/>
            <a:ext cx="640080" cy="28346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58" name="Text 40"/>
          <p:cNvSpPr/>
          <p:nvPr/>
        </p:nvSpPr>
        <p:spPr>
          <a:xfrm>
            <a:off x="10625328" y="3630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</a:t>
            </a:r>
            <a:endParaRPr lang="en-US" sz="700" dirty="0"/>
          </a:p>
        </p:txBody>
      </p:sp>
      <p:sp>
        <p:nvSpPr>
          <p:cNvPr id="59" name="Shape 41"/>
          <p:cNvSpPr/>
          <p:nvPr/>
        </p:nvSpPr>
        <p:spPr>
          <a:xfrm>
            <a:off x="877824" y="4215384"/>
            <a:ext cx="1074420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42"/>
          <p:cNvSpPr/>
          <p:nvPr/>
        </p:nvSpPr>
        <p:spPr>
          <a:xfrm>
            <a:off x="1005840" y="4325112"/>
            <a:ext cx="457200" cy="493776"/>
          </a:xfrm>
          <a:prstGeom prst="rect">
            <a:avLst/>
          </a:prstGeom>
          <a:solidFill>
            <a:srgbClr val="E3F4DF"/>
          </a:solidFill>
          <a:ln>
            <a:solidFill>
              <a:srgbClr val="E3F4D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1" name="Text 43"/>
          <p:cNvSpPr/>
          <p:nvPr/>
        </p:nvSpPr>
        <p:spPr>
          <a:xfrm>
            <a:off x="1609344" y="43708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Spams Alert and Awareness Training for Employee Defender</a:t>
            </a:r>
            <a:endParaRPr lang="en-US" sz="840" dirty="0"/>
          </a:p>
        </p:txBody>
      </p:sp>
      <p:sp>
        <p:nvSpPr>
          <p:cNvPr id="62" name="Text 44"/>
          <p:cNvSpPr/>
          <p:nvPr/>
        </p:nvSpPr>
        <p:spPr>
          <a:xfrm>
            <a:off x="5120640" y="44622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Jan 2026</a:t>
            </a:r>
            <a:endParaRPr lang="en-US" sz="700" dirty="0"/>
          </a:p>
        </p:txBody>
      </p:sp>
      <p:sp>
        <p:nvSpPr>
          <p:cNvPr id="63" name="Text 45"/>
          <p:cNvSpPr/>
          <p:nvPr/>
        </p:nvSpPr>
        <p:spPr>
          <a:xfrm>
            <a:off x="6108192" y="44622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Jan 2026</a:t>
            </a:r>
            <a:endParaRPr lang="en-US" sz="700" dirty="0"/>
          </a:p>
        </p:txBody>
      </p:sp>
      <p:sp>
        <p:nvSpPr>
          <p:cNvPr id="64" name="Shape 46"/>
          <p:cNvSpPr/>
          <p:nvPr/>
        </p:nvSpPr>
        <p:spPr>
          <a:xfrm>
            <a:off x="7114032" y="4416552"/>
            <a:ext cx="1069848" cy="274320"/>
          </a:xfrm>
          <a:prstGeom prst="roundRect">
            <a:avLst/>
          </a:prstGeom>
          <a:solidFill>
            <a:srgbClr val="E3F4DF"/>
          </a:solidFill>
          <a:ln w="6350">
            <a:solidFill>
              <a:srgbClr val="E3F4DF"/>
            </a:solidFill>
            <a:prstDash val="solid"/>
          </a:ln>
        </p:spPr>
      </p:sp>
      <p:sp>
        <p:nvSpPr>
          <p:cNvPr id="65" name="Text 47"/>
          <p:cNvSpPr/>
          <p:nvPr/>
        </p:nvSpPr>
        <p:spPr>
          <a:xfrm>
            <a:off x="7114032" y="444398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50" dirty="0"/>
          </a:p>
        </p:txBody>
      </p:sp>
      <p:sp>
        <p:nvSpPr>
          <p:cNvPr id="66" name="Shape 48"/>
          <p:cNvSpPr/>
          <p:nvPr/>
        </p:nvSpPr>
        <p:spPr>
          <a:xfrm>
            <a:off x="10625328" y="4407408"/>
            <a:ext cx="640080" cy="28346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67" name="Text 49"/>
          <p:cNvSpPr/>
          <p:nvPr/>
        </p:nvSpPr>
        <p:spPr>
          <a:xfrm>
            <a:off x="10625328" y="4434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700" dirty="0"/>
          </a:p>
        </p:txBody>
      </p:sp>
      <p:sp>
        <p:nvSpPr>
          <p:cNvPr id="68" name="Shape 50"/>
          <p:cNvSpPr/>
          <p:nvPr/>
        </p:nvSpPr>
        <p:spPr>
          <a:xfrm>
            <a:off x="877824" y="5020056"/>
            <a:ext cx="1074420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1005840" y="5129784"/>
            <a:ext cx="457200" cy="493776"/>
          </a:xfrm>
          <a:prstGeom prst="rect">
            <a:avLst/>
          </a:prstGeom>
          <a:solidFill>
            <a:srgbClr val="E9ECEF"/>
          </a:solidFill>
          <a:ln>
            <a:solidFill>
              <a:srgbClr val="E9EC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0" name="Text 52"/>
          <p:cNvSpPr/>
          <p:nvPr/>
        </p:nvSpPr>
        <p:spPr>
          <a:xfrm>
            <a:off x="1609344" y="51755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Spams Alert and Awareness Training for Employee Defender</a:t>
            </a:r>
            <a:endParaRPr lang="en-US" sz="840" dirty="0"/>
          </a:p>
        </p:txBody>
      </p:sp>
      <p:sp>
        <p:nvSpPr>
          <p:cNvPr id="71" name="Text 53"/>
          <p:cNvSpPr/>
          <p:nvPr/>
        </p:nvSpPr>
        <p:spPr>
          <a:xfrm>
            <a:off x="5120640" y="52669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Jan 2026</a:t>
            </a:r>
            <a:endParaRPr lang="en-US" sz="700" dirty="0"/>
          </a:p>
        </p:txBody>
      </p:sp>
      <p:sp>
        <p:nvSpPr>
          <p:cNvPr id="72" name="Text 54"/>
          <p:cNvSpPr/>
          <p:nvPr/>
        </p:nvSpPr>
        <p:spPr>
          <a:xfrm>
            <a:off x="6108192" y="52669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Jan 2026</a:t>
            </a:r>
            <a:endParaRPr lang="en-US" sz="700" dirty="0"/>
          </a:p>
        </p:txBody>
      </p:sp>
      <p:sp>
        <p:nvSpPr>
          <p:cNvPr id="73" name="Shape 55"/>
          <p:cNvSpPr/>
          <p:nvPr/>
        </p:nvSpPr>
        <p:spPr>
          <a:xfrm>
            <a:off x="7114032" y="5221224"/>
            <a:ext cx="1069848" cy="274320"/>
          </a:xfrm>
          <a:prstGeom prst="round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74" name="Text 56"/>
          <p:cNvSpPr/>
          <p:nvPr/>
        </p:nvSpPr>
        <p:spPr>
          <a:xfrm>
            <a:off x="7114032" y="5248656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attempt</a:t>
            </a:r>
            <a:endParaRPr lang="en-US" sz="650" dirty="0"/>
          </a:p>
        </p:txBody>
      </p:sp>
      <p:sp>
        <p:nvSpPr>
          <p:cNvPr id="75" name="Shape 57"/>
          <p:cNvSpPr/>
          <p:nvPr/>
        </p:nvSpPr>
        <p:spPr>
          <a:xfrm>
            <a:off x="10625328" y="5212080"/>
            <a:ext cx="640080" cy="28346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76" name="Text 58"/>
          <p:cNvSpPr/>
          <p:nvPr/>
        </p:nvSpPr>
        <p:spPr>
          <a:xfrm>
            <a:off x="10625328" y="5239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</a:t>
            </a:r>
            <a:endParaRPr lang="en-US" sz="700" dirty="0"/>
          </a:p>
        </p:txBody>
      </p:sp>
      <p:sp>
        <p:nvSpPr>
          <p:cNvPr id="77" name="Shape 59"/>
          <p:cNvSpPr/>
          <p:nvPr/>
        </p:nvSpPr>
        <p:spPr>
          <a:xfrm>
            <a:off x="877824" y="5843016"/>
            <a:ext cx="10744200" cy="201168"/>
          </a:xfrm>
          <a:prstGeom prst="roundRect">
            <a:avLst/>
          </a:prstGeom>
          <a:solidFill>
            <a:srgbClr val="E9E3FA"/>
          </a:solidFill>
          <a:ln w="6350">
            <a:solidFill>
              <a:srgbClr val="E9E3FA"/>
            </a:solidFill>
            <a:prstDash val="solid"/>
          </a:ln>
        </p:spPr>
      </p:sp>
      <p:sp>
        <p:nvSpPr>
          <p:cNvPr id="78" name="Text 60"/>
          <p:cNvSpPr/>
          <p:nvPr/>
        </p:nvSpPr>
        <p:spPr>
          <a:xfrm>
            <a:off x="1060704" y="58795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summary</a:t>
            </a:r>
            <a:endParaRPr lang="en-US" sz="600" dirty="0"/>
          </a:p>
        </p:txBody>
      </p:sp>
      <p:sp>
        <p:nvSpPr>
          <p:cNvPr id="79" name="Text 61"/>
          <p:cNvSpPr/>
          <p:nvPr/>
        </p:nvSpPr>
        <p:spPr>
          <a:xfrm>
            <a:off x="1965960" y="58795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completed · 1 failed attempt · 1 no attempt</a:t>
            </a:r>
            <a:endParaRPr lang="en-US" sz="600" dirty="0"/>
          </a:p>
        </p:txBody>
      </p:sp>
      <p:sp>
        <p:nvSpPr>
          <p:cNvPr id="80" name="Text 62"/>
          <p:cNvSpPr/>
          <p:nvPr/>
        </p:nvSpPr>
        <p:spPr>
          <a:xfrm>
            <a:off x="9784080" y="5879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 earned: 75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466344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592" y="699516"/>
            <a:ext cx="137160" cy="137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592" y="1092708"/>
            <a:ext cx="137160" cy="137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592" y="1485900"/>
            <a:ext cx="137160" cy="13716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592" y="1879092"/>
            <a:ext cx="137160" cy="1371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92" y="2272284"/>
            <a:ext cx="137160" cy="13716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592" y="2665476"/>
            <a:ext cx="137160" cy="13716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592" y="3058668"/>
            <a:ext cx="137160" cy="13716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4592" y="3451860"/>
            <a:ext cx="137160" cy="13716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592" y="3845052"/>
            <a:ext cx="137160" cy="13716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4592" y="4238244"/>
            <a:ext cx="137160" cy="1371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4592" y="4631436"/>
            <a:ext cx="137160" cy="13716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592" y="5024628"/>
            <a:ext cx="137160" cy="137160"/>
          </a:xfrm>
          <a:prstGeom prst="rect">
            <a:avLst/>
          </a:prstGeom>
        </p:spPr>
      </p:pic>
      <p:sp>
        <p:nvSpPr>
          <p:cNvPr id="15" name="Shape 1"/>
          <p:cNvSpPr/>
          <p:nvPr/>
        </p:nvSpPr>
        <p:spPr>
          <a:xfrm>
            <a:off x="68580" y="5344668"/>
            <a:ext cx="329184" cy="310896"/>
          </a:xfrm>
          <a:prstGeom prst="roundRect">
            <a:avLst/>
          </a:prstGeom>
          <a:solidFill>
            <a:srgbClr val="FDE8EA"/>
          </a:solidFill>
          <a:ln w="6350">
            <a:solidFill>
              <a:srgbClr val="FDE8EA"/>
            </a:solidFill>
            <a:prstDash val="solid"/>
          </a:ln>
        </p:spPr>
      </p:sp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4592" y="5417820"/>
            <a:ext cx="137160" cy="137160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118872" y="6382512"/>
            <a:ext cx="246888" cy="246888"/>
          </a:xfrm>
          <a:prstGeom prst="roundRect">
            <a:avLst/>
          </a:prstGeom>
          <a:solidFill>
            <a:srgbClr val="C5005E"/>
          </a:solidFill>
          <a:ln w="6350">
            <a:solidFill>
              <a:srgbClr val="C5005E"/>
            </a:solidFill>
            <a:prstDash val="solid"/>
          </a:ln>
        </p:spPr>
      </p:sp>
      <p:sp>
        <p:nvSpPr>
          <p:cNvPr id="18" name="Text 3"/>
          <p:cNvSpPr/>
          <p:nvPr/>
        </p:nvSpPr>
        <p:spPr>
          <a:xfrm>
            <a:off x="118872" y="63825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4"/>
          <p:cNvSpPr/>
          <p:nvPr/>
        </p:nvSpPr>
        <p:spPr>
          <a:xfrm>
            <a:off x="704088" y="16459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</a:t>
            </a:r>
            <a:endParaRPr lang="en-US" sz="1700" dirty="0"/>
          </a:p>
        </p:txBody>
      </p:sp>
      <p:sp>
        <p:nvSpPr>
          <p:cNvPr id="20" name="Text 5"/>
          <p:cNvSpPr/>
          <p:nvPr/>
        </p:nvSpPr>
        <p:spPr>
          <a:xfrm>
            <a:off x="1143000" y="164592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1700" dirty="0"/>
          </a:p>
        </p:txBody>
      </p:sp>
      <p:sp>
        <p:nvSpPr>
          <p:cNvPr id="21" name="Text 6"/>
          <p:cNvSpPr/>
          <p:nvPr/>
        </p:nvSpPr>
        <p:spPr>
          <a:xfrm>
            <a:off x="1673352" y="16459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Text 7"/>
          <p:cNvSpPr/>
          <p:nvPr/>
        </p:nvSpPr>
        <p:spPr>
          <a:xfrm>
            <a:off x="9491472" y="182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 abhay.hs1@vodafone.com</a:t>
            </a:r>
            <a:endParaRPr lang="en-US" sz="740" dirty="0"/>
          </a:p>
        </p:txBody>
      </p:sp>
      <p:sp>
        <p:nvSpPr>
          <p:cNvPr id="23" name="Shape 8"/>
          <p:cNvSpPr/>
          <p:nvPr/>
        </p:nvSpPr>
        <p:spPr>
          <a:xfrm>
            <a:off x="11265408" y="128016"/>
            <a:ext cx="493776" cy="27432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56848" y="210312"/>
            <a:ext cx="91440" cy="91440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94592" y="210312"/>
            <a:ext cx="91440" cy="91440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603504" y="640080"/>
            <a:ext cx="11393424" cy="32918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713232" y="6949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Training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595360" y="6949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assigned learning and stay resilient.</a:t>
            </a:r>
            <a:endParaRPr lang="en-US" sz="800" dirty="0"/>
          </a:p>
        </p:txBody>
      </p:sp>
      <p:sp>
        <p:nvSpPr>
          <p:cNvPr id="29" name="Text 12"/>
          <p:cNvSpPr/>
          <p:nvPr/>
        </p:nvSpPr>
        <p:spPr>
          <a:xfrm>
            <a:off x="694944" y="11247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3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VS-T70</a:t>
            </a:r>
            <a:endParaRPr lang="en-US" sz="650" dirty="0"/>
          </a:p>
        </p:txBody>
      </p:sp>
      <p:sp>
        <p:nvSpPr>
          <p:cNvPr id="30" name="Text 13"/>
          <p:cNvSpPr/>
          <p:nvPr/>
        </p:nvSpPr>
        <p:spPr>
          <a:xfrm>
            <a:off x="694944" y="1271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spam awareness</a:t>
            </a:r>
            <a:endParaRPr lang="en-US" sz="2300" dirty="0"/>
          </a:p>
        </p:txBody>
      </p:sp>
      <p:sp>
        <p:nvSpPr>
          <p:cNvPr id="31" name="Text 14"/>
          <p:cNvSpPr/>
          <p:nvPr/>
        </p:nvSpPr>
        <p:spPr>
          <a:xfrm>
            <a:off x="694944" y="157276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identify suspicious emails and use the approved reporting process.</a:t>
            </a:r>
            <a:endParaRPr lang="en-US" sz="820" dirty="0"/>
          </a:p>
        </p:txBody>
      </p:sp>
      <p:sp>
        <p:nvSpPr>
          <p:cNvPr id="32" name="Shape 15"/>
          <p:cNvSpPr/>
          <p:nvPr/>
        </p:nvSpPr>
        <p:spPr>
          <a:xfrm>
            <a:off x="694944" y="1865376"/>
            <a:ext cx="11109960" cy="3931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16"/>
          <p:cNvSpPr/>
          <p:nvPr/>
        </p:nvSpPr>
        <p:spPr>
          <a:xfrm>
            <a:off x="704088" y="1874520"/>
            <a:ext cx="3675888" cy="37490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34" name="Shape 17"/>
          <p:cNvSpPr/>
          <p:nvPr/>
        </p:nvSpPr>
        <p:spPr>
          <a:xfrm>
            <a:off x="905256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35" name="Text 18"/>
          <p:cNvSpPr/>
          <p:nvPr/>
        </p:nvSpPr>
        <p:spPr>
          <a:xfrm>
            <a:off x="905256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0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6" name="Text 19"/>
          <p:cNvSpPr/>
          <p:nvPr/>
        </p:nvSpPr>
        <p:spPr>
          <a:xfrm>
            <a:off x="1207008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TRAINED</a:t>
            </a:r>
            <a:endParaRPr lang="en-US" sz="800" dirty="0"/>
          </a:p>
        </p:txBody>
      </p:sp>
      <p:sp>
        <p:nvSpPr>
          <p:cNvPr id="37" name="Text 20"/>
          <p:cNvSpPr/>
          <p:nvPr/>
        </p:nvSpPr>
        <p:spPr>
          <a:xfrm>
            <a:off x="2990088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CB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step</a:t>
            </a:r>
            <a:endParaRPr lang="en-US" sz="610" dirty="0"/>
          </a:p>
        </p:txBody>
      </p:sp>
      <p:sp>
        <p:nvSpPr>
          <p:cNvPr id="38" name="Shape 21"/>
          <p:cNvSpPr/>
          <p:nvPr/>
        </p:nvSpPr>
        <p:spPr>
          <a:xfrm>
            <a:off x="4617720" y="1952244"/>
            <a:ext cx="201168" cy="201168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39" name="Text 22"/>
          <p:cNvSpPr/>
          <p:nvPr/>
        </p:nvSpPr>
        <p:spPr>
          <a:xfrm>
            <a:off x="4617720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0" name="Text 23"/>
          <p:cNvSpPr/>
          <p:nvPr/>
        </p:nvSpPr>
        <p:spPr>
          <a:xfrm>
            <a:off x="4919472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QUIZ</a:t>
            </a:r>
            <a:endParaRPr lang="en-US" sz="800" dirty="0"/>
          </a:p>
        </p:txBody>
      </p:sp>
      <p:sp>
        <p:nvSpPr>
          <p:cNvPr id="41" name="Text 24"/>
          <p:cNvSpPr/>
          <p:nvPr/>
        </p:nvSpPr>
        <p:spPr>
          <a:xfrm>
            <a:off x="6702552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610" dirty="0"/>
          </a:p>
        </p:txBody>
      </p:sp>
      <p:sp>
        <p:nvSpPr>
          <p:cNvPr id="42" name="Shape 25"/>
          <p:cNvSpPr/>
          <p:nvPr/>
        </p:nvSpPr>
        <p:spPr>
          <a:xfrm>
            <a:off x="8330184" y="1952244"/>
            <a:ext cx="201168" cy="201168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43" name="Text 26"/>
          <p:cNvSpPr/>
          <p:nvPr/>
        </p:nvSpPr>
        <p:spPr>
          <a:xfrm>
            <a:off x="8330184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4" name="Text 27"/>
          <p:cNvSpPr/>
          <p:nvPr/>
        </p:nvSpPr>
        <p:spPr>
          <a:xfrm>
            <a:off x="8631936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800" dirty="0"/>
          </a:p>
        </p:txBody>
      </p:sp>
      <p:sp>
        <p:nvSpPr>
          <p:cNvPr id="45" name="Text 28"/>
          <p:cNvSpPr/>
          <p:nvPr/>
        </p:nvSpPr>
        <p:spPr>
          <a:xfrm>
            <a:off x="10415016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610" dirty="0"/>
          </a:p>
        </p:txBody>
      </p:sp>
      <p:sp>
        <p:nvSpPr>
          <p:cNvPr id="46" name="Shape 29"/>
          <p:cNvSpPr/>
          <p:nvPr/>
        </p:nvSpPr>
        <p:spPr>
          <a:xfrm>
            <a:off x="694944" y="2441448"/>
            <a:ext cx="1517904" cy="932688"/>
          </a:xfrm>
          <a:prstGeom prst="roundRect">
            <a:avLst/>
          </a:prstGeom>
          <a:solidFill>
            <a:srgbClr val="E7E1FA"/>
          </a:solidFill>
          <a:ln w="6350">
            <a:solidFill>
              <a:srgbClr val="E7E1FA"/>
            </a:solidFill>
            <a:prstDash val="solid"/>
          </a:ln>
        </p:spPr>
      </p:sp>
      <p:sp>
        <p:nvSpPr>
          <p:cNvPr id="47" name="Text 30"/>
          <p:cNvSpPr/>
          <p:nvPr/>
        </p:nvSpPr>
        <p:spPr>
          <a:xfrm>
            <a:off x="822960" y="2560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</a:t>
            </a:r>
            <a:endParaRPr lang="en-US" sz="1500" dirty="0"/>
          </a:p>
        </p:txBody>
      </p:sp>
      <p:sp>
        <p:nvSpPr>
          <p:cNvPr id="48" name="Text 31"/>
          <p:cNvSpPr/>
          <p:nvPr/>
        </p:nvSpPr>
        <p:spPr>
          <a:xfrm>
            <a:off x="822960" y="29900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of 01</a:t>
            </a:r>
            <a:endParaRPr lang="en-US" sz="670" dirty="0"/>
          </a:p>
        </p:txBody>
      </p:sp>
      <p:sp>
        <p:nvSpPr>
          <p:cNvPr id="49" name="Shape 32"/>
          <p:cNvSpPr/>
          <p:nvPr/>
        </p:nvSpPr>
        <p:spPr>
          <a:xfrm>
            <a:off x="2295144" y="2441448"/>
            <a:ext cx="950976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33"/>
          <p:cNvSpPr/>
          <p:nvPr/>
        </p:nvSpPr>
        <p:spPr>
          <a:xfrm>
            <a:off x="2487168" y="281635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Spams Alert and Awareness Training for Employee Defender</a:t>
            </a:r>
            <a:endParaRPr lang="en-US" sz="1150" dirty="0"/>
          </a:p>
        </p:txBody>
      </p:sp>
      <p:sp>
        <p:nvSpPr>
          <p:cNvPr id="51" name="Shape 34"/>
          <p:cNvSpPr/>
          <p:nvPr/>
        </p:nvSpPr>
        <p:spPr>
          <a:xfrm>
            <a:off x="8732520" y="2615184"/>
            <a:ext cx="123444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35"/>
          <p:cNvSpPr/>
          <p:nvPr/>
        </p:nvSpPr>
        <p:spPr>
          <a:xfrm>
            <a:off x="8732520" y="26426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04:30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700" dirty="0"/>
          </a:p>
        </p:txBody>
      </p:sp>
      <p:sp>
        <p:nvSpPr>
          <p:cNvPr id="53" name="Shape 36"/>
          <p:cNvSpPr/>
          <p:nvPr/>
        </p:nvSpPr>
        <p:spPr>
          <a:xfrm>
            <a:off x="10104120" y="2615184"/>
            <a:ext cx="1261872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37"/>
          <p:cNvSpPr/>
          <p:nvPr/>
        </p:nvSpPr>
        <p:spPr>
          <a:xfrm>
            <a:off x="10104120" y="264261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score</a:t>
            </a:r>
            <a:endParaRPr lang="en-US" sz="700" dirty="0"/>
          </a:p>
        </p:txBody>
      </p:sp>
      <p:sp>
        <p:nvSpPr>
          <p:cNvPr id="55" name="Shape 38"/>
          <p:cNvSpPr/>
          <p:nvPr/>
        </p:nvSpPr>
        <p:spPr>
          <a:xfrm>
            <a:off x="694944" y="3493008"/>
            <a:ext cx="11109960" cy="262432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6" name="Shape 39"/>
          <p:cNvSpPr/>
          <p:nvPr/>
        </p:nvSpPr>
        <p:spPr>
          <a:xfrm>
            <a:off x="868680" y="3675888"/>
            <a:ext cx="7726680" cy="2221992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57" name="Text 40"/>
          <p:cNvSpPr/>
          <p:nvPr/>
        </p:nvSpPr>
        <p:spPr>
          <a:xfrm>
            <a:off x="1078992" y="3886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 Shield.</a:t>
            </a:r>
            <a:endParaRPr lang="en-US" sz="1200" dirty="0"/>
          </a:p>
        </p:txBody>
      </p:sp>
      <p:sp>
        <p:nvSpPr>
          <p:cNvPr id="58" name="Text 41"/>
          <p:cNvSpPr/>
          <p:nvPr/>
        </p:nvSpPr>
        <p:spPr>
          <a:xfrm>
            <a:off x="1078992" y="41148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B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module</a:t>
            </a:r>
            <a:endParaRPr lang="en-US" sz="700" dirty="0"/>
          </a:p>
        </p:txBody>
      </p:sp>
      <p:sp>
        <p:nvSpPr>
          <p:cNvPr id="59" name="Shape 42"/>
          <p:cNvSpPr/>
          <p:nvPr/>
        </p:nvSpPr>
        <p:spPr>
          <a:xfrm>
            <a:off x="3685032" y="431596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904488" y="4535424"/>
            <a:ext cx="219456" cy="219456"/>
          </a:xfrm>
          <a:prstGeom prst="rect">
            <a:avLst/>
          </a:prstGeom>
        </p:spPr>
      </p:pic>
      <p:sp>
        <p:nvSpPr>
          <p:cNvPr id="61" name="Shape 43"/>
          <p:cNvSpPr/>
          <p:nvPr/>
        </p:nvSpPr>
        <p:spPr>
          <a:xfrm>
            <a:off x="1078992" y="5504688"/>
            <a:ext cx="7040880" cy="45720"/>
          </a:xfrm>
          <a:prstGeom prst="roundRect">
            <a:avLst/>
          </a:prstGeom>
          <a:solidFill>
            <a:srgbClr val="52555B"/>
          </a:solidFill>
          <a:ln w="6350">
            <a:solidFill>
              <a:srgbClr val="52555B"/>
            </a:solidFill>
            <a:prstDash val="solid"/>
          </a:ln>
        </p:spPr>
      </p:sp>
      <p:sp>
        <p:nvSpPr>
          <p:cNvPr id="62" name="Shape 44"/>
          <p:cNvSpPr/>
          <p:nvPr/>
        </p:nvSpPr>
        <p:spPr>
          <a:xfrm>
            <a:off x="1078992" y="5504688"/>
            <a:ext cx="2423160" cy="45720"/>
          </a:xfrm>
          <a:prstGeom prst="roundRect">
            <a:avLst/>
          </a:prstGeom>
          <a:solidFill>
            <a:srgbClr val="E60000"/>
          </a:solidFill>
          <a:ln w="6350">
            <a:solidFill>
              <a:srgbClr val="E60000"/>
            </a:solidFill>
            <a:prstDash val="solid"/>
          </a:ln>
        </p:spPr>
      </p:sp>
      <p:sp>
        <p:nvSpPr>
          <p:cNvPr id="63" name="Text 45"/>
          <p:cNvSpPr/>
          <p:nvPr/>
        </p:nvSpPr>
        <p:spPr>
          <a:xfrm>
            <a:off x="1078992" y="560527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01:28 / 04:30</a:t>
            </a:r>
            <a:endParaRPr lang="en-US" sz="620" dirty="0"/>
          </a:p>
        </p:txBody>
      </p:sp>
      <p:sp>
        <p:nvSpPr>
          <p:cNvPr id="64" name="Shape 46"/>
          <p:cNvSpPr/>
          <p:nvPr/>
        </p:nvSpPr>
        <p:spPr>
          <a:xfrm>
            <a:off x="8759952" y="3675888"/>
            <a:ext cx="2862072" cy="22219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47"/>
          <p:cNvSpPr/>
          <p:nvPr/>
        </p:nvSpPr>
        <p:spPr>
          <a:xfrm>
            <a:off x="8979408" y="38770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</a:t>
            </a:r>
            <a:endParaRPr lang="en-US" sz="1150" dirty="0"/>
          </a:p>
        </p:txBody>
      </p:sp>
      <p:sp>
        <p:nvSpPr>
          <p:cNvPr id="66" name="Text 48"/>
          <p:cNvSpPr/>
          <p:nvPr/>
        </p:nvSpPr>
        <p:spPr>
          <a:xfrm>
            <a:off x="8979408" y="4105656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video before continuing.</a:t>
            </a:r>
            <a:endParaRPr lang="en-US" sz="670" dirty="0"/>
          </a:p>
        </p:txBody>
      </p:sp>
      <p:sp>
        <p:nvSpPr>
          <p:cNvPr id="67" name="Shape 49"/>
          <p:cNvSpPr/>
          <p:nvPr/>
        </p:nvSpPr>
        <p:spPr>
          <a:xfrm>
            <a:off x="8979408" y="4416552"/>
            <a:ext cx="274320" cy="274320"/>
          </a:xfrm>
          <a:prstGeom prst="roundRect">
            <a:avLst/>
          </a:prstGeom>
          <a:solidFill>
            <a:srgbClr val="E3F4DF"/>
          </a:solidFill>
          <a:ln w="6350">
            <a:solidFill>
              <a:srgbClr val="E3F4DF"/>
            </a:solidFill>
            <a:prstDash val="solid"/>
          </a:ln>
        </p:spPr>
      </p:sp>
      <p:sp>
        <p:nvSpPr>
          <p:cNvPr id="68" name="Text 50"/>
          <p:cNvSpPr/>
          <p:nvPr/>
        </p:nvSpPr>
        <p:spPr>
          <a:xfrm>
            <a:off x="8979408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Text 51"/>
          <p:cNvSpPr/>
          <p:nvPr/>
        </p:nvSpPr>
        <p:spPr>
          <a:xfrm>
            <a:off x="9372600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phishing signals</a:t>
            </a:r>
            <a:endParaRPr lang="en-US" sz="700" dirty="0"/>
          </a:p>
        </p:txBody>
      </p:sp>
      <p:sp>
        <p:nvSpPr>
          <p:cNvPr id="70" name="Shape 52"/>
          <p:cNvSpPr/>
          <p:nvPr/>
        </p:nvSpPr>
        <p:spPr>
          <a:xfrm>
            <a:off x="8979408" y="4800600"/>
            <a:ext cx="274320" cy="27432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71" name="Text 53"/>
          <p:cNvSpPr/>
          <p:nvPr/>
        </p:nvSpPr>
        <p:spPr>
          <a:xfrm>
            <a:off x="897940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72" name="Text 54"/>
          <p:cNvSpPr/>
          <p:nvPr/>
        </p:nvSpPr>
        <p:spPr>
          <a:xfrm>
            <a:off x="9372600" y="4818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sender and links</a:t>
            </a:r>
            <a:endParaRPr lang="en-US" sz="700" dirty="0"/>
          </a:p>
        </p:txBody>
      </p:sp>
      <p:sp>
        <p:nvSpPr>
          <p:cNvPr id="73" name="Shape 55"/>
          <p:cNvSpPr/>
          <p:nvPr/>
        </p:nvSpPr>
        <p:spPr>
          <a:xfrm>
            <a:off x="8979408" y="5184648"/>
            <a:ext cx="274320" cy="27432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74" name="Text 56"/>
          <p:cNvSpPr/>
          <p:nvPr/>
        </p:nvSpPr>
        <p:spPr>
          <a:xfrm>
            <a:off x="8979408" y="5184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75" name="Text 57"/>
          <p:cNvSpPr/>
          <p:nvPr/>
        </p:nvSpPr>
        <p:spPr>
          <a:xfrm>
            <a:off x="9372600" y="5202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suspicious emails</a:t>
            </a:r>
            <a:endParaRPr lang="en-US" sz="700" dirty="0"/>
          </a:p>
        </p:txBody>
      </p:sp>
      <p:sp>
        <p:nvSpPr>
          <p:cNvPr id="76" name="Shape 58"/>
          <p:cNvSpPr/>
          <p:nvPr/>
        </p:nvSpPr>
        <p:spPr>
          <a:xfrm>
            <a:off x="8979408" y="5568696"/>
            <a:ext cx="2404872" cy="310896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77" name="Text 59"/>
          <p:cNvSpPr/>
          <p:nvPr/>
        </p:nvSpPr>
        <p:spPr>
          <a:xfrm>
            <a:off x="9125712" y="56052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to quiz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466344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592" y="699516"/>
            <a:ext cx="137160" cy="137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592" y="1092708"/>
            <a:ext cx="137160" cy="137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592" y="1485900"/>
            <a:ext cx="137160" cy="13716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592" y="1879092"/>
            <a:ext cx="137160" cy="1371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92" y="2272284"/>
            <a:ext cx="137160" cy="13716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592" y="2665476"/>
            <a:ext cx="137160" cy="13716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592" y="3058668"/>
            <a:ext cx="137160" cy="13716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4592" y="3451860"/>
            <a:ext cx="137160" cy="13716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592" y="3845052"/>
            <a:ext cx="137160" cy="13716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4592" y="4238244"/>
            <a:ext cx="137160" cy="1371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4592" y="4631436"/>
            <a:ext cx="137160" cy="13716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592" y="5024628"/>
            <a:ext cx="137160" cy="137160"/>
          </a:xfrm>
          <a:prstGeom prst="rect">
            <a:avLst/>
          </a:prstGeom>
        </p:spPr>
      </p:pic>
      <p:sp>
        <p:nvSpPr>
          <p:cNvPr id="15" name="Shape 1"/>
          <p:cNvSpPr/>
          <p:nvPr/>
        </p:nvSpPr>
        <p:spPr>
          <a:xfrm>
            <a:off x="68580" y="5344668"/>
            <a:ext cx="329184" cy="310896"/>
          </a:xfrm>
          <a:prstGeom prst="roundRect">
            <a:avLst/>
          </a:prstGeom>
          <a:solidFill>
            <a:srgbClr val="FDE8EA"/>
          </a:solidFill>
          <a:ln w="6350">
            <a:solidFill>
              <a:srgbClr val="FDE8EA"/>
            </a:solidFill>
            <a:prstDash val="solid"/>
          </a:ln>
        </p:spPr>
      </p:sp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4592" y="5417820"/>
            <a:ext cx="137160" cy="137160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118872" y="6382512"/>
            <a:ext cx="246888" cy="246888"/>
          </a:xfrm>
          <a:prstGeom prst="roundRect">
            <a:avLst/>
          </a:prstGeom>
          <a:solidFill>
            <a:srgbClr val="C5005E"/>
          </a:solidFill>
          <a:ln w="6350">
            <a:solidFill>
              <a:srgbClr val="C5005E"/>
            </a:solidFill>
            <a:prstDash val="solid"/>
          </a:ln>
        </p:spPr>
      </p:sp>
      <p:sp>
        <p:nvSpPr>
          <p:cNvPr id="18" name="Text 3"/>
          <p:cNvSpPr/>
          <p:nvPr/>
        </p:nvSpPr>
        <p:spPr>
          <a:xfrm>
            <a:off x="118872" y="63825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4"/>
          <p:cNvSpPr/>
          <p:nvPr/>
        </p:nvSpPr>
        <p:spPr>
          <a:xfrm>
            <a:off x="704088" y="16459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</a:t>
            </a:r>
            <a:endParaRPr lang="en-US" sz="1700" dirty="0"/>
          </a:p>
        </p:txBody>
      </p:sp>
      <p:sp>
        <p:nvSpPr>
          <p:cNvPr id="20" name="Text 5"/>
          <p:cNvSpPr/>
          <p:nvPr/>
        </p:nvSpPr>
        <p:spPr>
          <a:xfrm>
            <a:off x="1143000" y="164592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1700" dirty="0"/>
          </a:p>
        </p:txBody>
      </p:sp>
      <p:sp>
        <p:nvSpPr>
          <p:cNvPr id="21" name="Text 6"/>
          <p:cNvSpPr/>
          <p:nvPr/>
        </p:nvSpPr>
        <p:spPr>
          <a:xfrm>
            <a:off x="1673352" y="16459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Text 7"/>
          <p:cNvSpPr/>
          <p:nvPr/>
        </p:nvSpPr>
        <p:spPr>
          <a:xfrm>
            <a:off x="9491472" y="182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 abhay.hs1@vodafone.com</a:t>
            </a:r>
            <a:endParaRPr lang="en-US" sz="740" dirty="0"/>
          </a:p>
        </p:txBody>
      </p:sp>
      <p:sp>
        <p:nvSpPr>
          <p:cNvPr id="23" name="Shape 8"/>
          <p:cNvSpPr/>
          <p:nvPr/>
        </p:nvSpPr>
        <p:spPr>
          <a:xfrm>
            <a:off x="11265408" y="128016"/>
            <a:ext cx="493776" cy="27432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56848" y="210312"/>
            <a:ext cx="91440" cy="91440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94592" y="210312"/>
            <a:ext cx="91440" cy="91440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603504" y="640080"/>
            <a:ext cx="11393424" cy="32918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713232" y="6949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Training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595360" y="6949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assigned learning and stay resilient.</a:t>
            </a:r>
            <a:endParaRPr lang="en-US" sz="800" dirty="0"/>
          </a:p>
        </p:txBody>
      </p:sp>
      <p:sp>
        <p:nvSpPr>
          <p:cNvPr id="29" name="Text 12"/>
          <p:cNvSpPr/>
          <p:nvPr/>
        </p:nvSpPr>
        <p:spPr>
          <a:xfrm>
            <a:off x="694944" y="11247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3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650" dirty="0"/>
          </a:p>
        </p:txBody>
      </p:sp>
      <p:sp>
        <p:nvSpPr>
          <p:cNvPr id="30" name="Text 13"/>
          <p:cNvSpPr/>
          <p:nvPr/>
        </p:nvSpPr>
        <p:spPr>
          <a:xfrm>
            <a:off x="694944" y="1271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10</a:t>
            </a:r>
            <a:endParaRPr lang="en-US" sz="2300" dirty="0"/>
          </a:p>
        </p:txBody>
      </p:sp>
      <p:sp>
        <p:nvSpPr>
          <p:cNvPr id="31" name="Text 14"/>
          <p:cNvSpPr/>
          <p:nvPr/>
        </p:nvSpPr>
        <p:spPr>
          <a:xfrm>
            <a:off x="694944" y="157276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response. A final score of 80% is required.</a:t>
            </a:r>
            <a:endParaRPr lang="en-US" sz="820" dirty="0"/>
          </a:p>
        </p:txBody>
      </p:sp>
      <p:sp>
        <p:nvSpPr>
          <p:cNvPr id="32" name="Shape 15"/>
          <p:cNvSpPr/>
          <p:nvPr/>
        </p:nvSpPr>
        <p:spPr>
          <a:xfrm>
            <a:off x="8732520" y="1271016"/>
            <a:ext cx="3063240" cy="43891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3" name="Text 16"/>
          <p:cNvSpPr/>
          <p:nvPr/>
        </p:nvSpPr>
        <p:spPr>
          <a:xfrm>
            <a:off x="8942832" y="13075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34" name="Text 17"/>
          <p:cNvSpPr/>
          <p:nvPr/>
        </p:nvSpPr>
        <p:spPr>
          <a:xfrm>
            <a:off x="8942832" y="149047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550" dirty="0"/>
          </a:p>
        </p:txBody>
      </p:sp>
      <p:sp>
        <p:nvSpPr>
          <p:cNvPr id="35" name="Text 18"/>
          <p:cNvSpPr/>
          <p:nvPr/>
        </p:nvSpPr>
        <p:spPr>
          <a:xfrm>
            <a:off x="9857232" y="13075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36" name="Text 19"/>
          <p:cNvSpPr/>
          <p:nvPr/>
        </p:nvSpPr>
        <p:spPr>
          <a:xfrm>
            <a:off x="9774936" y="1490472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SCORE</a:t>
            </a:r>
            <a:endParaRPr lang="en-US" sz="550" dirty="0"/>
          </a:p>
        </p:txBody>
      </p:sp>
      <p:sp>
        <p:nvSpPr>
          <p:cNvPr id="37" name="Text 20"/>
          <p:cNvSpPr/>
          <p:nvPr/>
        </p:nvSpPr>
        <p:spPr>
          <a:xfrm>
            <a:off x="10945368" y="1307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Text 21"/>
          <p:cNvSpPr/>
          <p:nvPr/>
        </p:nvSpPr>
        <p:spPr>
          <a:xfrm>
            <a:off x="10863072" y="149047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550" dirty="0"/>
          </a:p>
        </p:txBody>
      </p:sp>
      <p:sp>
        <p:nvSpPr>
          <p:cNvPr id="39" name="Shape 22"/>
          <p:cNvSpPr/>
          <p:nvPr/>
        </p:nvSpPr>
        <p:spPr>
          <a:xfrm>
            <a:off x="694944" y="1865376"/>
            <a:ext cx="11109960" cy="3931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23"/>
          <p:cNvSpPr/>
          <p:nvPr/>
        </p:nvSpPr>
        <p:spPr>
          <a:xfrm>
            <a:off x="905256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41" name="Text 24"/>
          <p:cNvSpPr/>
          <p:nvPr/>
        </p:nvSpPr>
        <p:spPr>
          <a:xfrm>
            <a:off x="905256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42" name="Text 25"/>
          <p:cNvSpPr/>
          <p:nvPr/>
        </p:nvSpPr>
        <p:spPr>
          <a:xfrm>
            <a:off x="1207008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TRAINED</a:t>
            </a:r>
            <a:endParaRPr lang="en-US" sz="800" dirty="0"/>
          </a:p>
        </p:txBody>
      </p:sp>
      <p:sp>
        <p:nvSpPr>
          <p:cNvPr id="43" name="Text 26"/>
          <p:cNvSpPr/>
          <p:nvPr/>
        </p:nvSpPr>
        <p:spPr>
          <a:xfrm>
            <a:off x="2990088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10" dirty="0"/>
          </a:p>
        </p:txBody>
      </p:sp>
      <p:sp>
        <p:nvSpPr>
          <p:cNvPr id="44" name="Shape 27"/>
          <p:cNvSpPr/>
          <p:nvPr/>
        </p:nvSpPr>
        <p:spPr>
          <a:xfrm>
            <a:off x="4416552" y="1874520"/>
            <a:ext cx="3675888" cy="37490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45" name="Shape 28"/>
          <p:cNvSpPr/>
          <p:nvPr/>
        </p:nvSpPr>
        <p:spPr>
          <a:xfrm>
            <a:off x="4617720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46" name="Text 29"/>
          <p:cNvSpPr/>
          <p:nvPr/>
        </p:nvSpPr>
        <p:spPr>
          <a:xfrm>
            <a:off x="4617720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0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Text 30"/>
          <p:cNvSpPr/>
          <p:nvPr/>
        </p:nvSpPr>
        <p:spPr>
          <a:xfrm>
            <a:off x="4919472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QUIZ</a:t>
            </a:r>
            <a:endParaRPr lang="en-US" sz="800" dirty="0"/>
          </a:p>
        </p:txBody>
      </p:sp>
      <p:sp>
        <p:nvSpPr>
          <p:cNvPr id="48" name="Text 31"/>
          <p:cNvSpPr/>
          <p:nvPr/>
        </p:nvSpPr>
        <p:spPr>
          <a:xfrm>
            <a:off x="6702552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CB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step</a:t>
            </a:r>
            <a:endParaRPr lang="en-US" sz="610" dirty="0"/>
          </a:p>
        </p:txBody>
      </p:sp>
      <p:sp>
        <p:nvSpPr>
          <p:cNvPr id="49" name="Shape 32"/>
          <p:cNvSpPr/>
          <p:nvPr/>
        </p:nvSpPr>
        <p:spPr>
          <a:xfrm>
            <a:off x="8330184" y="1952244"/>
            <a:ext cx="201168" cy="201168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50" name="Text 33"/>
          <p:cNvSpPr/>
          <p:nvPr/>
        </p:nvSpPr>
        <p:spPr>
          <a:xfrm>
            <a:off x="8330184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1" name="Text 34"/>
          <p:cNvSpPr/>
          <p:nvPr/>
        </p:nvSpPr>
        <p:spPr>
          <a:xfrm>
            <a:off x="8631936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800" dirty="0"/>
          </a:p>
        </p:txBody>
      </p:sp>
      <p:sp>
        <p:nvSpPr>
          <p:cNvPr id="52" name="Text 35"/>
          <p:cNvSpPr/>
          <p:nvPr/>
        </p:nvSpPr>
        <p:spPr>
          <a:xfrm>
            <a:off x="10415016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610" dirty="0"/>
          </a:p>
        </p:txBody>
      </p:sp>
      <p:sp>
        <p:nvSpPr>
          <p:cNvPr id="53" name="Shape 36"/>
          <p:cNvSpPr/>
          <p:nvPr/>
        </p:nvSpPr>
        <p:spPr>
          <a:xfrm>
            <a:off x="694944" y="2395728"/>
            <a:ext cx="11109960" cy="370332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4" name="Shape 37"/>
          <p:cNvSpPr/>
          <p:nvPr/>
        </p:nvSpPr>
        <p:spPr>
          <a:xfrm>
            <a:off x="877824" y="2578608"/>
            <a:ext cx="7635240" cy="33192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38"/>
          <p:cNvSpPr/>
          <p:nvPr/>
        </p:nvSpPr>
        <p:spPr>
          <a:xfrm>
            <a:off x="1078992" y="2779776"/>
            <a:ext cx="768096" cy="18288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6" name="Text 39"/>
          <p:cNvSpPr/>
          <p:nvPr/>
        </p:nvSpPr>
        <p:spPr>
          <a:xfrm>
            <a:off x="1078992" y="279806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06</a:t>
            </a:r>
            <a:endParaRPr lang="en-US" sz="530" dirty="0"/>
          </a:p>
        </p:txBody>
      </p:sp>
      <p:sp>
        <p:nvSpPr>
          <p:cNvPr id="57" name="Text 40"/>
          <p:cNvSpPr/>
          <p:nvPr/>
        </p:nvSpPr>
        <p:spPr>
          <a:xfrm>
            <a:off x="1078992" y="30906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IT Support email</a:t>
            </a:r>
            <a:endParaRPr lang="en-US" sz="1300" dirty="0"/>
          </a:p>
        </p:txBody>
      </p:sp>
      <p:sp>
        <p:nvSpPr>
          <p:cNvPr id="58" name="Text 41"/>
          <p:cNvSpPr/>
          <p:nvPr/>
        </p:nvSpPr>
        <p:spPr>
          <a:xfrm>
            <a:off x="1078992" y="3401568"/>
            <a:ext cx="7022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 an unexpected email stating that your corporate password expires in two hours. The message contains a link requiring immediate login.</a:t>
            </a:r>
            <a:endParaRPr lang="en-US" sz="930" dirty="0"/>
          </a:p>
        </p:txBody>
      </p:sp>
      <p:sp>
        <p:nvSpPr>
          <p:cNvPr id="59" name="Shape 42"/>
          <p:cNvSpPr/>
          <p:nvPr/>
        </p:nvSpPr>
        <p:spPr>
          <a:xfrm>
            <a:off x="1078992" y="3941064"/>
            <a:ext cx="7022592" cy="310896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Shape 43"/>
          <p:cNvSpPr/>
          <p:nvPr/>
        </p:nvSpPr>
        <p:spPr>
          <a:xfrm>
            <a:off x="1179576" y="4000500"/>
            <a:ext cx="201168" cy="201168"/>
          </a:xfrm>
          <a:prstGeom prst="round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1" name="Text 44"/>
          <p:cNvSpPr/>
          <p:nvPr/>
        </p:nvSpPr>
        <p:spPr>
          <a:xfrm>
            <a:off x="1179576" y="40005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62" name="Text 45"/>
          <p:cNvSpPr/>
          <p:nvPr/>
        </p:nvSpPr>
        <p:spPr>
          <a:xfrm>
            <a:off x="1508760" y="3991356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link immediately to prevent losing access.</a:t>
            </a:r>
            <a:endParaRPr lang="en-US" sz="720" dirty="0"/>
          </a:p>
        </p:txBody>
      </p:sp>
      <p:sp>
        <p:nvSpPr>
          <p:cNvPr id="63" name="Shape 46"/>
          <p:cNvSpPr/>
          <p:nvPr/>
        </p:nvSpPr>
        <p:spPr>
          <a:xfrm>
            <a:off x="7799832" y="4037076"/>
            <a:ext cx="109728" cy="109728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64" name="Shape 47"/>
          <p:cNvSpPr/>
          <p:nvPr/>
        </p:nvSpPr>
        <p:spPr>
          <a:xfrm>
            <a:off x="1078992" y="4334256"/>
            <a:ext cx="7022592" cy="310896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1179576" y="4393692"/>
            <a:ext cx="201168" cy="201168"/>
          </a:xfrm>
          <a:prstGeom prst="round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6" name="Text 49"/>
          <p:cNvSpPr/>
          <p:nvPr/>
        </p:nvSpPr>
        <p:spPr>
          <a:xfrm>
            <a:off x="1179576" y="43936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50" dirty="0"/>
          </a:p>
        </p:txBody>
      </p:sp>
      <p:sp>
        <p:nvSpPr>
          <p:cNvPr id="67" name="Text 50"/>
          <p:cNvSpPr/>
          <p:nvPr/>
        </p:nvSpPr>
        <p:spPr>
          <a:xfrm>
            <a:off x="1508760" y="4384548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email to a personal account to inspect it.</a:t>
            </a:r>
            <a:endParaRPr lang="en-US" sz="720" dirty="0"/>
          </a:p>
        </p:txBody>
      </p:sp>
      <p:sp>
        <p:nvSpPr>
          <p:cNvPr id="68" name="Shape 51"/>
          <p:cNvSpPr/>
          <p:nvPr/>
        </p:nvSpPr>
        <p:spPr>
          <a:xfrm>
            <a:off x="7799832" y="4430268"/>
            <a:ext cx="109728" cy="109728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69" name="Shape 52"/>
          <p:cNvSpPr/>
          <p:nvPr/>
        </p:nvSpPr>
        <p:spPr>
          <a:xfrm>
            <a:off x="1078992" y="4727448"/>
            <a:ext cx="7022592" cy="310896"/>
          </a:xfrm>
          <a:prstGeom prst="roundRect">
            <a:avLst/>
          </a:prstGeom>
          <a:solidFill>
            <a:srgbClr val="F4F1FD"/>
          </a:solidFill>
          <a:ln w="6350">
            <a:solidFill>
              <a:srgbClr val="7663B4"/>
            </a:solidFill>
            <a:prstDash val="solid"/>
          </a:ln>
        </p:spPr>
      </p:sp>
      <p:sp>
        <p:nvSpPr>
          <p:cNvPr id="70" name="Shape 53"/>
          <p:cNvSpPr/>
          <p:nvPr/>
        </p:nvSpPr>
        <p:spPr>
          <a:xfrm>
            <a:off x="1179576" y="4786884"/>
            <a:ext cx="201168" cy="201168"/>
          </a:xfrm>
          <a:prstGeom prst="roundRect">
            <a:avLst/>
          </a:prstGeom>
          <a:solidFill>
            <a:srgbClr val="7663B4"/>
          </a:solidFill>
          <a:ln w="6350">
            <a:solidFill>
              <a:srgbClr val="7663B4"/>
            </a:solidFill>
            <a:prstDash val="solid"/>
          </a:ln>
        </p:spPr>
      </p:sp>
      <p:sp>
        <p:nvSpPr>
          <p:cNvPr id="71" name="Text 54"/>
          <p:cNvSpPr/>
          <p:nvPr/>
        </p:nvSpPr>
        <p:spPr>
          <a:xfrm>
            <a:off x="1179576" y="47868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72" name="Text 55"/>
          <p:cNvSpPr/>
          <p:nvPr/>
        </p:nvSpPr>
        <p:spPr>
          <a:xfrm>
            <a:off x="1508760" y="4777740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it using the phishing tool and verify with IT independently.</a:t>
            </a:r>
            <a:endParaRPr lang="en-US" sz="720" dirty="0"/>
          </a:p>
        </p:txBody>
      </p:sp>
      <p:sp>
        <p:nvSpPr>
          <p:cNvPr id="73" name="Shape 56"/>
          <p:cNvSpPr/>
          <p:nvPr/>
        </p:nvSpPr>
        <p:spPr>
          <a:xfrm>
            <a:off x="7799832" y="4823460"/>
            <a:ext cx="109728" cy="109728"/>
          </a:xfrm>
          <a:prstGeom prst="ellipse">
            <a:avLst/>
          </a:prstGeom>
          <a:solidFill>
            <a:srgbClr val="7663B4"/>
          </a:solidFill>
          <a:ln w="8890">
            <a:solidFill>
              <a:srgbClr val="7663B4"/>
            </a:solidFill>
            <a:prstDash val="solid"/>
          </a:ln>
        </p:spPr>
      </p:sp>
      <p:sp>
        <p:nvSpPr>
          <p:cNvPr id="74" name="Shape 57"/>
          <p:cNvSpPr/>
          <p:nvPr/>
        </p:nvSpPr>
        <p:spPr>
          <a:xfrm>
            <a:off x="1078992" y="5120640"/>
            <a:ext cx="7022592" cy="310896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1179576" y="5180076"/>
            <a:ext cx="201168" cy="201168"/>
          </a:xfrm>
          <a:prstGeom prst="round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76" name="Text 59"/>
          <p:cNvSpPr/>
          <p:nvPr/>
        </p:nvSpPr>
        <p:spPr>
          <a:xfrm>
            <a:off x="1179576" y="51800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650" dirty="0"/>
          </a:p>
        </p:txBody>
      </p:sp>
      <p:sp>
        <p:nvSpPr>
          <p:cNvPr id="77" name="Text 60"/>
          <p:cNvSpPr/>
          <p:nvPr/>
        </p:nvSpPr>
        <p:spPr>
          <a:xfrm>
            <a:off x="1508760" y="5170932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to the sender asking for confirmation.</a:t>
            </a:r>
            <a:endParaRPr lang="en-US" sz="720" dirty="0"/>
          </a:p>
        </p:txBody>
      </p:sp>
      <p:sp>
        <p:nvSpPr>
          <p:cNvPr id="78" name="Shape 61"/>
          <p:cNvSpPr/>
          <p:nvPr/>
        </p:nvSpPr>
        <p:spPr>
          <a:xfrm>
            <a:off x="7799832" y="5216652"/>
            <a:ext cx="109728" cy="109728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79" name="Shape 62"/>
          <p:cNvSpPr/>
          <p:nvPr/>
        </p:nvSpPr>
        <p:spPr>
          <a:xfrm>
            <a:off x="6272784" y="5495544"/>
            <a:ext cx="1828800" cy="29260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80" name="Text 63"/>
          <p:cNvSpPr/>
          <p:nvPr/>
        </p:nvSpPr>
        <p:spPr>
          <a:xfrm>
            <a:off x="6464808" y="553212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answer</a:t>
            </a:r>
            <a:endParaRPr lang="en-US" sz="710" dirty="0"/>
          </a:p>
        </p:txBody>
      </p:sp>
      <p:sp>
        <p:nvSpPr>
          <p:cNvPr id="81" name="Shape 64"/>
          <p:cNvSpPr/>
          <p:nvPr/>
        </p:nvSpPr>
        <p:spPr>
          <a:xfrm>
            <a:off x="8677656" y="2578608"/>
            <a:ext cx="2944368" cy="33192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65"/>
          <p:cNvSpPr/>
          <p:nvPr/>
        </p:nvSpPr>
        <p:spPr>
          <a:xfrm>
            <a:off x="8915400" y="27889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status</a:t>
            </a:r>
            <a:endParaRPr lang="en-US" sz="1150" dirty="0"/>
          </a:p>
        </p:txBody>
      </p:sp>
      <p:sp>
        <p:nvSpPr>
          <p:cNvPr id="83" name="Text 66"/>
          <p:cNvSpPr/>
          <p:nvPr/>
        </p:nvSpPr>
        <p:spPr>
          <a:xfrm>
            <a:off x="8915400" y="303580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score</a:t>
            </a:r>
            <a:endParaRPr lang="en-US" sz="620" dirty="0"/>
          </a:p>
        </p:txBody>
      </p:sp>
      <p:sp>
        <p:nvSpPr>
          <p:cNvPr id="84" name="Text 67"/>
          <p:cNvSpPr/>
          <p:nvPr/>
        </p:nvSpPr>
        <p:spPr>
          <a:xfrm>
            <a:off x="8915400" y="31821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500" dirty="0"/>
          </a:p>
        </p:txBody>
      </p:sp>
      <p:sp>
        <p:nvSpPr>
          <p:cNvPr id="85" name="Shape 68"/>
          <p:cNvSpPr/>
          <p:nvPr/>
        </p:nvSpPr>
        <p:spPr>
          <a:xfrm>
            <a:off x="10186416" y="3127248"/>
            <a:ext cx="1143000" cy="310896"/>
          </a:xfrm>
          <a:prstGeom prst="roundRect">
            <a:avLst/>
          </a:prstGeom>
          <a:solidFill>
            <a:srgbClr val="E3F4DF"/>
          </a:solidFill>
          <a:ln w="6350">
            <a:solidFill>
              <a:srgbClr val="E3F4DF"/>
            </a:solidFill>
            <a:prstDash val="solid"/>
          </a:ln>
        </p:spPr>
      </p:sp>
      <p:pic>
        <p:nvPicPr>
          <p:cNvPr id="8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341864" y="3227832"/>
            <a:ext cx="100584" cy="100584"/>
          </a:xfrm>
          <a:prstGeom prst="rect">
            <a:avLst/>
          </a:prstGeom>
        </p:spPr>
      </p:pic>
      <p:sp>
        <p:nvSpPr>
          <p:cNvPr id="87" name="Text 69"/>
          <p:cNvSpPr/>
          <p:nvPr/>
        </p:nvSpPr>
        <p:spPr>
          <a:xfrm>
            <a:off x="10506456" y="31912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</a:t>
            </a:r>
            <a:endParaRPr lang="en-US" sz="640" dirty="0"/>
          </a:p>
        </p:txBody>
      </p:sp>
      <p:sp>
        <p:nvSpPr>
          <p:cNvPr id="88" name="Shape 70"/>
          <p:cNvSpPr/>
          <p:nvPr/>
        </p:nvSpPr>
        <p:spPr>
          <a:xfrm>
            <a:off x="8915400" y="3630168"/>
            <a:ext cx="2468880" cy="9144"/>
          </a:xfrm>
          <a:prstGeom prst="rect">
            <a:avLst/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9" name="Text 71"/>
          <p:cNvSpPr/>
          <p:nvPr/>
        </p:nvSpPr>
        <p:spPr>
          <a:xfrm>
            <a:off x="8915400" y="3813048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navigator</a:t>
            </a:r>
            <a:endParaRPr lang="en-US" sz="960" dirty="0"/>
          </a:p>
        </p:txBody>
      </p:sp>
      <p:sp>
        <p:nvSpPr>
          <p:cNvPr id="90" name="Shape 72"/>
          <p:cNvSpPr/>
          <p:nvPr/>
        </p:nvSpPr>
        <p:spPr>
          <a:xfrm>
            <a:off x="8915400" y="4151376"/>
            <a:ext cx="347472" cy="292608"/>
          </a:xfrm>
          <a:prstGeom prst="roundRect">
            <a:avLst/>
          </a:prstGeom>
          <a:solidFill>
            <a:srgbClr val="E3F4DF"/>
          </a:solidFill>
          <a:ln w="6350">
            <a:solidFill>
              <a:srgbClr val="E3F4DF"/>
            </a:solidFill>
            <a:prstDash val="solid"/>
          </a:ln>
        </p:spPr>
      </p:sp>
      <p:sp>
        <p:nvSpPr>
          <p:cNvPr id="91" name="Text 73"/>
          <p:cNvSpPr/>
          <p:nvPr/>
        </p:nvSpPr>
        <p:spPr>
          <a:xfrm>
            <a:off x="8915400" y="41513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92" name="Shape 74"/>
          <p:cNvSpPr/>
          <p:nvPr/>
        </p:nvSpPr>
        <p:spPr>
          <a:xfrm>
            <a:off x="9381744" y="4151376"/>
            <a:ext cx="347472" cy="292608"/>
          </a:xfrm>
          <a:prstGeom prst="roundRect">
            <a:avLst/>
          </a:prstGeom>
          <a:solidFill>
            <a:srgbClr val="FFE4E8"/>
          </a:solidFill>
          <a:ln w="6350">
            <a:solidFill>
              <a:srgbClr val="FFE4E8"/>
            </a:solidFill>
            <a:prstDash val="solid"/>
          </a:ln>
        </p:spPr>
      </p:sp>
      <p:sp>
        <p:nvSpPr>
          <p:cNvPr id="93" name="Text 75"/>
          <p:cNvSpPr/>
          <p:nvPr/>
        </p:nvSpPr>
        <p:spPr>
          <a:xfrm>
            <a:off x="9381744" y="41513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94" name="Shape 76"/>
          <p:cNvSpPr/>
          <p:nvPr/>
        </p:nvSpPr>
        <p:spPr>
          <a:xfrm>
            <a:off x="9848088" y="4151376"/>
            <a:ext cx="347472" cy="292608"/>
          </a:xfrm>
          <a:prstGeom prst="roundRect">
            <a:avLst/>
          </a:prstGeom>
          <a:solidFill>
            <a:srgbClr val="E3F4DF"/>
          </a:solidFill>
          <a:ln w="6350">
            <a:solidFill>
              <a:srgbClr val="E3F4DF"/>
            </a:solidFill>
            <a:prstDash val="solid"/>
          </a:ln>
        </p:spPr>
      </p:sp>
      <p:sp>
        <p:nvSpPr>
          <p:cNvPr id="95" name="Text 77"/>
          <p:cNvSpPr/>
          <p:nvPr/>
        </p:nvSpPr>
        <p:spPr>
          <a:xfrm>
            <a:off x="9848088" y="41513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96" name="Shape 78"/>
          <p:cNvSpPr/>
          <p:nvPr/>
        </p:nvSpPr>
        <p:spPr>
          <a:xfrm>
            <a:off x="10314432" y="4151376"/>
            <a:ext cx="347472" cy="292608"/>
          </a:xfrm>
          <a:prstGeom prst="roundRect">
            <a:avLst/>
          </a:prstGeom>
          <a:solidFill>
            <a:srgbClr val="E3F4DF"/>
          </a:solidFill>
          <a:ln w="6350">
            <a:solidFill>
              <a:srgbClr val="E3F4DF"/>
            </a:solidFill>
            <a:prstDash val="solid"/>
          </a:ln>
        </p:spPr>
      </p:sp>
      <p:sp>
        <p:nvSpPr>
          <p:cNvPr id="97" name="Text 79"/>
          <p:cNvSpPr/>
          <p:nvPr/>
        </p:nvSpPr>
        <p:spPr>
          <a:xfrm>
            <a:off x="10314432" y="41513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98" name="Shape 80"/>
          <p:cNvSpPr/>
          <p:nvPr/>
        </p:nvSpPr>
        <p:spPr>
          <a:xfrm>
            <a:off x="10780776" y="4151376"/>
            <a:ext cx="347472" cy="292608"/>
          </a:xfrm>
          <a:prstGeom prst="roundRect">
            <a:avLst/>
          </a:prstGeom>
          <a:solidFill>
            <a:srgbClr val="FFE4E8"/>
          </a:solidFill>
          <a:ln w="6350">
            <a:solidFill>
              <a:srgbClr val="FFE4E8"/>
            </a:solidFill>
            <a:prstDash val="solid"/>
          </a:ln>
        </p:spPr>
      </p:sp>
      <p:sp>
        <p:nvSpPr>
          <p:cNvPr id="99" name="Text 81"/>
          <p:cNvSpPr/>
          <p:nvPr/>
        </p:nvSpPr>
        <p:spPr>
          <a:xfrm>
            <a:off x="10780776" y="41513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100" name="Shape 82"/>
          <p:cNvSpPr/>
          <p:nvPr/>
        </p:nvSpPr>
        <p:spPr>
          <a:xfrm>
            <a:off x="8915400" y="4562856"/>
            <a:ext cx="347472" cy="292608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101" name="Text 83"/>
          <p:cNvSpPr/>
          <p:nvPr/>
        </p:nvSpPr>
        <p:spPr>
          <a:xfrm>
            <a:off x="8915400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02" name="Shape 84"/>
          <p:cNvSpPr/>
          <p:nvPr/>
        </p:nvSpPr>
        <p:spPr>
          <a:xfrm>
            <a:off x="9381744" y="4562856"/>
            <a:ext cx="34747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3" name="Text 85"/>
          <p:cNvSpPr/>
          <p:nvPr/>
        </p:nvSpPr>
        <p:spPr>
          <a:xfrm>
            <a:off x="9381744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04" name="Shape 86"/>
          <p:cNvSpPr/>
          <p:nvPr/>
        </p:nvSpPr>
        <p:spPr>
          <a:xfrm>
            <a:off x="9848088" y="4562856"/>
            <a:ext cx="34747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5" name="Text 87"/>
          <p:cNvSpPr/>
          <p:nvPr/>
        </p:nvSpPr>
        <p:spPr>
          <a:xfrm>
            <a:off x="9848088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106" name="Shape 88"/>
          <p:cNvSpPr/>
          <p:nvPr/>
        </p:nvSpPr>
        <p:spPr>
          <a:xfrm>
            <a:off x="10314432" y="4562856"/>
            <a:ext cx="34747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7" name="Text 89"/>
          <p:cNvSpPr/>
          <p:nvPr/>
        </p:nvSpPr>
        <p:spPr>
          <a:xfrm>
            <a:off x="10314432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108" name="Shape 90"/>
          <p:cNvSpPr/>
          <p:nvPr/>
        </p:nvSpPr>
        <p:spPr>
          <a:xfrm>
            <a:off x="10780776" y="4562856"/>
            <a:ext cx="34747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9" name="Text 91"/>
          <p:cNvSpPr/>
          <p:nvPr/>
        </p:nvSpPr>
        <p:spPr>
          <a:xfrm>
            <a:off x="10780776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10" name="Shape 92"/>
          <p:cNvSpPr/>
          <p:nvPr/>
        </p:nvSpPr>
        <p:spPr>
          <a:xfrm>
            <a:off x="8915400" y="5074920"/>
            <a:ext cx="2468880" cy="310896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1" name="Text 93"/>
          <p:cNvSpPr/>
          <p:nvPr/>
        </p:nvSpPr>
        <p:spPr>
          <a:xfrm>
            <a:off x="9262872" y="5129784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correct answers needed to pass</a:t>
            </a:r>
            <a:endParaRPr lang="en-US" sz="630" dirty="0"/>
          </a:p>
        </p:txBody>
      </p:sp>
      <p:sp>
        <p:nvSpPr>
          <p:cNvPr id="112" name="Shape 94"/>
          <p:cNvSpPr/>
          <p:nvPr/>
        </p:nvSpPr>
        <p:spPr>
          <a:xfrm>
            <a:off x="8915400" y="5495544"/>
            <a:ext cx="2468880" cy="246888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113" name="Text 95"/>
          <p:cNvSpPr/>
          <p:nvPr/>
        </p:nvSpPr>
        <p:spPr>
          <a:xfrm>
            <a:off x="9089136" y="55275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85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final score: 80%</a:t>
            </a:r>
            <a:endParaRPr lang="en-US" sz="6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466344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592" y="699516"/>
            <a:ext cx="137160" cy="137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592" y="1092708"/>
            <a:ext cx="137160" cy="137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592" y="1485900"/>
            <a:ext cx="137160" cy="13716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592" y="1879092"/>
            <a:ext cx="137160" cy="1371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92" y="2272284"/>
            <a:ext cx="137160" cy="13716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592" y="2665476"/>
            <a:ext cx="137160" cy="13716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592" y="3058668"/>
            <a:ext cx="137160" cy="13716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4592" y="3451860"/>
            <a:ext cx="137160" cy="13716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592" y="3845052"/>
            <a:ext cx="137160" cy="13716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4592" y="4238244"/>
            <a:ext cx="137160" cy="1371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4592" y="4631436"/>
            <a:ext cx="137160" cy="13716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592" y="5024628"/>
            <a:ext cx="137160" cy="137160"/>
          </a:xfrm>
          <a:prstGeom prst="rect">
            <a:avLst/>
          </a:prstGeom>
        </p:spPr>
      </p:pic>
      <p:sp>
        <p:nvSpPr>
          <p:cNvPr id="15" name="Shape 1"/>
          <p:cNvSpPr/>
          <p:nvPr/>
        </p:nvSpPr>
        <p:spPr>
          <a:xfrm>
            <a:off x="68580" y="5344668"/>
            <a:ext cx="329184" cy="310896"/>
          </a:xfrm>
          <a:prstGeom prst="roundRect">
            <a:avLst/>
          </a:prstGeom>
          <a:solidFill>
            <a:srgbClr val="FDE8EA"/>
          </a:solidFill>
          <a:ln w="6350">
            <a:solidFill>
              <a:srgbClr val="FDE8EA"/>
            </a:solidFill>
            <a:prstDash val="solid"/>
          </a:ln>
        </p:spPr>
      </p:sp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4592" y="5417820"/>
            <a:ext cx="137160" cy="137160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118872" y="6382512"/>
            <a:ext cx="246888" cy="246888"/>
          </a:xfrm>
          <a:prstGeom prst="roundRect">
            <a:avLst/>
          </a:prstGeom>
          <a:solidFill>
            <a:srgbClr val="C5005E"/>
          </a:solidFill>
          <a:ln w="6350">
            <a:solidFill>
              <a:srgbClr val="C5005E"/>
            </a:solidFill>
            <a:prstDash val="solid"/>
          </a:ln>
        </p:spPr>
      </p:sp>
      <p:sp>
        <p:nvSpPr>
          <p:cNvPr id="18" name="Text 3"/>
          <p:cNvSpPr/>
          <p:nvPr/>
        </p:nvSpPr>
        <p:spPr>
          <a:xfrm>
            <a:off x="118872" y="63825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4"/>
          <p:cNvSpPr/>
          <p:nvPr/>
        </p:nvSpPr>
        <p:spPr>
          <a:xfrm>
            <a:off x="704088" y="16459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</a:t>
            </a:r>
            <a:endParaRPr lang="en-US" sz="1700" dirty="0"/>
          </a:p>
        </p:txBody>
      </p:sp>
      <p:sp>
        <p:nvSpPr>
          <p:cNvPr id="20" name="Text 5"/>
          <p:cNvSpPr/>
          <p:nvPr/>
        </p:nvSpPr>
        <p:spPr>
          <a:xfrm>
            <a:off x="1143000" y="164592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1700" dirty="0"/>
          </a:p>
        </p:txBody>
      </p:sp>
      <p:sp>
        <p:nvSpPr>
          <p:cNvPr id="21" name="Text 6"/>
          <p:cNvSpPr/>
          <p:nvPr/>
        </p:nvSpPr>
        <p:spPr>
          <a:xfrm>
            <a:off x="1673352" y="16459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Text 7"/>
          <p:cNvSpPr/>
          <p:nvPr/>
        </p:nvSpPr>
        <p:spPr>
          <a:xfrm>
            <a:off x="9491472" y="182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 abhay.hs1@vodafone.com</a:t>
            </a:r>
            <a:endParaRPr lang="en-US" sz="740" dirty="0"/>
          </a:p>
        </p:txBody>
      </p:sp>
      <p:sp>
        <p:nvSpPr>
          <p:cNvPr id="23" name="Shape 8"/>
          <p:cNvSpPr/>
          <p:nvPr/>
        </p:nvSpPr>
        <p:spPr>
          <a:xfrm>
            <a:off x="11265408" y="128016"/>
            <a:ext cx="493776" cy="27432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56848" y="210312"/>
            <a:ext cx="91440" cy="91440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94592" y="210312"/>
            <a:ext cx="91440" cy="91440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603504" y="640080"/>
            <a:ext cx="11393424" cy="32918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713232" y="6949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Training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595360" y="6949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assigned learning and stay resilient.</a:t>
            </a:r>
            <a:endParaRPr lang="en-US" sz="800" dirty="0"/>
          </a:p>
        </p:txBody>
      </p:sp>
      <p:sp>
        <p:nvSpPr>
          <p:cNvPr id="29" name="Text 12"/>
          <p:cNvSpPr/>
          <p:nvPr/>
        </p:nvSpPr>
        <p:spPr>
          <a:xfrm>
            <a:off x="694944" y="11247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3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COMPLETION</a:t>
            </a:r>
            <a:endParaRPr lang="en-US" sz="650" dirty="0"/>
          </a:p>
        </p:txBody>
      </p:sp>
      <p:sp>
        <p:nvSpPr>
          <p:cNvPr id="30" name="Text 13"/>
          <p:cNvSpPr/>
          <p:nvPr/>
        </p:nvSpPr>
        <p:spPr>
          <a:xfrm>
            <a:off x="694944" y="1271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result</a:t>
            </a:r>
            <a:endParaRPr lang="en-US" sz="2300" dirty="0"/>
          </a:p>
        </p:txBody>
      </p:sp>
      <p:sp>
        <p:nvSpPr>
          <p:cNvPr id="31" name="Text 14"/>
          <p:cNvSpPr/>
          <p:nvPr/>
        </p:nvSpPr>
        <p:spPr>
          <a:xfrm>
            <a:off x="694944" y="157276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learning material and attempt the assessment again.</a:t>
            </a:r>
            <a:endParaRPr lang="en-US" sz="820" dirty="0"/>
          </a:p>
        </p:txBody>
      </p:sp>
      <p:sp>
        <p:nvSpPr>
          <p:cNvPr id="32" name="Shape 15"/>
          <p:cNvSpPr/>
          <p:nvPr/>
        </p:nvSpPr>
        <p:spPr>
          <a:xfrm>
            <a:off x="694944" y="1865376"/>
            <a:ext cx="11109960" cy="3931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16"/>
          <p:cNvSpPr/>
          <p:nvPr/>
        </p:nvSpPr>
        <p:spPr>
          <a:xfrm>
            <a:off x="905256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34" name="Text 17"/>
          <p:cNvSpPr/>
          <p:nvPr/>
        </p:nvSpPr>
        <p:spPr>
          <a:xfrm>
            <a:off x="905256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18"/>
          <p:cNvSpPr/>
          <p:nvPr/>
        </p:nvSpPr>
        <p:spPr>
          <a:xfrm>
            <a:off x="1207008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TRAINED</a:t>
            </a:r>
            <a:endParaRPr lang="en-US" sz="800" dirty="0"/>
          </a:p>
        </p:txBody>
      </p:sp>
      <p:sp>
        <p:nvSpPr>
          <p:cNvPr id="36" name="Text 19"/>
          <p:cNvSpPr/>
          <p:nvPr/>
        </p:nvSpPr>
        <p:spPr>
          <a:xfrm>
            <a:off x="2990088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10" dirty="0"/>
          </a:p>
        </p:txBody>
      </p:sp>
      <p:sp>
        <p:nvSpPr>
          <p:cNvPr id="37" name="Shape 20"/>
          <p:cNvSpPr/>
          <p:nvPr/>
        </p:nvSpPr>
        <p:spPr>
          <a:xfrm>
            <a:off x="4617720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38" name="Text 21"/>
          <p:cNvSpPr/>
          <p:nvPr/>
        </p:nvSpPr>
        <p:spPr>
          <a:xfrm>
            <a:off x="4617720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22"/>
          <p:cNvSpPr/>
          <p:nvPr/>
        </p:nvSpPr>
        <p:spPr>
          <a:xfrm>
            <a:off x="4919472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QUIZ</a:t>
            </a:r>
            <a:endParaRPr lang="en-US" sz="800" dirty="0"/>
          </a:p>
        </p:txBody>
      </p:sp>
      <p:sp>
        <p:nvSpPr>
          <p:cNvPr id="40" name="Text 23"/>
          <p:cNvSpPr/>
          <p:nvPr/>
        </p:nvSpPr>
        <p:spPr>
          <a:xfrm>
            <a:off x="6702552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10" dirty="0"/>
          </a:p>
        </p:txBody>
      </p:sp>
      <p:sp>
        <p:nvSpPr>
          <p:cNvPr id="41" name="Shape 24"/>
          <p:cNvSpPr/>
          <p:nvPr/>
        </p:nvSpPr>
        <p:spPr>
          <a:xfrm>
            <a:off x="8129016" y="1874520"/>
            <a:ext cx="3675888" cy="37490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42" name="Shape 25"/>
          <p:cNvSpPr/>
          <p:nvPr/>
        </p:nvSpPr>
        <p:spPr>
          <a:xfrm>
            <a:off x="8330184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43" name="Text 26"/>
          <p:cNvSpPr/>
          <p:nvPr/>
        </p:nvSpPr>
        <p:spPr>
          <a:xfrm>
            <a:off x="8330184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0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4" name="Text 27"/>
          <p:cNvSpPr/>
          <p:nvPr/>
        </p:nvSpPr>
        <p:spPr>
          <a:xfrm>
            <a:off x="8631936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800" dirty="0"/>
          </a:p>
        </p:txBody>
      </p:sp>
      <p:sp>
        <p:nvSpPr>
          <p:cNvPr id="45" name="Text 28"/>
          <p:cNvSpPr/>
          <p:nvPr/>
        </p:nvSpPr>
        <p:spPr>
          <a:xfrm>
            <a:off x="10415016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CB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step</a:t>
            </a:r>
            <a:endParaRPr lang="en-US" sz="610" dirty="0"/>
          </a:p>
        </p:txBody>
      </p:sp>
      <p:sp>
        <p:nvSpPr>
          <p:cNvPr id="46" name="Shape 29"/>
          <p:cNvSpPr/>
          <p:nvPr/>
        </p:nvSpPr>
        <p:spPr>
          <a:xfrm>
            <a:off x="694944" y="2441448"/>
            <a:ext cx="1517904" cy="1033272"/>
          </a:xfrm>
          <a:prstGeom prst="roundRect">
            <a:avLst/>
          </a:prstGeom>
          <a:solidFill>
            <a:srgbClr val="FFE4E8"/>
          </a:solidFill>
          <a:ln w="6350">
            <a:solidFill>
              <a:srgbClr val="FFE4E8"/>
            </a:solidFill>
            <a:prstDash val="solid"/>
          </a:ln>
        </p:spPr>
      </p:sp>
      <p:sp>
        <p:nvSpPr>
          <p:cNvPr id="47" name="Text 30"/>
          <p:cNvSpPr/>
          <p:nvPr/>
        </p:nvSpPr>
        <p:spPr>
          <a:xfrm>
            <a:off x="82296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passed</a:t>
            </a:r>
            <a:endParaRPr lang="en-US" sz="1500" dirty="0"/>
          </a:p>
        </p:txBody>
      </p:sp>
      <p:sp>
        <p:nvSpPr>
          <p:cNvPr id="48" name="Shape 31"/>
          <p:cNvSpPr/>
          <p:nvPr/>
        </p:nvSpPr>
        <p:spPr>
          <a:xfrm>
            <a:off x="2295144" y="2441448"/>
            <a:ext cx="9509760" cy="10332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487168" y="287121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learning is required</a:t>
            </a:r>
            <a:endParaRPr lang="en-US" sz="1200" dirty="0"/>
          </a:p>
        </p:txBody>
      </p:sp>
      <p:sp>
        <p:nvSpPr>
          <p:cNvPr id="50" name="Shape 33"/>
          <p:cNvSpPr/>
          <p:nvPr/>
        </p:nvSpPr>
        <p:spPr>
          <a:xfrm>
            <a:off x="694944" y="3575304"/>
            <a:ext cx="11109960" cy="254203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1" name="Shape 34"/>
          <p:cNvSpPr/>
          <p:nvPr/>
        </p:nvSpPr>
        <p:spPr>
          <a:xfrm>
            <a:off x="868680" y="3749040"/>
            <a:ext cx="6812280" cy="21579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52" name="Image 15" descr="/mnt/data/90fe54e720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87552" y="3858768"/>
            <a:ext cx="1874520" cy="187452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3154680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there</a:t>
            </a:r>
            <a:endParaRPr lang="en-US" sz="2400" dirty="0"/>
          </a:p>
        </p:txBody>
      </p:sp>
      <p:sp>
        <p:nvSpPr>
          <p:cNvPr id="54" name="Text 36"/>
          <p:cNvSpPr/>
          <p:nvPr/>
        </p:nvSpPr>
        <p:spPr>
          <a:xfrm>
            <a:off x="3154680" y="4352544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achieved 50%. The required score is 80%.</a:t>
            </a:r>
            <a:endParaRPr lang="en-US" sz="800" dirty="0"/>
          </a:p>
        </p:txBody>
      </p:sp>
      <p:sp>
        <p:nvSpPr>
          <p:cNvPr id="55" name="Shape 37"/>
          <p:cNvSpPr/>
          <p:nvPr/>
        </p:nvSpPr>
        <p:spPr>
          <a:xfrm>
            <a:off x="3154680" y="4672584"/>
            <a:ext cx="960120" cy="219456"/>
          </a:xfrm>
          <a:prstGeom prst="roundRect">
            <a:avLst/>
          </a:prstGeom>
          <a:solidFill>
            <a:srgbClr val="FFE4E8"/>
          </a:solidFill>
          <a:ln w="6350">
            <a:solidFill>
              <a:srgbClr val="FFE4E8"/>
            </a:solidFill>
            <a:prstDash val="solid"/>
          </a:ln>
        </p:spPr>
      </p:sp>
      <p:sp>
        <p:nvSpPr>
          <p:cNvPr id="56" name="Text 38"/>
          <p:cNvSpPr/>
          <p:nvPr/>
        </p:nvSpPr>
        <p:spPr>
          <a:xfrm>
            <a:off x="3154680" y="470001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 correct</a:t>
            </a:r>
            <a:endParaRPr lang="en-US" sz="650" dirty="0"/>
          </a:p>
        </p:txBody>
      </p:sp>
      <p:sp>
        <p:nvSpPr>
          <p:cNvPr id="57" name="Shape 39"/>
          <p:cNvSpPr/>
          <p:nvPr/>
        </p:nvSpPr>
        <p:spPr>
          <a:xfrm>
            <a:off x="3154680" y="5138928"/>
            <a:ext cx="2103120" cy="356616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58" name="Text 40"/>
          <p:cNvSpPr/>
          <p:nvPr/>
        </p:nvSpPr>
        <p:spPr>
          <a:xfrm>
            <a:off x="3337560" y="52029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Retake training</a:t>
            </a:r>
            <a:endParaRPr lang="en-US" sz="740" dirty="0"/>
          </a:p>
        </p:txBody>
      </p:sp>
      <p:sp>
        <p:nvSpPr>
          <p:cNvPr id="59" name="Shape 41"/>
          <p:cNvSpPr/>
          <p:nvPr/>
        </p:nvSpPr>
        <p:spPr>
          <a:xfrm>
            <a:off x="7845552" y="3749040"/>
            <a:ext cx="3776472" cy="21579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42"/>
          <p:cNvSpPr/>
          <p:nvPr/>
        </p:nvSpPr>
        <p:spPr>
          <a:xfrm>
            <a:off x="8083296" y="39410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summary</a:t>
            </a:r>
            <a:endParaRPr lang="en-US" sz="1200" dirty="0"/>
          </a:p>
        </p:txBody>
      </p:sp>
      <p:sp>
        <p:nvSpPr>
          <p:cNvPr id="61" name="Text 43"/>
          <p:cNvSpPr/>
          <p:nvPr/>
        </p:nvSpPr>
        <p:spPr>
          <a:xfrm>
            <a:off x="8083296" y="426110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</a:t>
            </a:r>
            <a:endParaRPr lang="en-US" sz="700" dirty="0"/>
          </a:p>
        </p:txBody>
      </p:sp>
      <p:sp>
        <p:nvSpPr>
          <p:cNvPr id="62" name="Text 44"/>
          <p:cNvSpPr/>
          <p:nvPr/>
        </p:nvSpPr>
        <p:spPr>
          <a:xfrm>
            <a:off x="10469880" y="4261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00" dirty="0"/>
          </a:p>
        </p:txBody>
      </p:sp>
      <p:sp>
        <p:nvSpPr>
          <p:cNvPr id="63" name="Text 45"/>
          <p:cNvSpPr/>
          <p:nvPr/>
        </p:nvSpPr>
        <p:spPr>
          <a:xfrm>
            <a:off x="8083296" y="45720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answers</a:t>
            </a:r>
            <a:endParaRPr lang="en-US" sz="700" dirty="0"/>
          </a:p>
        </p:txBody>
      </p:sp>
      <p:sp>
        <p:nvSpPr>
          <p:cNvPr id="64" name="Text 46"/>
          <p:cNvSpPr/>
          <p:nvPr/>
        </p:nvSpPr>
        <p:spPr>
          <a:xfrm>
            <a:off x="10469880" y="457200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10</a:t>
            </a:r>
            <a:endParaRPr lang="en-US" sz="800" dirty="0"/>
          </a:p>
        </p:txBody>
      </p:sp>
      <p:sp>
        <p:nvSpPr>
          <p:cNvPr id="65" name="Text 47"/>
          <p:cNvSpPr/>
          <p:nvPr/>
        </p:nvSpPr>
        <p:spPr>
          <a:xfrm>
            <a:off x="8083296" y="488289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points</a:t>
            </a:r>
            <a:endParaRPr lang="en-US" sz="700" dirty="0"/>
          </a:p>
        </p:txBody>
      </p:sp>
      <p:sp>
        <p:nvSpPr>
          <p:cNvPr id="66" name="Text 48"/>
          <p:cNvSpPr/>
          <p:nvPr/>
        </p:nvSpPr>
        <p:spPr>
          <a:xfrm>
            <a:off x="10469880" y="488289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</a:t>
            </a:r>
            <a:endParaRPr lang="en-US" sz="800" dirty="0"/>
          </a:p>
        </p:txBody>
      </p:sp>
      <p:sp>
        <p:nvSpPr>
          <p:cNvPr id="67" name="Text 49"/>
          <p:cNvSpPr/>
          <p:nvPr/>
        </p:nvSpPr>
        <p:spPr>
          <a:xfrm>
            <a:off x="8083296" y="5193792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points</a:t>
            </a:r>
            <a:endParaRPr lang="en-US" sz="700" dirty="0"/>
          </a:p>
        </p:txBody>
      </p:sp>
      <p:sp>
        <p:nvSpPr>
          <p:cNvPr id="68" name="Text 50"/>
          <p:cNvSpPr/>
          <p:nvPr/>
        </p:nvSpPr>
        <p:spPr>
          <a:xfrm>
            <a:off x="10469880" y="519379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466344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592" y="699516"/>
            <a:ext cx="137160" cy="137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592" y="1092708"/>
            <a:ext cx="137160" cy="137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592" y="1485900"/>
            <a:ext cx="137160" cy="13716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592" y="1879092"/>
            <a:ext cx="137160" cy="1371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92" y="2272284"/>
            <a:ext cx="137160" cy="13716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592" y="2665476"/>
            <a:ext cx="137160" cy="13716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592" y="3058668"/>
            <a:ext cx="137160" cy="13716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4592" y="3451860"/>
            <a:ext cx="137160" cy="13716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592" y="3845052"/>
            <a:ext cx="137160" cy="13716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4592" y="4238244"/>
            <a:ext cx="137160" cy="1371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4592" y="4631436"/>
            <a:ext cx="137160" cy="13716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592" y="5024628"/>
            <a:ext cx="137160" cy="137160"/>
          </a:xfrm>
          <a:prstGeom prst="rect">
            <a:avLst/>
          </a:prstGeom>
        </p:spPr>
      </p:pic>
      <p:sp>
        <p:nvSpPr>
          <p:cNvPr id="15" name="Shape 1"/>
          <p:cNvSpPr/>
          <p:nvPr/>
        </p:nvSpPr>
        <p:spPr>
          <a:xfrm>
            <a:off x="68580" y="5344668"/>
            <a:ext cx="329184" cy="310896"/>
          </a:xfrm>
          <a:prstGeom prst="roundRect">
            <a:avLst/>
          </a:prstGeom>
          <a:solidFill>
            <a:srgbClr val="FDE8EA"/>
          </a:solidFill>
          <a:ln w="6350">
            <a:solidFill>
              <a:srgbClr val="FDE8EA"/>
            </a:solidFill>
            <a:prstDash val="solid"/>
          </a:ln>
        </p:spPr>
      </p:sp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4592" y="5417820"/>
            <a:ext cx="137160" cy="137160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118872" y="6382512"/>
            <a:ext cx="246888" cy="246888"/>
          </a:xfrm>
          <a:prstGeom prst="roundRect">
            <a:avLst/>
          </a:prstGeom>
          <a:solidFill>
            <a:srgbClr val="C5005E"/>
          </a:solidFill>
          <a:ln w="6350">
            <a:solidFill>
              <a:srgbClr val="C5005E"/>
            </a:solidFill>
            <a:prstDash val="solid"/>
          </a:ln>
        </p:spPr>
      </p:sp>
      <p:sp>
        <p:nvSpPr>
          <p:cNvPr id="18" name="Text 3"/>
          <p:cNvSpPr/>
          <p:nvPr/>
        </p:nvSpPr>
        <p:spPr>
          <a:xfrm>
            <a:off x="118872" y="63825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4"/>
          <p:cNvSpPr/>
          <p:nvPr/>
        </p:nvSpPr>
        <p:spPr>
          <a:xfrm>
            <a:off x="704088" y="16459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</a:t>
            </a:r>
            <a:endParaRPr lang="en-US" sz="1700" dirty="0"/>
          </a:p>
        </p:txBody>
      </p:sp>
      <p:sp>
        <p:nvSpPr>
          <p:cNvPr id="20" name="Text 5"/>
          <p:cNvSpPr/>
          <p:nvPr/>
        </p:nvSpPr>
        <p:spPr>
          <a:xfrm>
            <a:off x="1143000" y="164592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1700" dirty="0"/>
          </a:p>
        </p:txBody>
      </p:sp>
      <p:sp>
        <p:nvSpPr>
          <p:cNvPr id="21" name="Text 6"/>
          <p:cNvSpPr/>
          <p:nvPr/>
        </p:nvSpPr>
        <p:spPr>
          <a:xfrm>
            <a:off x="1673352" y="16459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Text 7"/>
          <p:cNvSpPr/>
          <p:nvPr/>
        </p:nvSpPr>
        <p:spPr>
          <a:xfrm>
            <a:off x="9491472" y="182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 abhay.hs1@vodafone.com</a:t>
            </a:r>
            <a:endParaRPr lang="en-US" sz="740" dirty="0"/>
          </a:p>
        </p:txBody>
      </p:sp>
      <p:sp>
        <p:nvSpPr>
          <p:cNvPr id="23" name="Shape 8"/>
          <p:cNvSpPr/>
          <p:nvPr/>
        </p:nvSpPr>
        <p:spPr>
          <a:xfrm>
            <a:off x="11265408" y="128016"/>
            <a:ext cx="493776" cy="27432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56848" y="210312"/>
            <a:ext cx="91440" cy="91440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94592" y="210312"/>
            <a:ext cx="91440" cy="91440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603504" y="640080"/>
            <a:ext cx="11393424" cy="32918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713232" y="6949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Training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595360" y="6949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assigned learning and stay resilient.</a:t>
            </a:r>
            <a:endParaRPr lang="en-US" sz="800" dirty="0"/>
          </a:p>
        </p:txBody>
      </p:sp>
      <p:sp>
        <p:nvSpPr>
          <p:cNvPr id="29" name="Text 12"/>
          <p:cNvSpPr/>
          <p:nvPr/>
        </p:nvSpPr>
        <p:spPr>
          <a:xfrm>
            <a:off x="694944" y="11247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3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COMPLETION</a:t>
            </a:r>
            <a:endParaRPr lang="en-US" sz="650" dirty="0"/>
          </a:p>
        </p:txBody>
      </p:sp>
      <p:sp>
        <p:nvSpPr>
          <p:cNvPr id="30" name="Text 13"/>
          <p:cNvSpPr/>
          <p:nvPr/>
        </p:nvSpPr>
        <p:spPr>
          <a:xfrm>
            <a:off x="694944" y="1271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completed</a:t>
            </a:r>
            <a:endParaRPr lang="en-US" sz="2300" dirty="0"/>
          </a:p>
        </p:txBody>
      </p:sp>
      <p:sp>
        <p:nvSpPr>
          <p:cNvPr id="31" name="Text 14"/>
          <p:cNvSpPr/>
          <p:nvPr/>
        </p:nvSpPr>
        <p:spPr>
          <a:xfrm>
            <a:off x="694944" y="157276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required score was achieved successfully.</a:t>
            </a:r>
            <a:endParaRPr lang="en-US" sz="820" dirty="0"/>
          </a:p>
        </p:txBody>
      </p:sp>
      <p:sp>
        <p:nvSpPr>
          <p:cNvPr id="32" name="Shape 15"/>
          <p:cNvSpPr/>
          <p:nvPr/>
        </p:nvSpPr>
        <p:spPr>
          <a:xfrm>
            <a:off x="694944" y="1865376"/>
            <a:ext cx="11109960" cy="3931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16"/>
          <p:cNvSpPr/>
          <p:nvPr/>
        </p:nvSpPr>
        <p:spPr>
          <a:xfrm>
            <a:off x="905256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34" name="Text 17"/>
          <p:cNvSpPr/>
          <p:nvPr/>
        </p:nvSpPr>
        <p:spPr>
          <a:xfrm>
            <a:off x="905256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18"/>
          <p:cNvSpPr/>
          <p:nvPr/>
        </p:nvSpPr>
        <p:spPr>
          <a:xfrm>
            <a:off x="1207008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TRAINED</a:t>
            </a:r>
            <a:endParaRPr lang="en-US" sz="800" dirty="0"/>
          </a:p>
        </p:txBody>
      </p:sp>
      <p:sp>
        <p:nvSpPr>
          <p:cNvPr id="36" name="Text 19"/>
          <p:cNvSpPr/>
          <p:nvPr/>
        </p:nvSpPr>
        <p:spPr>
          <a:xfrm>
            <a:off x="2990088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10" dirty="0"/>
          </a:p>
        </p:txBody>
      </p:sp>
      <p:sp>
        <p:nvSpPr>
          <p:cNvPr id="37" name="Shape 20"/>
          <p:cNvSpPr/>
          <p:nvPr/>
        </p:nvSpPr>
        <p:spPr>
          <a:xfrm>
            <a:off x="4617720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38" name="Text 21"/>
          <p:cNvSpPr/>
          <p:nvPr/>
        </p:nvSpPr>
        <p:spPr>
          <a:xfrm>
            <a:off x="4617720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22"/>
          <p:cNvSpPr/>
          <p:nvPr/>
        </p:nvSpPr>
        <p:spPr>
          <a:xfrm>
            <a:off x="4919472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QUIZ</a:t>
            </a:r>
            <a:endParaRPr lang="en-US" sz="800" dirty="0"/>
          </a:p>
        </p:txBody>
      </p:sp>
      <p:sp>
        <p:nvSpPr>
          <p:cNvPr id="40" name="Text 23"/>
          <p:cNvSpPr/>
          <p:nvPr/>
        </p:nvSpPr>
        <p:spPr>
          <a:xfrm>
            <a:off x="6702552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10" dirty="0"/>
          </a:p>
        </p:txBody>
      </p:sp>
      <p:sp>
        <p:nvSpPr>
          <p:cNvPr id="41" name="Shape 24"/>
          <p:cNvSpPr/>
          <p:nvPr/>
        </p:nvSpPr>
        <p:spPr>
          <a:xfrm>
            <a:off x="8129016" y="1874520"/>
            <a:ext cx="3675888" cy="374904"/>
          </a:xfrm>
          <a:prstGeom prst="roundRect">
            <a:avLst/>
          </a:prstGeom>
          <a:solidFill>
            <a:srgbClr val="202126"/>
          </a:solidFill>
          <a:ln w="6350">
            <a:solidFill>
              <a:srgbClr val="202126"/>
            </a:solidFill>
            <a:prstDash val="solid"/>
          </a:ln>
        </p:spPr>
      </p:sp>
      <p:sp>
        <p:nvSpPr>
          <p:cNvPr id="42" name="Shape 25"/>
          <p:cNvSpPr/>
          <p:nvPr/>
        </p:nvSpPr>
        <p:spPr>
          <a:xfrm>
            <a:off x="8330184" y="1952244"/>
            <a:ext cx="201168" cy="201168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43" name="Text 26"/>
          <p:cNvSpPr/>
          <p:nvPr/>
        </p:nvSpPr>
        <p:spPr>
          <a:xfrm>
            <a:off x="8330184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0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4" name="Text 27"/>
          <p:cNvSpPr/>
          <p:nvPr/>
        </p:nvSpPr>
        <p:spPr>
          <a:xfrm>
            <a:off x="8631936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800" dirty="0"/>
          </a:p>
        </p:txBody>
      </p:sp>
      <p:sp>
        <p:nvSpPr>
          <p:cNvPr id="45" name="Text 28"/>
          <p:cNvSpPr/>
          <p:nvPr/>
        </p:nvSpPr>
        <p:spPr>
          <a:xfrm>
            <a:off x="10415016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10" b="1" dirty="0">
                <a:solidFill>
                  <a:srgbClr val="CB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step</a:t>
            </a:r>
            <a:endParaRPr lang="en-US" sz="610" dirty="0"/>
          </a:p>
        </p:txBody>
      </p:sp>
      <p:sp>
        <p:nvSpPr>
          <p:cNvPr id="46" name="Shape 29"/>
          <p:cNvSpPr/>
          <p:nvPr/>
        </p:nvSpPr>
        <p:spPr>
          <a:xfrm>
            <a:off x="694944" y="2441448"/>
            <a:ext cx="1517904" cy="1033272"/>
          </a:xfrm>
          <a:prstGeom prst="roundRect">
            <a:avLst/>
          </a:prstGeom>
          <a:solidFill>
            <a:srgbClr val="E3F4DF"/>
          </a:solidFill>
          <a:ln w="6350">
            <a:solidFill>
              <a:srgbClr val="E3F4DF"/>
            </a:solidFill>
            <a:prstDash val="solid"/>
          </a:ln>
        </p:spPr>
      </p:sp>
      <p:sp>
        <p:nvSpPr>
          <p:cNvPr id="47" name="Text 30"/>
          <p:cNvSpPr/>
          <p:nvPr/>
        </p:nvSpPr>
        <p:spPr>
          <a:xfrm>
            <a:off x="82296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500" dirty="0"/>
          </a:p>
        </p:txBody>
      </p:sp>
      <p:sp>
        <p:nvSpPr>
          <p:cNvPr id="48" name="Shape 31"/>
          <p:cNvSpPr/>
          <p:nvPr/>
        </p:nvSpPr>
        <p:spPr>
          <a:xfrm>
            <a:off x="2295144" y="2441448"/>
            <a:ext cx="9509760" cy="10332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487168" y="287121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training completed</a:t>
            </a:r>
            <a:endParaRPr lang="en-US" sz="1200" dirty="0"/>
          </a:p>
        </p:txBody>
      </p:sp>
      <p:sp>
        <p:nvSpPr>
          <p:cNvPr id="50" name="Shape 33"/>
          <p:cNvSpPr/>
          <p:nvPr/>
        </p:nvSpPr>
        <p:spPr>
          <a:xfrm>
            <a:off x="694944" y="3575304"/>
            <a:ext cx="11109960" cy="254203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1" name="Shape 34"/>
          <p:cNvSpPr/>
          <p:nvPr/>
        </p:nvSpPr>
        <p:spPr>
          <a:xfrm>
            <a:off x="868680" y="3749040"/>
            <a:ext cx="6812280" cy="21579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52" name="Image 15" descr="/mnt/data/1f547d5dec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87552" y="3858768"/>
            <a:ext cx="1874520" cy="187452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3154680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Shielded!</a:t>
            </a:r>
            <a:endParaRPr lang="en-US" sz="2400" dirty="0"/>
          </a:p>
        </p:txBody>
      </p:sp>
      <p:sp>
        <p:nvSpPr>
          <p:cNvPr id="54" name="Text 36"/>
          <p:cNvSpPr/>
          <p:nvPr/>
        </p:nvSpPr>
        <p:spPr>
          <a:xfrm>
            <a:off x="3154680" y="4352544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achieved 80% and completed the training.</a:t>
            </a:r>
            <a:endParaRPr lang="en-US" sz="800" dirty="0"/>
          </a:p>
        </p:txBody>
      </p:sp>
      <p:sp>
        <p:nvSpPr>
          <p:cNvPr id="55" name="Shape 37"/>
          <p:cNvSpPr/>
          <p:nvPr/>
        </p:nvSpPr>
        <p:spPr>
          <a:xfrm>
            <a:off x="3154680" y="4672584"/>
            <a:ext cx="960120" cy="219456"/>
          </a:xfrm>
          <a:prstGeom prst="roundRect">
            <a:avLst/>
          </a:prstGeom>
          <a:solidFill>
            <a:srgbClr val="E3F4DF"/>
          </a:solidFill>
          <a:ln w="6350">
            <a:solidFill>
              <a:srgbClr val="E3F4DF"/>
            </a:solidFill>
            <a:prstDash val="solid"/>
          </a:ln>
        </p:spPr>
      </p:sp>
      <p:sp>
        <p:nvSpPr>
          <p:cNvPr id="56" name="Text 38"/>
          <p:cNvSpPr/>
          <p:nvPr/>
        </p:nvSpPr>
        <p:spPr>
          <a:xfrm>
            <a:off x="3154680" y="470001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 correct</a:t>
            </a:r>
            <a:endParaRPr lang="en-US" sz="650" dirty="0"/>
          </a:p>
        </p:txBody>
      </p:sp>
      <p:sp>
        <p:nvSpPr>
          <p:cNvPr id="57" name="Shape 39"/>
          <p:cNvSpPr/>
          <p:nvPr/>
        </p:nvSpPr>
        <p:spPr>
          <a:xfrm>
            <a:off x="3154680" y="5138928"/>
            <a:ext cx="2103120" cy="356616"/>
          </a:xfrm>
          <a:prstGeom prst="roundRect">
            <a:avLst/>
          </a:prstGeom>
          <a:solidFill>
            <a:srgbClr val="7ED968"/>
          </a:solidFill>
          <a:ln w="6350">
            <a:solidFill>
              <a:srgbClr val="7ED968"/>
            </a:solidFill>
            <a:prstDash val="solid"/>
          </a:ln>
        </p:spPr>
      </p:sp>
      <p:sp>
        <p:nvSpPr>
          <p:cNvPr id="58" name="Text 40"/>
          <p:cNvSpPr/>
          <p:nvPr/>
        </p:nvSpPr>
        <p:spPr>
          <a:xfrm>
            <a:off x="3337560" y="52029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certificate</a:t>
            </a:r>
            <a:endParaRPr lang="en-US" sz="740" dirty="0"/>
          </a:p>
        </p:txBody>
      </p:sp>
      <p:sp>
        <p:nvSpPr>
          <p:cNvPr id="59" name="Shape 41"/>
          <p:cNvSpPr/>
          <p:nvPr/>
        </p:nvSpPr>
        <p:spPr>
          <a:xfrm>
            <a:off x="7845552" y="3749040"/>
            <a:ext cx="3776472" cy="21579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42"/>
          <p:cNvSpPr/>
          <p:nvPr/>
        </p:nvSpPr>
        <p:spPr>
          <a:xfrm>
            <a:off x="8083296" y="39410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summary</a:t>
            </a:r>
            <a:endParaRPr lang="en-US" sz="1200" dirty="0"/>
          </a:p>
        </p:txBody>
      </p:sp>
      <p:sp>
        <p:nvSpPr>
          <p:cNvPr id="61" name="Text 43"/>
          <p:cNvSpPr/>
          <p:nvPr/>
        </p:nvSpPr>
        <p:spPr>
          <a:xfrm>
            <a:off x="8083296" y="426110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</a:t>
            </a:r>
            <a:endParaRPr lang="en-US" sz="700" dirty="0"/>
          </a:p>
        </p:txBody>
      </p:sp>
      <p:sp>
        <p:nvSpPr>
          <p:cNvPr id="62" name="Text 44"/>
          <p:cNvSpPr/>
          <p:nvPr/>
        </p:nvSpPr>
        <p:spPr>
          <a:xfrm>
            <a:off x="10469880" y="4261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5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63" name="Text 45"/>
          <p:cNvSpPr/>
          <p:nvPr/>
        </p:nvSpPr>
        <p:spPr>
          <a:xfrm>
            <a:off x="8083296" y="45720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answers</a:t>
            </a:r>
            <a:endParaRPr lang="en-US" sz="700" dirty="0"/>
          </a:p>
        </p:txBody>
      </p:sp>
      <p:sp>
        <p:nvSpPr>
          <p:cNvPr id="64" name="Text 46"/>
          <p:cNvSpPr/>
          <p:nvPr/>
        </p:nvSpPr>
        <p:spPr>
          <a:xfrm>
            <a:off x="10469880" y="457200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10</a:t>
            </a:r>
            <a:endParaRPr lang="en-US" sz="800" dirty="0"/>
          </a:p>
        </p:txBody>
      </p:sp>
      <p:sp>
        <p:nvSpPr>
          <p:cNvPr id="65" name="Text 47"/>
          <p:cNvSpPr/>
          <p:nvPr/>
        </p:nvSpPr>
        <p:spPr>
          <a:xfrm>
            <a:off x="8083296" y="488289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points</a:t>
            </a:r>
            <a:endParaRPr lang="en-US" sz="700" dirty="0"/>
          </a:p>
        </p:txBody>
      </p:sp>
      <p:sp>
        <p:nvSpPr>
          <p:cNvPr id="66" name="Text 48"/>
          <p:cNvSpPr/>
          <p:nvPr/>
        </p:nvSpPr>
        <p:spPr>
          <a:xfrm>
            <a:off x="10469880" y="488289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</a:t>
            </a:r>
            <a:endParaRPr lang="en-US" sz="800" dirty="0"/>
          </a:p>
        </p:txBody>
      </p:sp>
      <p:sp>
        <p:nvSpPr>
          <p:cNvPr id="67" name="Text 49"/>
          <p:cNvSpPr/>
          <p:nvPr/>
        </p:nvSpPr>
        <p:spPr>
          <a:xfrm>
            <a:off x="8083296" y="5193792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points</a:t>
            </a:r>
            <a:endParaRPr lang="en-US" sz="700" dirty="0"/>
          </a:p>
        </p:txBody>
      </p:sp>
      <p:sp>
        <p:nvSpPr>
          <p:cNvPr id="68" name="Text 50"/>
          <p:cNvSpPr/>
          <p:nvPr/>
        </p:nvSpPr>
        <p:spPr>
          <a:xfrm>
            <a:off x="10469880" y="519379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359f705-2ba0-454b-9cfc-6ce5bcaac040}" enabled="1" method="Privileged" siteId="{68283f3b-8487-4c86-adb3-a5228f18b89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Vodafone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VOIS Shield My Training - Final Six Screens</dc:title>
  <dc:subject>PptxGenJS Presentation</dc:subject>
  <dc:creator>Zaid Khan, Vodafone</dc:creator>
  <lastModifiedBy>Zaid Khan, Vodafone</lastModifiedBy>
  <revision>1</revision>
  <dcterms:created xsi:type="dcterms:W3CDTF">2026-10-07T11:54:55.2983581Z</dcterms:created>
  <dcterms:modified xsi:type="dcterms:W3CDTF">2026-10-07T11:54:55.2983581Z</dcterms:modified>
</coreProperties>
</file>