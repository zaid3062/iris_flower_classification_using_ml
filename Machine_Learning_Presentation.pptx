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6" r:id="rId4"/>
    <p:sldId id="275" r:id="rId5"/>
    <p:sldId id="258" r:id="rId6"/>
    <p:sldId id="259" r:id="rId7"/>
    <p:sldId id="269" r:id="rId8"/>
    <p:sldId id="277" r:id="rId9"/>
    <p:sldId id="270" r:id="rId10"/>
    <p:sldId id="271" r:id="rId11"/>
    <p:sldId id="272" r:id="rId12"/>
    <p:sldId id="279" r:id="rId13"/>
    <p:sldId id="273" r:id="rId14"/>
    <p:sldId id="274" r:id="rId15"/>
    <p:sldId id="278" r:id="rId16"/>
    <p:sldId id="260" r:id="rId17"/>
    <p:sldId id="261" r:id="rId18"/>
    <p:sldId id="263" r:id="rId19"/>
    <p:sldId id="264" r:id="rId20"/>
    <p:sldId id="266" r:id="rId21"/>
    <p:sldId id="267" r:id="rId22"/>
    <p:sldId id="280"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1" d="100"/>
          <a:sy n="51" d="100"/>
        </p:scale>
        <p:origin x="848"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diagrams/_rels/data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FFBF4D-66E0-4B68-9058-149D9300007B}" type="doc">
      <dgm:prSet loTypeId="urn:microsoft.com/office/officeart/2005/8/layout/default" loCatId="list" qsTypeId="urn:microsoft.com/office/officeart/2005/8/quickstyle/simple2" qsCatId="simple" csTypeId="urn:microsoft.com/office/officeart/2005/8/colors/colorful2" csCatId="colorful"/>
      <dgm:spPr/>
      <dgm:t>
        <a:bodyPr/>
        <a:lstStyle/>
        <a:p>
          <a:endParaRPr lang="en-US"/>
        </a:p>
      </dgm:t>
    </dgm:pt>
    <dgm:pt modelId="{6BDFF398-0775-4A3A-97BB-E72AD34C6FF4}">
      <dgm:prSet/>
      <dgm:spPr/>
      <dgm:t>
        <a:bodyPr/>
        <a:lstStyle/>
        <a:p>
          <a:r>
            <a:rPr lang="en-US"/>
            <a:t>Benefits:</a:t>
          </a:r>
        </a:p>
      </dgm:t>
    </dgm:pt>
    <dgm:pt modelId="{27543AA4-A897-4B52-9666-60B5DBC006E6}" type="parTrans" cxnId="{48A37855-0762-4327-91CA-9CC7E65EC399}">
      <dgm:prSet/>
      <dgm:spPr/>
      <dgm:t>
        <a:bodyPr/>
        <a:lstStyle/>
        <a:p>
          <a:endParaRPr lang="en-US"/>
        </a:p>
      </dgm:t>
    </dgm:pt>
    <dgm:pt modelId="{A3407EE2-9477-4B3B-9F8A-34D74450F58F}" type="sibTrans" cxnId="{48A37855-0762-4327-91CA-9CC7E65EC399}">
      <dgm:prSet/>
      <dgm:spPr/>
      <dgm:t>
        <a:bodyPr/>
        <a:lstStyle/>
        <a:p>
          <a:endParaRPr lang="en-US"/>
        </a:p>
      </dgm:t>
    </dgm:pt>
    <dgm:pt modelId="{73C0D6D7-5D38-46DE-8D3B-B94CFD206FB0}">
      <dgm:prSet/>
      <dgm:spPr/>
      <dgm:t>
        <a:bodyPr/>
        <a:lstStyle/>
        <a:p>
          <a:r>
            <a:rPr lang="en-US"/>
            <a:t>Automation</a:t>
          </a:r>
        </a:p>
      </dgm:t>
    </dgm:pt>
    <dgm:pt modelId="{9414A1D6-D216-46AB-B83A-4942F7C21047}" type="parTrans" cxnId="{BD4F55EC-1557-403C-A784-194F01241AD7}">
      <dgm:prSet/>
      <dgm:spPr/>
      <dgm:t>
        <a:bodyPr/>
        <a:lstStyle/>
        <a:p>
          <a:endParaRPr lang="en-US"/>
        </a:p>
      </dgm:t>
    </dgm:pt>
    <dgm:pt modelId="{9EFF3555-F977-4D57-9A5E-AE1D4AA5580B}" type="sibTrans" cxnId="{BD4F55EC-1557-403C-A784-194F01241AD7}">
      <dgm:prSet/>
      <dgm:spPr/>
      <dgm:t>
        <a:bodyPr/>
        <a:lstStyle/>
        <a:p>
          <a:endParaRPr lang="en-US"/>
        </a:p>
      </dgm:t>
    </dgm:pt>
    <dgm:pt modelId="{5F9F2C50-B5FB-4328-9BE7-7CD2886CA755}">
      <dgm:prSet/>
      <dgm:spPr/>
      <dgm:t>
        <a:bodyPr/>
        <a:lstStyle/>
        <a:p>
          <a:r>
            <a:rPr lang="en-US"/>
            <a:t>Accuracy</a:t>
          </a:r>
        </a:p>
      </dgm:t>
    </dgm:pt>
    <dgm:pt modelId="{4E9352CA-FC46-4C4E-BD44-A633FAD32037}" type="parTrans" cxnId="{795F5178-19FC-43CB-8620-F590CFE7E6EC}">
      <dgm:prSet/>
      <dgm:spPr/>
      <dgm:t>
        <a:bodyPr/>
        <a:lstStyle/>
        <a:p>
          <a:endParaRPr lang="en-US"/>
        </a:p>
      </dgm:t>
    </dgm:pt>
    <dgm:pt modelId="{66CFA292-DE99-4685-9CC6-7A009F55847E}" type="sibTrans" cxnId="{795F5178-19FC-43CB-8620-F590CFE7E6EC}">
      <dgm:prSet/>
      <dgm:spPr/>
      <dgm:t>
        <a:bodyPr/>
        <a:lstStyle/>
        <a:p>
          <a:endParaRPr lang="en-US"/>
        </a:p>
      </dgm:t>
    </dgm:pt>
    <dgm:pt modelId="{F117B876-2876-48A2-AF3A-A18C335FF357}">
      <dgm:prSet/>
      <dgm:spPr/>
      <dgm:t>
        <a:bodyPr/>
        <a:lstStyle/>
        <a:p>
          <a:r>
            <a:rPr lang="en-US"/>
            <a:t>Scalability</a:t>
          </a:r>
        </a:p>
      </dgm:t>
    </dgm:pt>
    <dgm:pt modelId="{4D40465E-5EB2-4FFF-9C62-807EA8480C26}" type="parTrans" cxnId="{052196A7-8DB2-441D-A60B-43599FF2E46E}">
      <dgm:prSet/>
      <dgm:spPr/>
      <dgm:t>
        <a:bodyPr/>
        <a:lstStyle/>
        <a:p>
          <a:endParaRPr lang="en-US"/>
        </a:p>
      </dgm:t>
    </dgm:pt>
    <dgm:pt modelId="{C40E8AFC-E90D-4456-92AB-4EEAF24B9123}" type="sibTrans" cxnId="{052196A7-8DB2-441D-A60B-43599FF2E46E}">
      <dgm:prSet/>
      <dgm:spPr/>
      <dgm:t>
        <a:bodyPr/>
        <a:lstStyle/>
        <a:p>
          <a:endParaRPr lang="en-US"/>
        </a:p>
      </dgm:t>
    </dgm:pt>
    <dgm:pt modelId="{1D8845A4-2E4A-4450-AE71-E3502985F1E7}">
      <dgm:prSet/>
      <dgm:spPr/>
      <dgm:t>
        <a:bodyPr/>
        <a:lstStyle/>
        <a:p>
          <a:r>
            <a:rPr lang="en-US"/>
            <a:t>Personalization</a:t>
          </a:r>
        </a:p>
      </dgm:t>
    </dgm:pt>
    <dgm:pt modelId="{D87EC889-601D-42AF-95F5-F23DEE1310B2}" type="parTrans" cxnId="{E3730EDF-7E14-4069-A9F6-820A44F5A0F2}">
      <dgm:prSet/>
      <dgm:spPr/>
      <dgm:t>
        <a:bodyPr/>
        <a:lstStyle/>
        <a:p>
          <a:endParaRPr lang="en-US"/>
        </a:p>
      </dgm:t>
    </dgm:pt>
    <dgm:pt modelId="{84B56A3F-7803-433E-951D-46885EC9F25E}" type="sibTrans" cxnId="{E3730EDF-7E14-4069-A9F6-820A44F5A0F2}">
      <dgm:prSet/>
      <dgm:spPr/>
      <dgm:t>
        <a:bodyPr/>
        <a:lstStyle/>
        <a:p>
          <a:endParaRPr lang="en-US"/>
        </a:p>
      </dgm:t>
    </dgm:pt>
    <dgm:pt modelId="{87634D34-204A-43C4-966B-A4C5E494FC91}" type="pres">
      <dgm:prSet presAssocID="{B3FFBF4D-66E0-4B68-9058-149D9300007B}" presName="diagram" presStyleCnt="0">
        <dgm:presLayoutVars>
          <dgm:dir/>
          <dgm:resizeHandles val="exact"/>
        </dgm:presLayoutVars>
      </dgm:prSet>
      <dgm:spPr/>
    </dgm:pt>
    <dgm:pt modelId="{4535910D-EB12-4CDF-B693-EA9757166831}" type="pres">
      <dgm:prSet presAssocID="{6BDFF398-0775-4A3A-97BB-E72AD34C6FF4}" presName="node" presStyleLbl="node1" presStyleIdx="0" presStyleCnt="5">
        <dgm:presLayoutVars>
          <dgm:bulletEnabled val="1"/>
        </dgm:presLayoutVars>
      </dgm:prSet>
      <dgm:spPr/>
    </dgm:pt>
    <dgm:pt modelId="{DF15DE71-C3C5-431A-B67A-70E15CE7A5DB}" type="pres">
      <dgm:prSet presAssocID="{A3407EE2-9477-4B3B-9F8A-34D74450F58F}" presName="sibTrans" presStyleCnt="0"/>
      <dgm:spPr/>
    </dgm:pt>
    <dgm:pt modelId="{E4DF86ED-39F2-4003-ADB9-12F52E96F39D}" type="pres">
      <dgm:prSet presAssocID="{73C0D6D7-5D38-46DE-8D3B-B94CFD206FB0}" presName="node" presStyleLbl="node1" presStyleIdx="1" presStyleCnt="5">
        <dgm:presLayoutVars>
          <dgm:bulletEnabled val="1"/>
        </dgm:presLayoutVars>
      </dgm:prSet>
      <dgm:spPr/>
    </dgm:pt>
    <dgm:pt modelId="{088E24AC-2569-426B-8C0D-3DAC14AD358B}" type="pres">
      <dgm:prSet presAssocID="{9EFF3555-F977-4D57-9A5E-AE1D4AA5580B}" presName="sibTrans" presStyleCnt="0"/>
      <dgm:spPr/>
    </dgm:pt>
    <dgm:pt modelId="{F62E7001-3974-48CD-8AE2-61937A43C6D7}" type="pres">
      <dgm:prSet presAssocID="{5F9F2C50-B5FB-4328-9BE7-7CD2886CA755}" presName="node" presStyleLbl="node1" presStyleIdx="2" presStyleCnt="5">
        <dgm:presLayoutVars>
          <dgm:bulletEnabled val="1"/>
        </dgm:presLayoutVars>
      </dgm:prSet>
      <dgm:spPr/>
    </dgm:pt>
    <dgm:pt modelId="{74A4B072-8BD5-4791-9ED2-824BB5D34168}" type="pres">
      <dgm:prSet presAssocID="{66CFA292-DE99-4685-9CC6-7A009F55847E}" presName="sibTrans" presStyleCnt="0"/>
      <dgm:spPr/>
    </dgm:pt>
    <dgm:pt modelId="{BCE71CEF-AD74-4191-AC0D-11CCD2941E47}" type="pres">
      <dgm:prSet presAssocID="{F117B876-2876-48A2-AF3A-A18C335FF357}" presName="node" presStyleLbl="node1" presStyleIdx="3" presStyleCnt="5">
        <dgm:presLayoutVars>
          <dgm:bulletEnabled val="1"/>
        </dgm:presLayoutVars>
      </dgm:prSet>
      <dgm:spPr/>
    </dgm:pt>
    <dgm:pt modelId="{CCAEBD28-BE72-4638-9386-A11A02573FFF}" type="pres">
      <dgm:prSet presAssocID="{C40E8AFC-E90D-4456-92AB-4EEAF24B9123}" presName="sibTrans" presStyleCnt="0"/>
      <dgm:spPr/>
    </dgm:pt>
    <dgm:pt modelId="{48713BB9-5E64-4EEB-9283-C67B33B9C1EA}" type="pres">
      <dgm:prSet presAssocID="{1D8845A4-2E4A-4450-AE71-E3502985F1E7}" presName="node" presStyleLbl="node1" presStyleIdx="4" presStyleCnt="5">
        <dgm:presLayoutVars>
          <dgm:bulletEnabled val="1"/>
        </dgm:presLayoutVars>
      </dgm:prSet>
      <dgm:spPr/>
    </dgm:pt>
  </dgm:ptLst>
  <dgm:cxnLst>
    <dgm:cxn modelId="{F437D402-E665-42FB-A770-0F77E38A0F9F}" type="presOf" srcId="{B3FFBF4D-66E0-4B68-9058-149D9300007B}" destId="{87634D34-204A-43C4-966B-A4C5E494FC91}" srcOrd="0" destOrd="0" presId="urn:microsoft.com/office/officeart/2005/8/layout/default"/>
    <dgm:cxn modelId="{CBD9385E-F8F1-431C-8A63-AB1A7AC9B636}" type="presOf" srcId="{F117B876-2876-48A2-AF3A-A18C335FF357}" destId="{BCE71CEF-AD74-4191-AC0D-11CCD2941E47}" srcOrd="0" destOrd="0" presId="urn:microsoft.com/office/officeart/2005/8/layout/default"/>
    <dgm:cxn modelId="{ACF09A65-833F-4C9E-9B3B-598727E5A1D8}" type="presOf" srcId="{5F9F2C50-B5FB-4328-9BE7-7CD2886CA755}" destId="{F62E7001-3974-48CD-8AE2-61937A43C6D7}" srcOrd="0" destOrd="0" presId="urn:microsoft.com/office/officeart/2005/8/layout/default"/>
    <dgm:cxn modelId="{C6D5316B-D62E-44A8-8FFD-A9962B1FDD42}" type="presOf" srcId="{1D8845A4-2E4A-4450-AE71-E3502985F1E7}" destId="{48713BB9-5E64-4EEB-9283-C67B33B9C1EA}" srcOrd="0" destOrd="0" presId="urn:microsoft.com/office/officeart/2005/8/layout/default"/>
    <dgm:cxn modelId="{48A37855-0762-4327-91CA-9CC7E65EC399}" srcId="{B3FFBF4D-66E0-4B68-9058-149D9300007B}" destId="{6BDFF398-0775-4A3A-97BB-E72AD34C6FF4}" srcOrd="0" destOrd="0" parTransId="{27543AA4-A897-4B52-9666-60B5DBC006E6}" sibTransId="{A3407EE2-9477-4B3B-9F8A-34D74450F58F}"/>
    <dgm:cxn modelId="{795F5178-19FC-43CB-8620-F590CFE7E6EC}" srcId="{B3FFBF4D-66E0-4B68-9058-149D9300007B}" destId="{5F9F2C50-B5FB-4328-9BE7-7CD2886CA755}" srcOrd="2" destOrd="0" parTransId="{4E9352CA-FC46-4C4E-BD44-A633FAD32037}" sibTransId="{66CFA292-DE99-4685-9CC6-7A009F55847E}"/>
    <dgm:cxn modelId="{052196A7-8DB2-441D-A60B-43599FF2E46E}" srcId="{B3FFBF4D-66E0-4B68-9058-149D9300007B}" destId="{F117B876-2876-48A2-AF3A-A18C335FF357}" srcOrd="3" destOrd="0" parTransId="{4D40465E-5EB2-4FFF-9C62-807EA8480C26}" sibTransId="{C40E8AFC-E90D-4456-92AB-4EEAF24B9123}"/>
    <dgm:cxn modelId="{E3730EDF-7E14-4069-A9F6-820A44F5A0F2}" srcId="{B3FFBF4D-66E0-4B68-9058-149D9300007B}" destId="{1D8845A4-2E4A-4450-AE71-E3502985F1E7}" srcOrd="4" destOrd="0" parTransId="{D87EC889-601D-42AF-95F5-F23DEE1310B2}" sibTransId="{84B56A3F-7803-433E-951D-46885EC9F25E}"/>
    <dgm:cxn modelId="{BD4F55EC-1557-403C-A784-194F01241AD7}" srcId="{B3FFBF4D-66E0-4B68-9058-149D9300007B}" destId="{73C0D6D7-5D38-46DE-8D3B-B94CFD206FB0}" srcOrd="1" destOrd="0" parTransId="{9414A1D6-D216-46AB-B83A-4942F7C21047}" sibTransId="{9EFF3555-F977-4D57-9A5E-AE1D4AA5580B}"/>
    <dgm:cxn modelId="{453BA2ED-D34A-4B5E-9416-A1A8D7D358FA}" type="presOf" srcId="{6BDFF398-0775-4A3A-97BB-E72AD34C6FF4}" destId="{4535910D-EB12-4CDF-B693-EA9757166831}" srcOrd="0" destOrd="0" presId="urn:microsoft.com/office/officeart/2005/8/layout/default"/>
    <dgm:cxn modelId="{536187D4-164C-4715-98D2-1B50D867D035}" type="presOf" srcId="{73C0D6D7-5D38-46DE-8D3B-B94CFD206FB0}" destId="{E4DF86ED-39F2-4003-ADB9-12F52E96F39D}" srcOrd="0" destOrd="0" presId="urn:microsoft.com/office/officeart/2005/8/layout/default"/>
    <dgm:cxn modelId="{E9680F32-D7E0-4AEA-A89A-C11CF6BD4496}" type="presParOf" srcId="{87634D34-204A-43C4-966B-A4C5E494FC91}" destId="{4535910D-EB12-4CDF-B693-EA9757166831}" srcOrd="0" destOrd="0" presId="urn:microsoft.com/office/officeart/2005/8/layout/default"/>
    <dgm:cxn modelId="{4FE4EE8F-3561-4D32-A02A-9E522CBE0371}" type="presParOf" srcId="{87634D34-204A-43C4-966B-A4C5E494FC91}" destId="{DF15DE71-C3C5-431A-B67A-70E15CE7A5DB}" srcOrd="1" destOrd="0" presId="urn:microsoft.com/office/officeart/2005/8/layout/default"/>
    <dgm:cxn modelId="{3093B938-61E2-48BB-8796-35C94B7C386B}" type="presParOf" srcId="{87634D34-204A-43C4-966B-A4C5E494FC91}" destId="{E4DF86ED-39F2-4003-ADB9-12F52E96F39D}" srcOrd="2" destOrd="0" presId="urn:microsoft.com/office/officeart/2005/8/layout/default"/>
    <dgm:cxn modelId="{6E2A9D95-B630-4E94-A821-CA75B4CF7D21}" type="presParOf" srcId="{87634D34-204A-43C4-966B-A4C5E494FC91}" destId="{088E24AC-2569-426B-8C0D-3DAC14AD358B}" srcOrd="3" destOrd="0" presId="urn:microsoft.com/office/officeart/2005/8/layout/default"/>
    <dgm:cxn modelId="{6EED6AC2-8181-47C2-932B-500105CCFAFA}" type="presParOf" srcId="{87634D34-204A-43C4-966B-A4C5E494FC91}" destId="{F62E7001-3974-48CD-8AE2-61937A43C6D7}" srcOrd="4" destOrd="0" presId="urn:microsoft.com/office/officeart/2005/8/layout/default"/>
    <dgm:cxn modelId="{A813110D-6CC8-4FB1-AB72-E87646CB1F20}" type="presParOf" srcId="{87634D34-204A-43C4-966B-A4C5E494FC91}" destId="{74A4B072-8BD5-4791-9ED2-824BB5D34168}" srcOrd="5" destOrd="0" presId="urn:microsoft.com/office/officeart/2005/8/layout/default"/>
    <dgm:cxn modelId="{C287220E-665A-4EB9-8994-8036C1250FC1}" type="presParOf" srcId="{87634D34-204A-43C4-966B-A4C5E494FC91}" destId="{BCE71CEF-AD74-4191-AC0D-11CCD2941E47}" srcOrd="6" destOrd="0" presId="urn:microsoft.com/office/officeart/2005/8/layout/default"/>
    <dgm:cxn modelId="{6A939188-37B5-4AFD-876C-DAD55610CAA7}" type="presParOf" srcId="{87634D34-204A-43C4-966B-A4C5E494FC91}" destId="{CCAEBD28-BE72-4638-9386-A11A02573FFF}" srcOrd="7" destOrd="0" presId="urn:microsoft.com/office/officeart/2005/8/layout/default"/>
    <dgm:cxn modelId="{B0814A9E-9F55-4C08-B7F6-2E828CF81EF3}" type="presParOf" srcId="{87634D34-204A-43C4-966B-A4C5E494FC91}" destId="{48713BB9-5E64-4EEB-9283-C67B33B9C1EA}"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5F0F09-FB16-458B-B4A3-5A6D41FF0D35}"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D36CEFF3-4AD7-44CC-9B59-3F996D37E3B2}">
      <dgm:prSet/>
      <dgm:spPr/>
      <dgm:t>
        <a:bodyPr/>
        <a:lstStyle/>
        <a:p>
          <a:pPr>
            <a:defRPr b="1"/>
          </a:pPr>
          <a:r>
            <a:rPr lang="en-US" b="1"/>
            <a:t>Email Spam Detection</a:t>
          </a:r>
          <a:endParaRPr lang="en-US"/>
        </a:p>
      </dgm:t>
    </dgm:pt>
    <dgm:pt modelId="{2918D5FD-51BF-4D2F-83A3-57B138F9E4C0}" type="parTrans" cxnId="{7CCAD664-24FA-41A1-B1A0-D48C4168A8D8}">
      <dgm:prSet/>
      <dgm:spPr/>
      <dgm:t>
        <a:bodyPr/>
        <a:lstStyle/>
        <a:p>
          <a:endParaRPr lang="en-US"/>
        </a:p>
      </dgm:t>
    </dgm:pt>
    <dgm:pt modelId="{2CDCA984-3821-4814-80ED-823F0AA169D4}" type="sibTrans" cxnId="{7CCAD664-24FA-41A1-B1A0-D48C4168A8D8}">
      <dgm:prSet/>
      <dgm:spPr/>
      <dgm:t>
        <a:bodyPr/>
        <a:lstStyle/>
        <a:p>
          <a:endParaRPr lang="en-US"/>
        </a:p>
      </dgm:t>
    </dgm:pt>
    <dgm:pt modelId="{9C1A34BD-7911-4926-B2DB-98823EDAAC53}">
      <dgm:prSet/>
      <dgm:spPr/>
      <dgm:t>
        <a:bodyPr/>
        <a:lstStyle/>
        <a:p>
          <a:r>
            <a:rPr lang="en-US" b="1"/>
            <a:t>Input</a:t>
          </a:r>
          <a:r>
            <a:rPr lang="en-US"/>
            <a:t>: Email content</a:t>
          </a:r>
        </a:p>
      </dgm:t>
    </dgm:pt>
    <dgm:pt modelId="{2AE74D4C-BCEC-4113-BAEE-3F632E688045}" type="parTrans" cxnId="{6D604891-5A06-4EF2-9034-6B85D4C4389F}">
      <dgm:prSet/>
      <dgm:spPr/>
      <dgm:t>
        <a:bodyPr/>
        <a:lstStyle/>
        <a:p>
          <a:endParaRPr lang="en-US"/>
        </a:p>
      </dgm:t>
    </dgm:pt>
    <dgm:pt modelId="{6166AE4B-45ED-4E0E-83F1-28AAFBA05A71}" type="sibTrans" cxnId="{6D604891-5A06-4EF2-9034-6B85D4C4389F}">
      <dgm:prSet/>
      <dgm:spPr/>
      <dgm:t>
        <a:bodyPr/>
        <a:lstStyle/>
        <a:p>
          <a:endParaRPr lang="en-US"/>
        </a:p>
      </dgm:t>
    </dgm:pt>
    <dgm:pt modelId="{102FA3D6-DC74-4D96-AB8A-658B1EE79B98}">
      <dgm:prSet/>
      <dgm:spPr/>
      <dgm:t>
        <a:bodyPr/>
        <a:lstStyle/>
        <a:p>
          <a:r>
            <a:rPr lang="en-US" b="1"/>
            <a:t>Output</a:t>
          </a:r>
          <a:r>
            <a:rPr lang="en-US"/>
            <a:t>: "Spam" or "Not Spam"</a:t>
          </a:r>
        </a:p>
      </dgm:t>
    </dgm:pt>
    <dgm:pt modelId="{0442E74B-6715-4F91-A0AA-17588E3DB5ED}" type="parTrans" cxnId="{0452A30A-61D0-450A-9D67-03130F3ECC2D}">
      <dgm:prSet/>
      <dgm:spPr/>
      <dgm:t>
        <a:bodyPr/>
        <a:lstStyle/>
        <a:p>
          <a:endParaRPr lang="en-US"/>
        </a:p>
      </dgm:t>
    </dgm:pt>
    <dgm:pt modelId="{DF1D0F18-FB1B-4041-86F9-6A28143B0F30}" type="sibTrans" cxnId="{0452A30A-61D0-450A-9D67-03130F3ECC2D}">
      <dgm:prSet/>
      <dgm:spPr/>
      <dgm:t>
        <a:bodyPr/>
        <a:lstStyle/>
        <a:p>
          <a:endParaRPr lang="en-US"/>
        </a:p>
      </dgm:t>
    </dgm:pt>
    <dgm:pt modelId="{3DFE3A9F-E212-451B-BC26-AF00D318C6CF}">
      <dgm:prSet/>
      <dgm:spPr/>
      <dgm:t>
        <a:bodyPr/>
        <a:lstStyle/>
        <a:p>
          <a:r>
            <a:rPr lang="en-US" b="1"/>
            <a:t>Use Case</a:t>
          </a:r>
          <a:r>
            <a:rPr lang="en-US"/>
            <a:t>: Gmail and other email services use supervised models trained on labeled emails to filter spam.</a:t>
          </a:r>
        </a:p>
      </dgm:t>
    </dgm:pt>
    <dgm:pt modelId="{15C48E1F-4899-486B-B0E6-10EAC3FD1365}" type="parTrans" cxnId="{38A7BFBC-A929-470C-A04D-15D8A3062F52}">
      <dgm:prSet/>
      <dgm:spPr/>
      <dgm:t>
        <a:bodyPr/>
        <a:lstStyle/>
        <a:p>
          <a:endParaRPr lang="en-US"/>
        </a:p>
      </dgm:t>
    </dgm:pt>
    <dgm:pt modelId="{8F71A753-E5E6-42A8-B6D2-E222D0222223}" type="sibTrans" cxnId="{38A7BFBC-A929-470C-A04D-15D8A3062F52}">
      <dgm:prSet/>
      <dgm:spPr/>
      <dgm:t>
        <a:bodyPr/>
        <a:lstStyle/>
        <a:p>
          <a:endParaRPr lang="en-US"/>
        </a:p>
      </dgm:t>
    </dgm:pt>
    <dgm:pt modelId="{1BBF55B3-525E-4E5E-8E21-799178F9C496}">
      <dgm:prSet/>
      <dgm:spPr/>
      <dgm:t>
        <a:bodyPr/>
        <a:lstStyle/>
        <a:p>
          <a:pPr>
            <a:defRPr b="1"/>
          </a:pPr>
          <a:r>
            <a:rPr lang="en-US" b="1"/>
            <a:t>Loan Default Prediction</a:t>
          </a:r>
          <a:endParaRPr lang="en-US"/>
        </a:p>
      </dgm:t>
    </dgm:pt>
    <dgm:pt modelId="{4B5B33F9-D12E-4985-B665-22BE92BEB96D}" type="parTrans" cxnId="{46AB4891-307D-4CAC-89D7-F1E91B5DEA6D}">
      <dgm:prSet/>
      <dgm:spPr/>
      <dgm:t>
        <a:bodyPr/>
        <a:lstStyle/>
        <a:p>
          <a:endParaRPr lang="en-US"/>
        </a:p>
      </dgm:t>
    </dgm:pt>
    <dgm:pt modelId="{83A72408-DB50-4A86-B6DD-4235E925E634}" type="sibTrans" cxnId="{46AB4891-307D-4CAC-89D7-F1E91B5DEA6D}">
      <dgm:prSet/>
      <dgm:spPr/>
      <dgm:t>
        <a:bodyPr/>
        <a:lstStyle/>
        <a:p>
          <a:endParaRPr lang="en-US"/>
        </a:p>
      </dgm:t>
    </dgm:pt>
    <dgm:pt modelId="{D16D1201-ADAE-4F0F-8D40-B38236AFDF14}">
      <dgm:prSet/>
      <dgm:spPr/>
      <dgm:t>
        <a:bodyPr/>
        <a:lstStyle/>
        <a:p>
          <a:r>
            <a:rPr lang="en-US" b="1"/>
            <a:t>Input</a:t>
          </a:r>
          <a:r>
            <a:rPr lang="en-US"/>
            <a:t>: Customer financial data (income, credit score, etc.)</a:t>
          </a:r>
        </a:p>
      </dgm:t>
    </dgm:pt>
    <dgm:pt modelId="{7F233925-F99A-46C8-8213-BD0D8609E76E}" type="parTrans" cxnId="{399F930F-5EE0-4238-94D4-547A43624C35}">
      <dgm:prSet/>
      <dgm:spPr/>
      <dgm:t>
        <a:bodyPr/>
        <a:lstStyle/>
        <a:p>
          <a:endParaRPr lang="en-US"/>
        </a:p>
      </dgm:t>
    </dgm:pt>
    <dgm:pt modelId="{15C5BDED-C776-4CCC-ABDB-45B9004165C2}" type="sibTrans" cxnId="{399F930F-5EE0-4238-94D4-547A43624C35}">
      <dgm:prSet/>
      <dgm:spPr/>
      <dgm:t>
        <a:bodyPr/>
        <a:lstStyle/>
        <a:p>
          <a:endParaRPr lang="en-US"/>
        </a:p>
      </dgm:t>
    </dgm:pt>
    <dgm:pt modelId="{0E69F0B8-A93D-4CC9-819F-0A53806384B9}">
      <dgm:prSet/>
      <dgm:spPr/>
      <dgm:t>
        <a:bodyPr/>
        <a:lstStyle/>
        <a:p>
          <a:r>
            <a:rPr lang="en-US" b="1"/>
            <a:t>Output</a:t>
          </a:r>
          <a:r>
            <a:rPr lang="en-US"/>
            <a:t>: "Will Default" or "Will Not Default"</a:t>
          </a:r>
        </a:p>
      </dgm:t>
    </dgm:pt>
    <dgm:pt modelId="{EDE91AC3-1B52-48D7-9D67-D29D1212F849}" type="parTrans" cxnId="{2F0C9D6C-6B48-40E6-9BD3-7BA759C3EF73}">
      <dgm:prSet/>
      <dgm:spPr/>
      <dgm:t>
        <a:bodyPr/>
        <a:lstStyle/>
        <a:p>
          <a:endParaRPr lang="en-US"/>
        </a:p>
      </dgm:t>
    </dgm:pt>
    <dgm:pt modelId="{9E38A19A-7D63-4F90-9025-8F61501083B6}" type="sibTrans" cxnId="{2F0C9D6C-6B48-40E6-9BD3-7BA759C3EF73}">
      <dgm:prSet/>
      <dgm:spPr/>
      <dgm:t>
        <a:bodyPr/>
        <a:lstStyle/>
        <a:p>
          <a:endParaRPr lang="en-US"/>
        </a:p>
      </dgm:t>
    </dgm:pt>
    <dgm:pt modelId="{8B1D0A98-E92C-4F4D-8BB3-7908F76221B4}">
      <dgm:prSet/>
      <dgm:spPr/>
      <dgm:t>
        <a:bodyPr/>
        <a:lstStyle/>
        <a:p>
          <a:r>
            <a:rPr lang="en-US" b="1"/>
            <a:t>Use Case</a:t>
          </a:r>
          <a:r>
            <a:rPr lang="en-US"/>
            <a:t>: Banks use this to assess risk before approving loans.</a:t>
          </a:r>
        </a:p>
      </dgm:t>
    </dgm:pt>
    <dgm:pt modelId="{BF9264AB-7C37-47A5-BBBD-72ED6CB16E88}" type="parTrans" cxnId="{302C168B-6E4B-4DC4-9DAF-3DEA27FE4595}">
      <dgm:prSet/>
      <dgm:spPr/>
      <dgm:t>
        <a:bodyPr/>
        <a:lstStyle/>
        <a:p>
          <a:endParaRPr lang="en-US"/>
        </a:p>
      </dgm:t>
    </dgm:pt>
    <dgm:pt modelId="{F3961C0C-FE38-418D-8059-6DC499A1B5F4}" type="sibTrans" cxnId="{302C168B-6E4B-4DC4-9DAF-3DEA27FE4595}">
      <dgm:prSet/>
      <dgm:spPr/>
      <dgm:t>
        <a:bodyPr/>
        <a:lstStyle/>
        <a:p>
          <a:endParaRPr lang="en-US"/>
        </a:p>
      </dgm:t>
    </dgm:pt>
    <dgm:pt modelId="{E6A4EAA2-4FFB-4050-BEE5-D68090DC7B1D}" type="pres">
      <dgm:prSet presAssocID="{F55F0F09-FB16-458B-B4A3-5A6D41FF0D35}" presName="root" presStyleCnt="0">
        <dgm:presLayoutVars>
          <dgm:dir/>
          <dgm:resizeHandles val="exact"/>
        </dgm:presLayoutVars>
      </dgm:prSet>
      <dgm:spPr/>
    </dgm:pt>
    <dgm:pt modelId="{23352324-C9CD-41B6-B7B7-84F9FC0E2AB5}" type="pres">
      <dgm:prSet presAssocID="{D36CEFF3-4AD7-44CC-9B59-3F996D37E3B2}" presName="compNode" presStyleCnt="0"/>
      <dgm:spPr/>
    </dgm:pt>
    <dgm:pt modelId="{D095980D-2806-461E-ABC5-971F94181763}" type="pres">
      <dgm:prSet presAssocID="{D36CEFF3-4AD7-44CC-9B59-3F996D37E3B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8D186042-89DF-43E1-A89B-E7036B1DCEF9}" type="pres">
      <dgm:prSet presAssocID="{D36CEFF3-4AD7-44CC-9B59-3F996D37E3B2}" presName="iconSpace" presStyleCnt="0"/>
      <dgm:spPr/>
    </dgm:pt>
    <dgm:pt modelId="{64497B78-36F1-4976-8324-B33E24B79C16}" type="pres">
      <dgm:prSet presAssocID="{D36CEFF3-4AD7-44CC-9B59-3F996D37E3B2}" presName="parTx" presStyleLbl="revTx" presStyleIdx="0" presStyleCnt="4">
        <dgm:presLayoutVars>
          <dgm:chMax val="0"/>
          <dgm:chPref val="0"/>
        </dgm:presLayoutVars>
      </dgm:prSet>
      <dgm:spPr/>
    </dgm:pt>
    <dgm:pt modelId="{D9BB10FB-615E-4B9C-B2A0-30506FC77E28}" type="pres">
      <dgm:prSet presAssocID="{D36CEFF3-4AD7-44CC-9B59-3F996D37E3B2}" presName="txSpace" presStyleCnt="0"/>
      <dgm:spPr/>
    </dgm:pt>
    <dgm:pt modelId="{18B40AA9-04C4-42C1-A993-E79472751DA0}" type="pres">
      <dgm:prSet presAssocID="{D36CEFF3-4AD7-44CC-9B59-3F996D37E3B2}" presName="desTx" presStyleLbl="revTx" presStyleIdx="1" presStyleCnt="4">
        <dgm:presLayoutVars/>
      </dgm:prSet>
      <dgm:spPr/>
    </dgm:pt>
    <dgm:pt modelId="{5DD28BA1-A580-4D5B-B1B0-3BF6FFE5B7A8}" type="pres">
      <dgm:prSet presAssocID="{2CDCA984-3821-4814-80ED-823F0AA169D4}" presName="sibTrans" presStyleCnt="0"/>
      <dgm:spPr/>
    </dgm:pt>
    <dgm:pt modelId="{87CC59C6-A509-400C-8A62-1AB610E93EC3}" type="pres">
      <dgm:prSet presAssocID="{1BBF55B3-525E-4E5E-8E21-799178F9C496}" presName="compNode" presStyleCnt="0"/>
      <dgm:spPr/>
    </dgm:pt>
    <dgm:pt modelId="{95D2B382-7BF1-4349-A41A-A093FBBF87A6}" type="pres">
      <dgm:prSet presAssocID="{1BBF55B3-525E-4E5E-8E21-799178F9C49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D75BB4E9-2A30-436D-9E99-DC43A010D9A6}" type="pres">
      <dgm:prSet presAssocID="{1BBF55B3-525E-4E5E-8E21-799178F9C496}" presName="iconSpace" presStyleCnt="0"/>
      <dgm:spPr/>
    </dgm:pt>
    <dgm:pt modelId="{E3BA3F56-3DF1-4F81-967F-5F614BCFB382}" type="pres">
      <dgm:prSet presAssocID="{1BBF55B3-525E-4E5E-8E21-799178F9C496}" presName="parTx" presStyleLbl="revTx" presStyleIdx="2" presStyleCnt="4">
        <dgm:presLayoutVars>
          <dgm:chMax val="0"/>
          <dgm:chPref val="0"/>
        </dgm:presLayoutVars>
      </dgm:prSet>
      <dgm:spPr/>
    </dgm:pt>
    <dgm:pt modelId="{0A9745C9-4AF5-43F5-BD41-E29FCEC5B7D4}" type="pres">
      <dgm:prSet presAssocID="{1BBF55B3-525E-4E5E-8E21-799178F9C496}" presName="txSpace" presStyleCnt="0"/>
      <dgm:spPr/>
    </dgm:pt>
    <dgm:pt modelId="{0DF9011E-E6EB-48FD-B0BF-BBAC14595D41}" type="pres">
      <dgm:prSet presAssocID="{1BBF55B3-525E-4E5E-8E21-799178F9C496}" presName="desTx" presStyleLbl="revTx" presStyleIdx="3" presStyleCnt="4">
        <dgm:presLayoutVars/>
      </dgm:prSet>
      <dgm:spPr/>
    </dgm:pt>
  </dgm:ptLst>
  <dgm:cxnLst>
    <dgm:cxn modelId="{0452A30A-61D0-450A-9D67-03130F3ECC2D}" srcId="{D36CEFF3-4AD7-44CC-9B59-3F996D37E3B2}" destId="{102FA3D6-DC74-4D96-AB8A-658B1EE79B98}" srcOrd="1" destOrd="0" parTransId="{0442E74B-6715-4F91-A0AA-17588E3DB5ED}" sibTransId="{DF1D0F18-FB1B-4041-86F9-6A28143B0F30}"/>
    <dgm:cxn modelId="{399F930F-5EE0-4238-94D4-547A43624C35}" srcId="{1BBF55B3-525E-4E5E-8E21-799178F9C496}" destId="{D16D1201-ADAE-4F0F-8D40-B38236AFDF14}" srcOrd="0" destOrd="0" parTransId="{7F233925-F99A-46C8-8213-BD0D8609E76E}" sibTransId="{15C5BDED-C776-4CCC-ABDB-45B9004165C2}"/>
    <dgm:cxn modelId="{B59E9934-9FEC-4563-B419-207EC6F8893E}" type="presOf" srcId="{D36CEFF3-4AD7-44CC-9B59-3F996D37E3B2}" destId="{64497B78-36F1-4976-8324-B33E24B79C16}" srcOrd="0" destOrd="0" presId="urn:microsoft.com/office/officeart/2018/5/layout/CenteredIconLabelDescriptionList"/>
    <dgm:cxn modelId="{C0B60F5F-EF77-47DF-9DD8-7DC5E0E21F94}" type="presOf" srcId="{1BBF55B3-525E-4E5E-8E21-799178F9C496}" destId="{E3BA3F56-3DF1-4F81-967F-5F614BCFB382}" srcOrd="0" destOrd="0" presId="urn:microsoft.com/office/officeart/2018/5/layout/CenteredIconLabelDescriptionList"/>
    <dgm:cxn modelId="{7CCAD664-24FA-41A1-B1A0-D48C4168A8D8}" srcId="{F55F0F09-FB16-458B-B4A3-5A6D41FF0D35}" destId="{D36CEFF3-4AD7-44CC-9B59-3F996D37E3B2}" srcOrd="0" destOrd="0" parTransId="{2918D5FD-51BF-4D2F-83A3-57B138F9E4C0}" sibTransId="{2CDCA984-3821-4814-80ED-823F0AA169D4}"/>
    <dgm:cxn modelId="{2F0C9D6C-6B48-40E6-9BD3-7BA759C3EF73}" srcId="{1BBF55B3-525E-4E5E-8E21-799178F9C496}" destId="{0E69F0B8-A93D-4CC9-819F-0A53806384B9}" srcOrd="1" destOrd="0" parTransId="{EDE91AC3-1B52-48D7-9D67-D29D1212F849}" sibTransId="{9E38A19A-7D63-4F90-9025-8F61501083B6}"/>
    <dgm:cxn modelId="{16F49450-1570-4EFE-8F9F-A0ADD33B1229}" type="presOf" srcId="{D16D1201-ADAE-4F0F-8D40-B38236AFDF14}" destId="{0DF9011E-E6EB-48FD-B0BF-BBAC14595D41}" srcOrd="0" destOrd="0" presId="urn:microsoft.com/office/officeart/2018/5/layout/CenteredIconLabelDescriptionList"/>
    <dgm:cxn modelId="{230CD756-6360-4921-AF35-7FC08A35A3AE}" type="presOf" srcId="{8B1D0A98-E92C-4F4D-8BB3-7908F76221B4}" destId="{0DF9011E-E6EB-48FD-B0BF-BBAC14595D41}" srcOrd="0" destOrd="2" presId="urn:microsoft.com/office/officeart/2018/5/layout/CenteredIconLabelDescriptionList"/>
    <dgm:cxn modelId="{302C168B-6E4B-4DC4-9DAF-3DEA27FE4595}" srcId="{1BBF55B3-525E-4E5E-8E21-799178F9C496}" destId="{8B1D0A98-E92C-4F4D-8BB3-7908F76221B4}" srcOrd="2" destOrd="0" parTransId="{BF9264AB-7C37-47A5-BBBD-72ED6CB16E88}" sibTransId="{F3961C0C-FE38-418D-8059-6DC499A1B5F4}"/>
    <dgm:cxn modelId="{6D604891-5A06-4EF2-9034-6B85D4C4389F}" srcId="{D36CEFF3-4AD7-44CC-9B59-3F996D37E3B2}" destId="{9C1A34BD-7911-4926-B2DB-98823EDAAC53}" srcOrd="0" destOrd="0" parTransId="{2AE74D4C-BCEC-4113-BAEE-3F632E688045}" sibTransId="{6166AE4B-45ED-4E0E-83F1-28AAFBA05A71}"/>
    <dgm:cxn modelId="{46AB4891-307D-4CAC-89D7-F1E91B5DEA6D}" srcId="{F55F0F09-FB16-458B-B4A3-5A6D41FF0D35}" destId="{1BBF55B3-525E-4E5E-8E21-799178F9C496}" srcOrd="1" destOrd="0" parTransId="{4B5B33F9-D12E-4985-B665-22BE92BEB96D}" sibTransId="{83A72408-DB50-4A86-B6DD-4235E925E634}"/>
    <dgm:cxn modelId="{DD960C95-363D-4387-9F3F-EEE4191AE441}" type="presOf" srcId="{102FA3D6-DC74-4D96-AB8A-658B1EE79B98}" destId="{18B40AA9-04C4-42C1-A993-E79472751DA0}" srcOrd="0" destOrd="1" presId="urn:microsoft.com/office/officeart/2018/5/layout/CenteredIconLabelDescriptionList"/>
    <dgm:cxn modelId="{6A62468A-BE68-460B-B173-488291D9FC4E}" type="presOf" srcId="{0E69F0B8-A93D-4CC9-819F-0A53806384B9}" destId="{0DF9011E-E6EB-48FD-B0BF-BBAC14595D41}" srcOrd="0" destOrd="1" presId="urn:microsoft.com/office/officeart/2018/5/layout/CenteredIconLabelDescriptionList"/>
    <dgm:cxn modelId="{7F4772A9-BC6B-4A29-BC62-28AC909A865B}" type="presOf" srcId="{9C1A34BD-7911-4926-B2DB-98823EDAAC53}" destId="{18B40AA9-04C4-42C1-A993-E79472751DA0}" srcOrd="0" destOrd="0" presId="urn:microsoft.com/office/officeart/2018/5/layout/CenteredIconLabelDescriptionList"/>
    <dgm:cxn modelId="{38A7BFBC-A929-470C-A04D-15D8A3062F52}" srcId="{D36CEFF3-4AD7-44CC-9B59-3F996D37E3B2}" destId="{3DFE3A9F-E212-451B-BC26-AF00D318C6CF}" srcOrd="2" destOrd="0" parTransId="{15C48E1F-4899-486B-B0E6-10EAC3FD1365}" sibTransId="{8F71A753-E5E6-42A8-B6D2-E222D0222223}"/>
    <dgm:cxn modelId="{3602ABE4-12E1-4BC1-98F3-8147E3C6F86A}" type="presOf" srcId="{F55F0F09-FB16-458B-B4A3-5A6D41FF0D35}" destId="{E6A4EAA2-4FFB-4050-BEE5-D68090DC7B1D}" srcOrd="0" destOrd="0" presId="urn:microsoft.com/office/officeart/2018/5/layout/CenteredIconLabelDescriptionList"/>
    <dgm:cxn modelId="{05BCC4D1-9AD8-403A-B96D-4932AD937AD9}" type="presOf" srcId="{3DFE3A9F-E212-451B-BC26-AF00D318C6CF}" destId="{18B40AA9-04C4-42C1-A993-E79472751DA0}" srcOrd="0" destOrd="2" presId="urn:microsoft.com/office/officeart/2018/5/layout/CenteredIconLabelDescriptionList"/>
    <dgm:cxn modelId="{18F30E2F-EE45-4FC2-8CD1-A80D9EE1AE38}" type="presParOf" srcId="{E6A4EAA2-4FFB-4050-BEE5-D68090DC7B1D}" destId="{23352324-C9CD-41B6-B7B7-84F9FC0E2AB5}" srcOrd="0" destOrd="0" presId="urn:microsoft.com/office/officeart/2018/5/layout/CenteredIconLabelDescriptionList"/>
    <dgm:cxn modelId="{83E2116F-038C-4ABB-8910-CDABDDEB5EB0}" type="presParOf" srcId="{23352324-C9CD-41B6-B7B7-84F9FC0E2AB5}" destId="{D095980D-2806-461E-ABC5-971F94181763}" srcOrd="0" destOrd="0" presId="urn:microsoft.com/office/officeart/2018/5/layout/CenteredIconLabelDescriptionList"/>
    <dgm:cxn modelId="{710C51CB-6AB2-42D8-8854-80E472D3C66E}" type="presParOf" srcId="{23352324-C9CD-41B6-B7B7-84F9FC0E2AB5}" destId="{8D186042-89DF-43E1-A89B-E7036B1DCEF9}" srcOrd="1" destOrd="0" presId="urn:microsoft.com/office/officeart/2018/5/layout/CenteredIconLabelDescriptionList"/>
    <dgm:cxn modelId="{0F7FBEF6-63D0-4C03-97B4-704A1457E282}" type="presParOf" srcId="{23352324-C9CD-41B6-B7B7-84F9FC0E2AB5}" destId="{64497B78-36F1-4976-8324-B33E24B79C16}" srcOrd="2" destOrd="0" presId="urn:microsoft.com/office/officeart/2018/5/layout/CenteredIconLabelDescriptionList"/>
    <dgm:cxn modelId="{552C3528-B58F-4CC4-B8FD-295684C56CED}" type="presParOf" srcId="{23352324-C9CD-41B6-B7B7-84F9FC0E2AB5}" destId="{D9BB10FB-615E-4B9C-B2A0-30506FC77E28}" srcOrd="3" destOrd="0" presId="urn:microsoft.com/office/officeart/2018/5/layout/CenteredIconLabelDescriptionList"/>
    <dgm:cxn modelId="{D3244093-DE0F-4F34-B400-8710EA91DA5F}" type="presParOf" srcId="{23352324-C9CD-41B6-B7B7-84F9FC0E2AB5}" destId="{18B40AA9-04C4-42C1-A993-E79472751DA0}" srcOrd="4" destOrd="0" presId="urn:microsoft.com/office/officeart/2018/5/layout/CenteredIconLabelDescriptionList"/>
    <dgm:cxn modelId="{B9191CC5-20F8-4D18-8DC1-4DE89FF17E9C}" type="presParOf" srcId="{E6A4EAA2-4FFB-4050-BEE5-D68090DC7B1D}" destId="{5DD28BA1-A580-4D5B-B1B0-3BF6FFE5B7A8}" srcOrd="1" destOrd="0" presId="urn:microsoft.com/office/officeart/2018/5/layout/CenteredIconLabelDescriptionList"/>
    <dgm:cxn modelId="{187D55E2-1905-455E-9E86-69B8CEF19B42}" type="presParOf" srcId="{E6A4EAA2-4FFB-4050-BEE5-D68090DC7B1D}" destId="{87CC59C6-A509-400C-8A62-1AB610E93EC3}" srcOrd="2" destOrd="0" presId="urn:microsoft.com/office/officeart/2018/5/layout/CenteredIconLabelDescriptionList"/>
    <dgm:cxn modelId="{BB72C58E-E86E-47D1-A1F4-A334D601C5CC}" type="presParOf" srcId="{87CC59C6-A509-400C-8A62-1AB610E93EC3}" destId="{95D2B382-7BF1-4349-A41A-A093FBBF87A6}" srcOrd="0" destOrd="0" presId="urn:microsoft.com/office/officeart/2018/5/layout/CenteredIconLabelDescriptionList"/>
    <dgm:cxn modelId="{D8E2068E-7DCB-4542-8959-9E7E952E8ACD}" type="presParOf" srcId="{87CC59C6-A509-400C-8A62-1AB610E93EC3}" destId="{D75BB4E9-2A30-436D-9E99-DC43A010D9A6}" srcOrd="1" destOrd="0" presId="urn:microsoft.com/office/officeart/2018/5/layout/CenteredIconLabelDescriptionList"/>
    <dgm:cxn modelId="{4384D039-EFD8-4A4F-AABF-A015573DECFE}" type="presParOf" srcId="{87CC59C6-A509-400C-8A62-1AB610E93EC3}" destId="{E3BA3F56-3DF1-4F81-967F-5F614BCFB382}" srcOrd="2" destOrd="0" presId="urn:microsoft.com/office/officeart/2018/5/layout/CenteredIconLabelDescriptionList"/>
    <dgm:cxn modelId="{7F71AEFC-2158-482A-BF08-D9EB76CFAAED}" type="presParOf" srcId="{87CC59C6-A509-400C-8A62-1AB610E93EC3}" destId="{0A9745C9-4AF5-43F5-BD41-E29FCEC5B7D4}" srcOrd="3" destOrd="0" presId="urn:microsoft.com/office/officeart/2018/5/layout/CenteredIconLabelDescriptionList"/>
    <dgm:cxn modelId="{2C66551B-EF5E-4BDB-A255-34A586E9D2B9}" type="presParOf" srcId="{87CC59C6-A509-400C-8A62-1AB610E93EC3}" destId="{0DF9011E-E6EB-48FD-B0BF-BBAC14595D4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6CE441-5A2B-429C-BC52-0C73A394174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6935260-BBA1-4A26-9F17-BFECDAB6D6C6}">
      <dgm:prSet/>
      <dgm:spPr/>
      <dgm:t>
        <a:bodyPr/>
        <a:lstStyle/>
        <a:p>
          <a:pPr>
            <a:lnSpc>
              <a:spcPct val="100000"/>
            </a:lnSpc>
            <a:defRPr b="1"/>
          </a:pPr>
          <a:r>
            <a:rPr lang="en-US" b="1"/>
            <a:t>Customer Segmentation</a:t>
          </a:r>
          <a:endParaRPr lang="en-US"/>
        </a:p>
      </dgm:t>
    </dgm:pt>
    <dgm:pt modelId="{0EAC8B62-85B4-440D-8260-CB442C5A7D9C}" type="parTrans" cxnId="{CAC5A965-847A-4449-8BB6-1584FC7FA677}">
      <dgm:prSet/>
      <dgm:spPr/>
      <dgm:t>
        <a:bodyPr/>
        <a:lstStyle/>
        <a:p>
          <a:endParaRPr lang="en-US"/>
        </a:p>
      </dgm:t>
    </dgm:pt>
    <dgm:pt modelId="{CE9F2FC1-A587-49D5-8C26-107FC2FB0EC8}" type="sibTrans" cxnId="{CAC5A965-847A-4449-8BB6-1584FC7FA677}">
      <dgm:prSet/>
      <dgm:spPr/>
      <dgm:t>
        <a:bodyPr/>
        <a:lstStyle/>
        <a:p>
          <a:endParaRPr lang="en-US"/>
        </a:p>
      </dgm:t>
    </dgm:pt>
    <dgm:pt modelId="{40F85E5D-2BDE-414A-9CDB-0F1253775D1E}">
      <dgm:prSet custT="1"/>
      <dgm:spPr/>
      <dgm:t>
        <a:bodyPr/>
        <a:lstStyle/>
        <a:p>
          <a:pPr>
            <a:lnSpc>
              <a:spcPct val="100000"/>
            </a:lnSpc>
          </a:pPr>
          <a:r>
            <a:rPr lang="en-US" sz="1800" b="1" dirty="0"/>
            <a:t>Input</a:t>
          </a:r>
          <a:r>
            <a:rPr lang="en-US" sz="1800" dirty="0"/>
            <a:t>: Purchase history, browsing behavior</a:t>
          </a:r>
        </a:p>
      </dgm:t>
    </dgm:pt>
    <dgm:pt modelId="{2C08B5D9-75D5-41E3-AF82-93664425AFD0}" type="parTrans" cxnId="{763BC6DF-950A-4052-9829-439FCD75AAA2}">
      <dgm:prSet/>
      <dgm:spPr/>
      <dgm:t>
        <a:bodyPr/>
        <a:lstStyle/>
        <a:p>
          <a:endParaRPr lang="en-US"/>
        </a:p>
      </dgm:t>
    </dgm:pt>
    <dgm:pt modelId="{406F469D-977A-440A-89C7-9B4427817899}" type="sibTrans" cxnId="{763BC6DF-950A-4052-9829-439FCD75AAA2}">
      <dgm:prSet/>
      <dgm:spPr/>
      <dgm:t>
        <a:bodyPr/>
        <a:lstStyle/>
        <a:p>
          <a:endParaRPr lang="en-US"/>
        </a:p>
      </dgm:t>
    </dgm:pt>
    <dgm:pt modelId="{BD59A246-96AA-4F38-9F5D-DB85069230A1}">
      <dgm:prSet custT="1"/>
      <dgm:spPr/>
      <dgm:t>
        <a:bodyPr/>
        <a:lstStyle/>
        <a:p>
          <a:pPr>
            <a:lnSpc>
              <a:spcPct val="100000"/>
            </a:lnSpc>
          </a:pPr>
          <a:r>
            <a:rPr lang="en-US" sz="1800" b="1" dirty="0"/>
            <a:t>Output</a:t>
          </a:r>
          <a:r>
            <a:rPr lang="en-US" sz="1800" dirty="0"/>
            <a:t>: Clusters of similar customers</a:t>
          </a:r>
        </a:p>
      </dgm:t>
    </dgm:pt>
    <dgm:pt modelId="{826EA640-F23A-44D7-BB1C-241C537A7E80}" type="parTrans" cxnId="{4AC58D5B-AC96-4209-90BC-867FD5A84460}">
      <dgm:prSet/>
      <dgm:spPr/>
      <dgm:t>
        <a:bodyPr/>
        <a:lstStyle/>
        <a:p>
          <a:endParaRPr lang="en-US"/>
        </a:p>
      </dgm:t>
    </dgm:pt>
    <dgm:pt modelId="{BE8BD3F8-C73A-434F-A0BF-0FFB95008FF7}" type="sibTrans" cxnId="{4AC58D5B-AC96-4209-90BC-867FD5A84460}">
      <dgm:prSet/>
      <dgm:spPr/>
      <dgm:t>
        <a:bodyPr/>
        <a:lstStyle/>
        <a:p>
          <a:endParaRPr lang="en-US"/>
        </a:p>
      </dgm:t>
    </dgm:pt>
    <dgm:pt modelId="{2DD2186D-7D25-4856-B31E-152CEFB7E973}">
      <dgm:prSet custT="1"/>
      <dgm:spPr/>
      <dgm:t>
        <a:bodyPr/>
        <a:lstStyle/>
        <a:p>
          <a:pPr>
            <a:lnSpc>
              <a:spcPct val="100000"/>
            </a:lnSpc>
          </a:pPr>
          <a:r>
            <a:rPr lang="en-US" sz="1800" b="1" dirty="0"/>
            <a:t>Use Case</a:t>
          </a:r>
          <a:r>
            <a:rPr lang="en-US" sz="1800" dirty="0"/>
            <a:t>: E-commerce platforms use this to target marketing campaigns more effectively.</a:t>
          </a:r>
        </a:p>
      </dgm:t>
    </dgm:pt>
    <dgm:pt modelId="{7BDB774F-CB12-43F4-A1E6-E9275DAF65EE}" type="parTrans" cxnId="{C92FDD3C-8BF8-425B-ADD5-9D176E6C7E4F}">
      <dgm:prSet/>
      <dgm:spPr/>
      <dgm:t>
        <a:bodyPr/>
        <a:lstStyle/>
        <a:p>
          <a:endParaRPr lang="en-US"/>
        </a:p>
      </dgm:t>
    </dgm:pt>
    <dgm:pt modelId="{09018A55-29A5-4F07-B971-1DC664300CDD}" type="sibTrans" cxnId="{C92FDD3C-8BF8-425B-ADD5-9D176E6C7E4F}">
      <dgm:prSet/>
      <dgm:spPr/>
      <dgm:t>
        <a:bodyPr/>
        <a:lstStyle/>
        <a:p>
          <a:endParaRPr lang="en-US"/>
        </a:p>
      </dgm:t>
    </dgm:pt>
    <dgm:pt modelId="{DAF18AD2-8499-480F-A172-7246B0359599}">
      <dgm:prSet/>
      <dgm:spPr/>
      <dgm:t>
        <a:bodyPr/>
        <a:lstStyle/>
        <a:p>
          <a:pPr>
            <a:lnSpc>
              <a:spcPct val="100000"/>
            </a:lnSpc>
            <a:defRPr b="1"/>
          </a:pPr>
          <a:r>
            <a:rPr lang="en-US" b="1"/>
            <a:t>Anomaly Detection in Network Traffic</a:t>
          </a:r>
          <a:endParaRPr lang="en-US"/>
        </a:p>
      </dgm:t>
    </dgm:pt>
    <dgm:pt modelId="{9301FD6D-1803-46B1-A381-DF27BE267412}" type="parTrans" cxnId="{DCC8AA72-C605-477D-A3A5-FB979E64517B}">
      <dgm:prSet/>
      <dgm:spPr/>
      <dgm:t>
        <a:bodyPr/>
        <a:lstStyle/>
        <a:p>
          <a:endParaRPr lang="en-US"/>
        </a:p>
      </dgm:t>
    </dgm:pt>
    <dgm:pt modelId="{E7FC01F9-116A-4F4B-8C37-95C5D37ED369}" type="sibTrans" cxnId="{DCC8AA72-C605-477D-A3A5-FB979E64517B}">
      <dgm:prSet/>
      <dgm:spPr/>
      <dgm:t>
        <a:bodyPr/>
        <a:lstStyle/>
        <a:p>
          <a:endParaRPr lang="en-US"/>
        </a:p>
      </dgm:t>
    </dgm:pt>
    <dgm:pt modelId="{DF06C344-23A2-4108-BF65-C8011C4CFAAE}">
      <dgm:prSet custT="1"/>
      <dgm:spPr/>
      <dgm:t>
        <a:bodyPr/>
        <a:lstStyle/>
        <a:p>
          <a:pPr>
            <a:lnSpc>
              <a:spcPct val="100000"/>
            </a:lnSpc>
          </a:pPr>
          <a:r>
            <a:rPr lang="en-US" sz="1800" b="1" dirty="0"/>
            <a:t>Input</a:t>
          </a:r>
          <a:r>
            <a:rPr lang="en-US" sz="1800" dirty="0"/>
            <a:t>: Network usage logs</a:t>
          </a:r>
        </a:p>
      </dgm:t>
    </dgm:pt>
    <dgm:pt modelId="{B4F657D9-5909-4290-9CB0-D557DC6FA092}" type="parTrans" cxnId="{10F40B68-EFEB-47EC-8BA4-911AD91290FA}">
      <dgm:prSet/>
      <dgm:spPr/>
      <dgm:t>
        <a:bodyPr/>
        <a:lstStyle/>
        <a:p>
          <a:endParaRPr lang="en-US"/>
        </a:p>
      </dgm:t>
    </dgm:pt>
    <dgm:pt modelId="{71AAA107-B9ED-45A4-A37D-55FCB018DA69}" type="sibTrans" cxnId="{10F40B68-EFEB-47EC-8BA4-911AD91290FA}">
      <dgm:prSet/>
      <dgm:spPr/>
      <dgm:t>
        <a:bodyPr/>
        <a:lstStyle/>
        <a:p>
          <a:endParaRPr lang="en-US"/>
        </a:p>
      </dgm:t>
    </dgm:pt>
    <dgm:pt modelId="{D65D1A58-B4A3-4452-9AF8-38768670774E}">
      <dgm:prSet custT="1"/>
      <dgm:spPr/>
      <dgm:t>
        <a:bodyPr/>
        <a:lstStyle/>
        <a:p>
          <a:pPr>
            <a:lnSpc>
              <a:spcPct val="100000"/>
            </a:lnSpc>
          </a:pPr>
          <a:r>
            <a:rPr lang="en-US" sz="1800" b="1" dirty="0"/>
            <a:t>Output</a:t>
          </a:r>
          <a:r>
            <a:rPr lang="en-US" sz="1800" dirty="0"/>
            <a:t>: Identification of unusual patterns</a:t>
          </a:r>
        </a:p>
      </dgm:t>
    </dgm:pt>
    <dgm:pt modelId="{AEF1360F-C396-46DF-8076-3DC113F5E554}" type="parTrans" cxnId="{C3F75157-85FD-4DF6-9FFD-CB31E38056C6}">
      <dgm:prSet/>
      <dgm:spPr/>
      <dgm:t>
        <a:bodyPr/>
        <a:lstStyle/>
        <a:p>
          <a:endParaRPr lang="en-US"/>
        </a:p>
      </dgm:t>
    </dgm:pt>
    <dgm:pt modelId="{78BCBA8B-0FA1-4EC3-90E3-0131179D1896}" type="sibTrans" cxnId="{C3F75157-85FD-4DF6-9FFD-CB31E38056C6}">
      <dgm:prSet/>
      <dgm:spPr/>
      <dgm:t>
        <a:bodyPr/>
        <a:lstStyle/>
        <a:p>
          <a:endParaRPr lang="en-US"/>
        </a:p>
      </dgm:t>
    </dgm:pt>
    <dgm:pt modelId="{7577C94D-DC4D-4062-B132-3FC3C2B24F94}">
      <dgm:prSet custT="1"/>
      <dgm:spPr/>
      <dgm:t>
        <a:bodyPr/>
        <a:lstStyle/>
        <a:p>
          <a:pPr>
            <a:lnSpc>
              <a:spcPct val="100000"/>
            </a:lnSpc>
          </a:pPr>
          <a:r>
            <a:rPr lang="en-US" sz="1800" b="1" dirty="0"/>
            <a:t>Use Case</a:t>
          </a:r>
          <a:r>
            <a:rPr lang="en-US" sz="1800" dirty="0"/>
            <a:t>: Cybersecurity systems use this to detect potential intrusions or attacks</a:t>
          </a:r>
          <a:r>
            <a:rPr lang="en-US" sz="1100" dirty="0"/>
            <a:t>.</a:t>
          </a:r>
        </a:p>
      </dgm:t>
    </dgm:pt>
    <dgm:pt modelId="{88BB696C-A2C8-485C-B2B7-54381880CCB5}" type="parTrans" cxnId="{DC5EF1C3-265B-4576-9837-B0901795884B}">
      <dgm:prSet/>
      <dgm:spPr/>
      <dgm:t>
        <a:bodyPr/>
        <a:lstStyle/>
        <a:p>
          <a:endParaRPr lang="en-US"/>
        </a:p>
      </dgm:t>
    </dgm:pt>
    <dgm:pt modelId="{B627068D-BD0D-4ED1-A85D-BF0CD6781BE9}" type="sibTrans" cxnId="{DC5EF1C3-265B-4576-9837-B0901795884B}">
      <dgm:prSet/>
      <dgm:spPr/>
      <dgm:t>
        <a:bodyPr/>
        <a:lstStyle/>
        <a:p>
          <a:endParaRPr lang="en-US"/>
        </a:p>
      </dgm:t>
    </dgm:pt>
    <dgm:pt modelId="{DEBF1B91-8B28-45BB-B3BA-99F3B2134A79}" type="pres">
      <dgm:prSet presAssocID="{E46CE441-5A2B-429C-BC52-0C73A3941746}" presName="root" presStyleCnt="0">
        <dgm:presLayoutVars>
          <dgm:dir/>
          <dgm:resizeHandles val="exact"/>
        </dgm:presLayoutVars>
      </dgm:prSet>
      <dgm:spPr/>
    </dgm:pt>
    <dgm:pt modelId="{B28C0E64-A15F-411B-B216-C3CA960622EE}" type="pres">
      <dgm:prSet presAssocID="{86935260-BBA1-4A26-9F17-BFECDAB6D6C6}" presName="compNode" presStyleCnt="0"/>
      <dgm:spPr/>
    </dgm:pt>
    <dgm:pt modelId="{E695DA8C-51E7-4E93-AF52-7DE15F9D71D6}" type="pres">
      <dgm:prSet presAssocID="{86935260-BBA1-4A26-9F17-BFECDAB6D6C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C65139B3-ACAE-4DF0-984C-E37F371978C4}" type="pres">
      <dgm:prSet presAssocID="{86935260-BBA1-4A26-9F17-BFECDAB6D6C6}" presName="iconSpace" presStyleCnt="0"/>
      <dgm:spPr/>
    </dgm:pt>
    <dgm:pt modelId="{1D7A8559-CA7F-4D0E-8EB7-7EF2A7B3EB5A}" type="pres">
      <dgm:prSet presAssocID="{86935260-BBA1-4A26-9F17-BFECDAB6D6C6}" presName="parTx" presStyleLbl="revTx" presStyleIdx="0" presStyleCnt="4">
        <dgm:presLayoutVars>
          <dgm:chMax val="0"/>
          <dgm:chPref val="0"/>
        </dgm:presLayoutVars>
      </dgm:prSet>
      <dgm:spPr/>
    </dgm:pt>
    <dgm:pt modelId="{0B545A0E-BC93-4462-9F88-62B6F9B3C8EE}" type="pres">
      <dgm:prSet presAssocID="{86935260-BBA1-4A26-9F17-BFECDAB6D6C6}" presName="txSpace" presStyleCnt="0"/>
      <dgm:spPr/>
    </dgm:pt>
    <dgm:pt modelId="{EB88899A-EB82-40F6-A28F-375BDBC7A784}" type="pres">
      <dgm:prSet presAssocID="{86935260-BBA1-4A26-9F17-BFECDAB6D6C6}" presName="desTx" presStyleLbl="revTx" presStyleIdx="1" presStyleCnt="4">
        <dgm:presLayoutVars/>
      </dgm:prSet>
      <dgm:spPr/>
    </dgm:pt>
    <dgm:pt modelId="{4E5464B2-2299-4229-A643-F2E90F50F496}" type="pres">
      <dgm:prSet presAssocID="{CE9F2FC1-A587-49D5-8C26-107FC2FB0EC8}" presName="sibTrans" presStyleCnt="0"/>
      <dgm:spPr/>
    </dgm:pt>
    <dgm:pt modelId="{BD11A3AB-D781-4125-B197-7F421E1D5EFE}" type="pres">
      <dgm:prSet presAssocID="{DAF18AD2-8499-480F-A172-7246B0359599}" presName="compNode" presStyleCnt="0"/>
      <dgm:spPr/>
    </dgm:pt>
    <dgm:pt modelId="{CF9E4327-37CE-4282-A709-599CD07A2D5F}" type="pres">
      <dgm:prSet presAssocID="{DAF18AD2-8499-480F-A172-7246B035959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curity Camera Sign"/>
        </a:ext>
      </dgm:extLst>
    </dgm:pt>
    <dgm:pt modelId="{61E6A6FC-BBD1-4CF2-8136-CC7CF31C05E1}" type="pres">
      <dgm:prSet presAssocID="{DAF18AD2-8499-480F-A172-7246B0359599}" presName="iconSpace" presStyleCnt="0"/>
      <dgm:spPr/>
    </dgm:pt>
    <dgm:pt modelId="{40AF83B6-77C2-41F5-A934-1119D8BB77A3}" type="pres">
      <dgm:prSet presAssocID="{DAF18AD2-8499-480F-A172-7246B0359599}" presName="parTx" presStyleLbl="revTx" presStyleIdx="2" presStyleCnt="4">
        <dgm:presLayoutVars>
          <dgm:chMax val="0"/>
          <dgm:chPref val="0"/>
        </dgm:presLayoutVars>
      </dgm:prSet>
      <dgm:spPr/>
    </dgm:pt>
    <dgm:pt modelId="{AC0B09A5-5A74-4E7D-B4CC-A24A13097420}" type="pres">
      <dgm:prSet presAssocID="{DAF18AD2-8499-480F-A172-7246B0359599}" presName="txSpace" presStyleCnt="0"/>
      <dgm:spPr/>
    </dgm:pt>
    <dgm:pt modelId="{9E7CBF4B-D60B-49D6-9995-581C1ED8ADE5}" type="pres">
      <dgm:prSet presAssocID="{DAF18AD2-8499-480F-A172-7246B0359599}" presName="desTx" presStyleLbl="revTx" presStyleIdx="3" presStyleCnt="4">
        <dgm:presLayoutVars/>
      </dgm:prSet>
      <dgm:spPr/>
    </dgm:pt>
  </dgm:ptLst>
  <dgm:cxnLst>
    <dgm:cxn modelId="{FDB1670A-BFB6-454B-8EF2-1A3FF942B135}" type="presOf" srcId="{2DD2186D-7D25-4856-B31E-152CEFB7E973}" destId="{EB88899A-EB82-40F6-A28F-375BDBC7A784}" srcOrd="0" destOrd="2" presId="urn:microsoft.com/office/officeart/2018/5/layout/CenteredIconLabelDescriptionList"/>
    <dgm:cxn modelId="{0E50131C-2FB7-4B84-9741-75E9C9078753}" type="presOf" srcId="{DAF18AD2-8499-480F-A172-7246B0359599}" destId="{40AF83B6-77C2-41F5-A934-1119D8BB77A3}" srcOrd="0" destOrd="0" presId="urn:microsoft.com/office/officeart/2018/5/layout/CenteredIconLabelDescriptionList"/>
    <dgm:cxn modelId="{4DA1C225-53FE-4BAD-BE4E-BD833FE9E9A2}" type="presOf" srcId="{BD59A246-96AA-4F38-9F5D-DB85069230A1}" destId="{EB88899A-EB82-40F6-A28F-375BDBC7A784}" srcOrd="0" destOrd="1" presId="urn:microsoft.com/office/officeart/2018/5/layout/CenteredIconLabelDescriptionList"/>
    <dgm:cxn modelId="{5371D439-DD5A-4587-B72A-4A5EAC1688D3}" type="presOf" srcId="{E46CE441-5A2B-429C-BC52-0C73A3941746}" destId="{DEBF1B91-8B28-45BB-B3BA-99F3B2134A79}" srcOrd="0" destOrd="0" presId="urn:microsoft.com/office/officeart/2018/5/layout/CenteredIconLabelDescriptionList"/>
    <dgm:cxn modelId="{C92FDD3C-8BF8-425B-ADD5-9D176E6C7E4F}" srcId="{86935260-BBA1-4A26-9F17-BFECDAB6D6C6}" destId="{2DD2186D-7D25-4856-B31E-152CEFB7E973}" srcOrd="2" destOrd="0" parTransId="{7BDB774F-CB12-43F4-A1E6-E9275DAF65EE}" sibTransId="{09018A55-29A5-4F07-B971-1DC664300CDD}"/>
    <dgm:cxn modelId="{4AC58D5B-AC96-4209-90BC-867FD5A84460}" srcId="{86935260-BBA1-4A26-9F17-BFECDAB6D6C6}" destId="{BD59A246-96AA-4F38-9F5D-DB85069230A1}" srcOrd="1" destOrd="0" parTransId="{826EA640-F23A-44D7-BB1C-241C537A7E80}" sibTransId="{BE8BD3F8-C73A-434F-A0BF-0FFB95008FF7}"/>
    <dgm:cxn modelId="{CAC5A965-847A-4449-8BB6-1584FC7FA677}" srcId="{E46CE441-5A2B-429C-BC52-0C73A3941746}" destId="{86935260-BBA1-4A26-9F17-BFECDAB6D6C6}" srcOrd="0" destOrd="0" parTransId="{0EAC8B62-85B4-440D-8260-CB442C5A7D9C}" sibTransId="{CE9F2FC1-A587-49D5-8C26-107FC2FB0EC8}"/>
    <dgm:cxn modelId="{10F40B68-EFEB-47EC-8BA4-911AD91290FA}" srcId="{DAF18AD2-8499-480F-A172-7246B0359599}" destId="{DF06C344-23A2-4108-BF65-C8011C4CFAAE}" srcOrd="0" destOrd="0" parTransId="{B4F657D9-5909-4290-9CB0-D557DC6FA092}" sibTransId="{71AAA107-B9ED-45A4-A37D-55FCB018DA69}"/>
    <dgm:cxn modelId="{DCC8AA72-C605-477D-A3A5-FB979E64517B}" srcId="{E46CE441-5A2B-429C-BC52-0C73A3941746}" destId="{DAF18AD2-8499-480F-A172-7246B0359599}" srcOrd="1" destOrd="0" parTransId="{9301FD6D-1803-46B1-A381-DF27BE267412}" sibTransId="{E7FC01F9-116A-4F4B-8C37-95C5D37ED369}"/>
    <dgm:cxn modelId="{C3F75157-85FD-4DF6-9FFD-CB31E38056C6}" srcId="{DAF18AD2-8499-480F-A172-7246B0359599}" destId="{D65D1A58-B4A3-4452-9AF8-38768670774E}" srcOrd="1" destOrd="0" parTransId="{AEF1360F-C396-46DF-8076-3DC113F5E554}" sibTransId="{78BCBA8B-0FA1-4EC3-90E3-0131179D1896}"/>
    <dgm:cxn modelId="{3CBB9F83-BF42-4B8D-8C93-4FFAD73739D6}" type="presOf" srcId="{86935260-BBA1-4A26-9F17-BFECDAB6D6C6}" destId="{1D7A8559-CA7F-4D0E-8EB7-7EF2A7B3EB5A}" srcOrd="0" destOrd="0" presId="urn:microsoft.com/office/officeart/2018/5/layout/CenteredIconLabelDescriptionList"/>
    <dgm:cxn modelId="{A2911FB8-C471-436C-8B5B-0E0D7E4AB638}" type="presOf" srcId="{7577C94D-DC4D-4062-B132-3FC3C2B24F94}" destId="{9E7CBF4B-D60B-49D6-9995-581C1ED8ADE5}" srcOrd="0" destOrd="2" presId="urn:microsoft.com/office/officeart/2018/5/layout/CenteredIconLabelDescriptionList"/>
    <dgm:cxn modelId="{763BC6DF-950A-4052-9829-439FCD75AAA2}" srcId="{86935260-BBA1-4A26-9F17-BFECDAB6D6C6}" destId="{40F85E5D-2BDE-414A-9CDB-0F1253775D1E}" srcOrd="0" destOrd="0" parTransId="{2C08B5D9-75D5-41E3-AF82-93664425AFD0}" sibTransId="{406F469D-977A-440A-89C7-9B4427817899}"/>
    <dgm:cxn modelId="{DC5EF1C3-265B-4576-9837-B0901795884B}" srcId="{DAF18AD2-8499-480F-A172-7246B0359599}" destId="{7577C94D-DC4D-4062-B132-3FC3C2B24F94}" srcOrd="2" destOrd="0" parTransId="{88BB696C-A2C8-485C-B2B7-54381880CCB5}" sibTransId="{B627068D-BD0D-4ED1-A85D-BF0CD6781BE9}"/>
    <dgm:cxn modelId="{43401EEB-BE50-4A71-846B-F4CC3F75154E}" type="presOf" srcId="{DF06C344-23A2-4108-BF65-C8011C4CFAAE}" destId="{9E7CBF4B-D60B-49D6-9995-581C1ED8ADE5}" srcOrd="0" destOrd="0" presId="urn:microsoft.com/office/officeart/2018/5/layout/CenteredIconLabelDescriptionList"/>
    <dgm:cxn modelId="{5100C6F5-5FC2-4752-B6A4-8E15A68151CA}" type="presOf" srcId="{D65D1A58-B4A3-4452-9AF8-38768670774E}" destId="{9E7CBF4B-D60B-49D6-9995-581C1ED8ADE5}" srcOrd="0" destOrd="1" presId="urn:microsoft.com/office/officeart/2018/5/layout/CenteredIconLabelDescriptionList"/>
    <dgm:cxn modelId="{9BCEC8F5-6C29-4DAF-B1AE-FF9813343982}" type="presOf" srcId="{40F85E5D-2BDE-414A-9CDB-0F1253775D1E}" destId="{EB88899A-EB82-40F6-A28F-375BDBC7A784}" srcOrd="0" destOrd="0" presId="urn:microsoft.com/office/officeart/2018/5/layout/CenteredIconLabelDescriptionList"/>
    <dgm:cxn modelId="{742A0150-539F-4F0A-847C-C3DD7727D041}" type="presParOf" srcId="{DEBF1B91-8B28-45BB-B3BA-99F3B2134A79}" destId="{B28C0E64-A15F-411B-B216-C3CA960622EE}" srcOrd="0" destOrd="0" presId="urn:microsoft.com/office/officeart/2018/5/layout/CenteredIconLabelDescriptionList"/>
    <dgm:cxn modelId="{A5D326F0-6D5D-46F1-A0A2-F3C4D358BE46}" type="presParOf" srcId="{B28C0E64-A15F-411B-B216-C3CA960622EE}" destId="{E695DA8C-51E7-4E93-AF52-7DE15F9D71D6}" srcOrd="0" destOrd="0" presId="urn:microsoft.com/office/officeart/2018/5/layout/CenteredIconLabelDescriptionList"/>
    <dgm:cxn modelId="{DAD6999A-16D9-4520-A165-DB9259AAEE91}" type="presParOf" srcId="{B28C0E64-A15F-411B-B216-C3CA960622EE}" destId="{C65139B3-ACAE-4DF0-984C-E37F371978C4}" srcOrd="1" destOrd="0" presId="urn:microsoft.com/office/officeart/2018/5/layout/CenteredIconLabelDescriptionList"/>
    <dgm:cxn modelId="{88B04D6D-8D32-4DC7-942B-8B61AB8A0121}" type="presParOf" srcId="{B28C0E64-A15F-411B-B216-C3CA960622EE}" destId="{1D7A8559-CA7F-4D0E-8EB7-7EF2A7B3EB5A}" srcOrd="2" destOrd="0" presId="urn:microsoft.com/office/officeart/2018/5/layout/CenteredIconLabelDescriptionList"/>
    <dgm:cxn modelId="{71FC613E-71F8-43BC-BF8D-6E1CECE467C9}" type="presParOf" srcId="{B28C0E64-A15F-411B-B216-C3CA960622EE}" destId="{0B545A0E-BC93-4462-9F88-62B6F9B3C8EE}" srcOrd="3" destOrd="0" presId="urn:microsoft.com/office/officeart/2018/5/layout/CenteredIconLabelDescriptionList"/>
    <dgm:cxn modelId="{F6EBA0DE-AFDC-43E6-91E8-651439C6C140}" type="presParOf" srcId="{B28C0E64-A15F-411B-B216-C3CA960622EE}" destId="{EB88899A-EB82-40F6-A28F-375BDBC7A784}" srcOrd="4" destOrd="0" presId="urn:microsoft.com/office/officeart/2018/5/layout/CenteredIconLabelDescriptionList"/>
    <dgm:cxn modelId="{B277BC5A-E0CA-4F3D-B91F-666378A84B65}" type="presParOf" srcId="{DEBF1B91-8B28-45BB-B3BA-99F3B2134A79}" destId="{4E5464B2-2299-4229-A643-F2E90F50F496}" srcOrd="1" destOrd="0" presId="urn:microsoft.com/office/officeart/2018/5/layout/CenteredIconLabelDescriptionList"/>
    <dgm:cxn modelId="{EB593596-1D55-4773-85C5-7C2ED19D31B6}" type="presParOf" srcId="{DEBF1B91-8B28-45BB-B3BA-99F3B2134A79}" destId="{BD11A3AB-D781-4125-B197-7F421E1D5EFE}" srcOrd="2" destOrd="0" presId="urn:microsoft.com/office/officeart/2018/5/layout/CenteredIconLabelDescriptionList"/>
    <dgm:cxn modelId="{50F0B085-EA54-4519-856D-24C1D0C79FF6}" type="presParOf" srcId="{BD11A3AB-D781-4125-B197-7F421E1D5EFE}" destId="{CF9E4327-37CE-4282-A709-599CD07A2D5F}" srcOrd="0" destOrd="0" presId="urn:microsoft.com/office/officeart/2018/5/layout/CenteredIconLabelDescriptionList"/>
    <dgm:cxn modelId="{3A73DCB2-2EF2-457A-8F77-B32C2E43DC4B}" type="presParOf" srcId="{BD11A3AB-D781-4125-B197-7F421E1D5EFE}" destId="{61E6A6FC-BBD1-4CF2-8136-CC7CF31C05E1}" srcOrd="1" destOrd="0" presId="urn:microsoft.com/office/officeart/2018/5/layout/CenteredIconLabelDescriptionList"/>
    <dgm:cxn modelId="{517F8C6B-361E-41A3-81F2-0DFFD288A25F}" type="presParOf" srcId="{BD11A3AB-D781-4125-B197-7F421E1D5EFE}" destId="{40AF83B6-77C2-41F5-A934-1119D8BB77A3}" srcOrd="2" destOrd="0" presId="urn:microsoft.com/office/officeart/2018/5/layout/CenteredIconLabelDescriptionList"/>
    <dgm:cxn modelId="{B780F4D8-BFD4-4F3F-9E72-243A723ACB2F}" type="presParOf" srcId="{BD11A3AB-D781-4125-B197-7F421E1D5EFE}" destId="{AC0B09A5-5A74-4E7D-B4CC-A24A13097420}" srcOrd="3" destOrd="0" presId="urn:microsoft.com/office/officeart/2018/5/layout/CenteredIconLabelDescriptionList"/>
    <dgm:cxn modelId="{679AF13E-D2C8-489C-83C1-8C332593133F}" type="presParOf" srcId="{BD11A3AB-D781-4125-B197-7F421E1D5EFE}" destId="{9E7CBF4B-D60B-49D6-9995-581C1ED8ADE5}"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831DC9-C2BF-45EA-9CCB-B74C43B89375}"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AF7F479D-FAAF-4EEF-A7E6-4ADF550A82FF}">
      <dgm:prSet/>
      <dgm:spPr/>
      <dgm:t>
        <a:bodyPr/>
        <a:lstStyle/>
        <a:p>
          <a:r>
            <a:rPr lang="en-US" b="1" i="0"/>
            <a:t>Definition</a:t>
          </a:r>
          <a:r>
            <a:rPr lang="en-US" b="0" i="0"/>
            <a:t>: ML technique where an agent learns by interacting with an environment and receiving feedback (rewards or penalties).</a:t>
          </a:r>
          <a:endParaRPr lang="en-US"/>
        </a:p>
      </dgm:t>
    </dgm:pt>
    <dgm:pt modelId="{52F28900-F30A-478D-8E62-F4C725A35731}" type="parTrans" cxnId="{176932B7-B876-4DC0-8E5C-ACED458E81DB}">
      <dgm:prSet/>
      <dgm:spPr/>
      <dgm:t>
        <a:bodyPr/>
        <a:lstStyle/>
        <a:p>
          <a:endParaRPr lang="en-US"/>
        </a:p>
      </dgm:t>
    </dgm:pt>
    <dgm:pt modelId="{7EB4DFB5-089F-4F34-94A2-45D9C37D340A}" type="sibTrans" cxnId="{176932B7-B876-4DC0-8E5C-ACED458E81DB}">
      <dgm:prSet/>
      <dgm:spPr/>
      <dgm:t>
        <a:bodyPr/>
        <a:lstStyle/>
        <a:p>
          <a:endParaRPr lang="en-US"/>
        </a:p>
      </dgm:t>
    </dgm:pt>
    <dgm:pt modelId="{BE27A0DA-7E95-4CE5-89E9-16575F2DFDB3}">
      <dgm:prSet/>
      <dgm:spPr/>
      <dgm:t>
        <a:bodyPr/>
        <a:lstStyle/>
        <a:p>
          <a:r>
            <a:rPr lang="en-US" b="1" i="0"/>
            <a:t>Goal</a:t>
          </a:r>
          <a:r>
            <a:rPr lang="en-US" b="0" i="0"/>
            <a:t>: Maximize cumulative reward by learning the best actions over time.</a:t>
          </a:r>
          <a:endParaRPr lang="en-US"/>
        </a:p>
      </dgm:t>
    </dgm:pt>
    <dgm:pt modelId="{DC8F793E-B3B7-42C8-85B9-746E345F7CB4}" type="parTrans" cxnId="{9D4FC024-A841-41C6-8032-072EBA7B1B10}">
      <dgm:prSet/>
      <dgm:spPr/>
      <dgm:t>
        <a:bodyPr/>
        <a:lstStyle/>
        <a:p>
          <a:endParaRPr lang="en-US"/>
        </a:p>
      </dgm:t>
    </dgm:pt>
    <dgm:pt modelId="{2B5DA448-65CE-4336-A978-10A85A1FBEAC}" type="sibTrans" cxnId="{9D4FC024-A841-41C6-8032-072EBA7B1B10}">
      <dgm:prSet/>
      <dgm:spPr/>
      <dgm:t>
        <a:bodyPr/>
        <a:lstStyle/>
        <a:p>
          <a:endParaRPr lang="en-US"/>
        </a:p>
      </dgm:t>
    </dgm:pt>
    <dgm:pt modelId="{D3A79217-CD0D-4CD2-A6C8-1CE140E9F90F}">
      <dgm:prSet/>
      <dgm:spPr/>
      <dgm:t>
        <a:bodyPr/>
        <a:lstStyle/>
        <a:p>
          <a:r>
            <a:rPr lang="en-US" b="1" i="0"/>
            <a:t>How it works</a:t>
          </a:r>
          <a:r>
            <a:rPr lang="en-US" b="0" i="0"/>
            <a:t>: The agent tries different actions, learns from outcomes, and improves its strategy.</a:t>
          </a:r>
          <a:endParaRPr lang="en-US"/>
        </a:p>
      </dgm:t>
    </dgm:pt>
    <dgm:pt modelId="{991B34C8-88B3-47C9-A937-124F3060D4F1}" type="parTrans" cxnId="{E07E9E56-9936-4275-AF68-E284DAAF549F}">
      <dgm:prSet/>
      <dgm:spPr/>
      <dgm:t>
        <a:bodyPr/>
        <a:lstStyle/>
        <a:p>
          <a:endParaRPr lang="en-US"/>
        </a:p>
      </dgm:t>
    </dgm:pt>
    <dgm:pt modelId="{E3FD3DB7-BF86-4291-ADDB-BF93F7980A75}" type="sibTrans" cxnId="{E07E9E56-9936-4275-AF68-E284DAAF549F}">
      <dgm:prSet/>
      <dgm:spPr/>
      <dgm:t>
        <a:bodyPr/>
        <a:lstStyle/>
        <a:p>
          <a:endParaRPr lang="en-US"/>
        </a:p>
      </dgm:t>
    </dgm:pt>
    <dgm:pt modelId="{84175EFD-1186-4BE7-A10B-213BBE843241}">
      <dgm:prSet/>
      <dgm:spPr/>
      <dgm:t>
        <a:bodyPr/>
        <a:lstStyle/>
        <a:p>
          <a:r>
            <a:rPr lang="en-US" b="1" i="0"/>
            <a:t>Example</a:t>
          </a:r>
          <a:r>
            <a:rPr lang="en-US" b="0" i="0"/>
            <a:t>: Training a robot to walk or an AI to play chess — it learns by trial and error, improving with each attempt.</a:t>
          </a:r>
          <a:endParaRPr lang="en-US"/>
        </a:p>
      </dgm:t>
    </dgm:pt>
    <dgm:pt modelId="{637738A5-74C5-4157-9AF5-3509ED801290}" type="parTrans" cxnId="{4A8CA0DC-D788-4D9C-A29C-62DA83892492}">
      <dgm:prSet/>
      <dgm:spPr/>
      <dgm:t>
        <a:bodyPr/>
        <a:lstStyle/>
        <a:p>
          <a:endParaRPr lang="en-US"/>
        </a:p>
      </dgm:t>
    </dgm:pt>
    <dgm:pt modelId="{F133BA36-D8E2-4218-8240-02D004790EA6}" type="sibTrans" cxnId="{4A8CA0DC-D788-4D9C-A29C-62DA83892492}">
      <dgm:prSet/>
      <dgm:spPr/>
      <dgm:t>
        <a:bodyPr/>
        <a:lstStyle/>
        <a:p>
          <a:endParaRPr lang="en-US"/>
        </a:p>
      </dgm:t>
    </dgm:pt>
    <dgm:pt modelId="{41C2D248-C28E-4406-93AE-1DD65355395F}" type="pres">
      <dgm:prSet presAssocID="{B3831DC9-C2BF-45EA-9CCB-B74C43B89375}" presName="vert0" presStyleCnt="0">
        <dgm:presLayoutVars>
          <dgm:dir/>
          <dgm:animOne val="branch"/>
          <dgm:animLvl val="lvl"/>
        </dgm:presLayoutVars>
      </dgm:prSet>
      <dgm:spPr/>
    </dgm:pt>
    <dgm:pt modelId="{0B280964-1974-460F-8AE4-FC209A2F7755}" type="pres">
      <dgm:prSet presAssocID="{AF7F479D-FAAF-4EEF-A7E6-4ADF550A82FF}" presName="thickLine" presStyleLbl="alignNode1" presStyleIdx="0" presStyleCnt="4"/>
      <dgm:spPr/>
    </dgm:pt>
    <dgm:pt modelId="{A3F9228E-BD70-407B-B872-17247EFA6130}" type="pres">
      <dgm:prSet presAssocID="{AF7F479D-FAAF-4EEF-A7E6-4ADF550A82FF}" presName="horz1" presStyleCnt="0"/>
      <dgm:spPr/>
    </dgm:pt>
    <dgm:pt modelId="{60EDC07F-D39C-4B5C-B349-CFD933D2B379}" type="pres">
      <dgm:prSet presAssocID="{AF7F479D-FAAF-4EEF-A7E6-4ADF550A82FF}" presName="tx1" presStyleLbl="revTx" presStyleIdx="0" presStyleCnt="4"/>
      <dgm:spPr/>
    </dgm:pt>
    <dgm:pt modelId="{526A9EF8-595F-4F88-8428-FF347235A716}" type="pres">
      <dgm:prSet presAssocID="{AF7F479D-FAAF-4EEF-A7E6-4ADF550A82FF}" presName="vert1" presStyleCnt="0"/>
      <dgm:spPr/>
    </dgm:pt>
    <dgm:pt modelId="{F2649ECA-CC2B-44C3-AE02-20FACDA5D80C}" type="pres">
      <dgm:prSet presAssocID="{BE27A0DA-7E95-4CE5-89E9-16575F2DFDB3}" presName="thickLine" presStyleLbl="alignNode1" presStyleIdx="1" presStyleCnt="4"/>
      <dgm:spPr/>
    </dgm:pt>
    <dgm:pt modelId="{E36DF83E-2291-4A92-902A-18784DDC5C1F}" type="pres">
      <dgm:prSet presAssocID="{BE27A0DA-7E95-4CE5-89E9-16575F2DFDB3}" presName="horz1" presStyleCnt="0"/>
      <dgm:spPr/>
    </dgm:pt>
    <dgm:pt modelId="{4DCC82DA-F80A-49E6-A701-546BF2953E2C}" type="pres">
      <dgm:prSet presAssocID="{BE27A0DA-7E95-4CE5-89E9-16575F2DFDB3}" presName="tx1" presStyleLbl="revTx" presStyleIdx="1" presStyleCnt="4"/>
      <dgm:spPr/>
    </dgm:pt>
    <dgm:pt modelId="{83604E06-DA82-4E7A-BC10-FC5AC6353390}" type="pres">
      <dgm:prSet presAssocID="{BE27A0DA-7E95-4CE5-89E9-16575F2DFDB3}" presName="vert1" presStyleCnt="0"/>
      <dgm:spPr/>
    </dgm:pt>
    <dgm:pt modelId="{8C5C03C0-CF4E-45BD-990E-31FDAD655978}" type="pres">
      <dgm:prSet presAssocID="{D3A79217-CD0D-4CD2-A6C8-1CE140E9F90F}" presName="thickLine" presStyleLbl="alignNode1" presStyleIdx="2" presStyleCnt="4"/>
      <dgm:spPr/>
    </dgm:pt>
    <dgm:pt modelId="{55CC6976-581E-411B-9D54-09A579E11624}" type="pres">
      <dgm:prSet presAssocID="{D3A79217-CD0D-4CD2-A6C8-1CE140E9F90F}" presName="horz1" presStyleCnt="0"/>
      <dgm:spPr/>
    </dgm:pt>
    <dgm:pt modelId="{F41A148C-5623-4F56-8134-0A590E8A3393}" type="pres">
      <dgm:prSet presAssocID="{D3A79217-CD0D-4CD2-A6C8-1CE140E9F90F}" presName="tx1" presStyleLbl="revTx" presStyleIdx="2" presStyleCnt="4"/>
      <dgm:spPr/>
    </dgm:pt>
    <dgm:pt modelId="{EACB0B53-D74A-4662-8431-3F02E885DF72}" type="pres">
      <dgm:prSet presAssocID="{D3A79217-CD0D-4CD2-A6C8-1CE140E9F90F}" presName="vert1" presStyleCnt="0"/>
      <dgm:spPr/>
    </dgm:pt>
    <dgm:pt modelId="{98A8063F-9BDD-40B5-9325-7B3E2DE6DFD6}" type="pres">
      <dgm:prSet presAssocID="{84175EFD-1186-4BE7-A10B-213BBE843241}" presName="thickLine" presStyleLbl="alignNode1" presStyleIdx="3" presStyleCnt="4"/>
      <dgm:spPr/>
    </dgm:pt>
    <dgm:pt modelId="{6C752140-3CBD-4849-B8F5-FEEB1C3B2481}" type="pres">
      <dgm:prSet presAssocID="{84175EFD-1186-4BE7-A10B-213BBE843241}" presName="horz1" presStyleCnt="0"/>
      <dgm:spPr/>
    </dgm:pt>
    <dgm:pt modelId="{C571061D-EE12-4615-B61D-282BEADC295E}" type="pres">
      <dgm:prSet presAssocID="{84175EFD-1186-4BE7-A10B-213BBE843241}" presName="tx1" presStyleLbl="revTx" presStyleIdx="3" presStyleCnt="4"/>
      <dgm:spPr/>
    </dgm:pt>
    <dgm:pt modelId="{9AA8AA19-7576-4F30-AF8C-AA538AB08443}" type="pres">
      <dgm:prSet presAssocID="{84175EFD-1186-4BE7-A10B-213BBE843241}" presName="vert1" presStyleCnt="0"/>
      <dgm:spPr/>
    </dgm:pt>
  </dgm:ptLst>
  <dgm:cxnLst>
    <dgm:cxn modelId="{9D4FC024-A841-41C6-8032-072EBA7B1B10}" srcId="{B3831DC9-C2BF-45EA-9CCB-B74C43B89375}" destId="{BE27A0DA-7E95-4CE5-89E9-16575F2DFDB3}" srcOrd="1" destOrd="0" parTransId="{DC8F793E-B3B7-42C8-85B9-746E345F7CB4}" sibTransId="{2B5DA448-65CE-4336-A978-10A85A1FBEAC}"/>
    <dgm:cxn modelId="{7F248532-0B90-46DA-A1CC-FE0DF1D1047D}" type="presOf" srcId="{AF7F479D-FAAF-4EEF-A7E6-4ADF550A82FF}" destId="{60EDC07F-D39C-4B5C-B349-CFD933D2B379}" srcOrd="0" destOrd="0" presId="urn:microsoft.com/office/officeart/2008/layout/LinedList"/>
    <dgm:cxn modelId="{1638CE3C-343C-474B-8F3D-1CE7BE65651A}" type="presOf" srcId="{BE27A0DA-7E95-4CE5-89E9-16575F2DFDB3}" destId="{4DCC82DA-F80A-49E6-A701-546BF2953E2C}" srcOrd="0" destOrd="0" presId="urn:microsoft.com/office/officeart/2008/layout/LinedList"/>
    <dgm:cxn modelId="{28479C47-A3F1-4274-859A-EA8B7677171F}" type="presOf" srcId="{B3831DC9-C2BF-45EA-9CCB-B74C43B89375}" destId="{41C2D248-C28E-4406-93AE-1DD65355395F}" srcOrd="0" destOrd="0" presId="urn:microsoft.com/office/officeart/2008/layout/LinedList"/>
    <dgm:cxn modelId="{E07E9E56-9936-4275-AF68-E284DAAF549F}" srcId="{B3831DC9-C2BF-45EA-9CCB-B74C43B89375}" destId="{D3A79217-CD0D-4CD2-A6C8-1CE140E9F90F}" srcOrd="2" destOrd="0" parTransId="{991B34C8-88B3-47C9-A937-124F3060D4F1}" sibTransId="{E3FD3DB7-BF86-4291-ADDB-BF93F7980A75}"/>
    <dgm:cxn modelId="{176932B7-B876-4DC0-8E5C-ACED458E81DB}" srcId="{B3831DC9-C2BF-45EA-9CCB-B74C43B89375}" destId="{AF7F479D-FAAF-4EEF-A7E6-4ADF550A82FF}" srcOrd="0" destOrd="0" parTransId="{52F28900-F30A-478D-8E62-F4C725A35731}" sibTransId="{7EB4DFB5-089F-4F34-94A2-45D9C37D340A}"/>
    <dgm:cxn modelId="{467B72D0-2881-48C9-89DB-6DA40418DCD5}" type="presOf" srcId="{84175EFD-1186-4BE7-A10B-213BBE843241}" destId="{C571061D-EE12-4615-B61D-282BEADC295E}" srcOrd="0" destOrd="0" presId="urn:microsoft.com/office/officeart/2008/layout/LinedList"/>
    <dgm:cxn modelId="{B7C9A7FB-5363-452A-B1AD-3A9B370F6ED3}" type="presOf" srcId="{D3A79217-CD0D-4CD2-A6C8-1CE140E9F90F}" destId="{F41A148C-5623-4F56-8134-0A590E8A3393}" srcOrd="0" destOrd="0" presId="urn:microsoft.com/office/officeart/2008/layout/LinedList"/>
    <dgm:cxn modelId="{4A8CA0DC-D788-4D9C-A29C-62DA83892492}" srcId="{B3831DC9-C2BF-45EA-9CCB-B74C43B89375}" destId="{84175EFD-1186-4BE7-A10B-213BBE843241}" srcOrd="3" destOrd="0" parTransId="{637738A5-74C5-4157-9AF5-3509ED801290}" sibTransId="{F133BA36-D8E2-4218-8240-02D004790EA6}"/>
    <dgm:cxn modelId="{81ADC3C0-F3AB-4706-B093-C1F7B257BC82}" type="presParOf" srcId="{41C2D248-C28E-4406-93AE-1DD65355395F}" destId="{0B280964-1974-460F-8AE4-FC209A2F7755}" srcOrd="0" destOrd="0" presId="urn:microsoft.com/office/officeart/2008/layout/LinedList"/>
    <dgm:cxn modelId="{002504B5-1048-4614-9F3D-9DD7FDA99B4E}" type="presParOf" srcId="{41C2D248-C28E-4406-93AE-1DD65355395F}" destId="{A3F9228E-BD70-407B-B872-17247EFA6130}" srcOrd="1" destOrd="0" presId="urn:microsoft.com/office/officeart/2008/layout/LinedList"/>
    <dgm:cxn modelId="{88CBA09E-DC79-4561-8D1F-84DC6D442AE8}" type="presParOf" srcId="{A3F9228E-BD70-407B-B872-17247EFA6130}" destId="{60EDC07F-D39C-4B5C-B349-CFD933D2B379}" srcOrd="0" destOrd="0" presId="urn:microsoft.com/office/officeart/2008/layout/LinedList"/>
    <dgm:cxn modelId="{1CEDDF5C-1F80-4044-9731-6A20AFD213F7}" type="presParOf" srcId="{A3F9228E-BD70-407B-B872-17247EFA6130}" destId="{526A9EF8-595F-4F88-8428-FF347235A716}" srcOrd="1" destOrd="0" presId="urn:microsoft.com/office/officeart/2008/layout/LinedList"/>
    <dgm:cxn modelId="{3E156068-7AE0-4D57-84EC-4286D7FCFA2D}" type="presParOf" srcId="{41C2D248-C28E-4406-93AE-1DD65355395F}" destId="{F2649ECA-CC2B-44C3-AE02-20FACDA5D80C}" srcOrd="2" destOrd="0" presId="urn:microsoft.com/office/officeart/2008/layout/LinedList"/>
    <dgm:cxn modelId="{040AD108-92EF-473C-BFC2-9940A40D700C}" type="presParOf" srcId="{41C2D248-C28E-4406-93AE-1DD65355395F}" destId="{E36DF83E-2291-4A92-902A-18784DDC5C1F}" srcOrd="3" destOrd="0" presId="urn:microsoft.com/office/officeart/2008/layout/LinedList"/>
    <dgm:cxn modelId="{F1EF23AC-A5F7-4355-9E9D-3B1882F729BF}" type="presParOf" srcId="{E36DF83E-2291-4A92-902A-18784DDC5C1F}" destId="{4DCC82DA-F80A-49E6-A701-546BF2953E2C}" srcOrd="0" destOrd="0" presId="urn:microsoft.com/office/officeart/2008/layout/LinedList"/>
    <dgm:cxn modelId="{DFE1F1F9-9587-4E86-AA7D-C2EAFB6F4CBA}" type="presParOf" srcId="{E36DF83E-2291-4A92-902A-18784DDC5C1F}" destId="{83604E06-DA82-4E7A-BC10-FC5AC6353390}" srcOrd="1" destOrd="0" presId="urn:microsoft.com/office/officeart/2008/layout/LinedList"/>
    <dgm:cxn modelId="{D22B2163-D1A7-47EC-A633-A213729235D6}" type="presParOf" srcId="{41C2D248-C28E-4406-93AE-1DD65355395F}" destId="{8C5C03C0-CF4E-45BD-990E-31FDAD655978}" srcOrd="4" destOrd="0" presId="urn:microsoft.com/office/officeart/2008/layout/LinedList"/>
    <dgm:cxn modelId="{AC8FDADF-B9F6-46AB-BCDD-C00C897BD49E}" type="presParOf" srcId="{41C2D248-C28E-4406-93AE-1DD65355395F}" destId="{55CC6976-581E-411B-9D54-09A579E11624}" srcOrd="5" destOrd="0" presId="urn:microsoft.com/office/officeart/2008/layout/LinedList"/>
    <dgm:cxn modelId="{CE0BCAB7-1ED0-4ADB-8836-3CED7180A595}" type="presParOf" srcId="{55CC6976-581E-411B-9D54-09A579E11624}" destId="{F41A148C-5623-4F56-8134-0A590E8A3393}" srcOrd="0" destOrd="0" presId="urn:microsoft.com/office/officeart/2008/layout/LinedList"/>
    <dgm:cxn modelId="{33CD3D84-1022-4F7B-8383-9FBE5CECA51E}" type="presParOf" srcId="{55CC6976-581E-411B-9D54-09A579E11624}" destId="{EACB0B53-D74A-4662-8431-3F02E885DF72}" srcOrd="1" destOrd="0" presId="urn:microsoft.com/office/officeart/2008/layout/LinedList"/>
    <dgm:cxn modelId="{6BF9B2BF-E797-4C36-8740-52048AF79BE1}" type="presParOf" srcId="{41C2D248-C28E-4406-93AE-1DD65355395F}" destId="{98A8063F-9BDD-40B5-9325-7B3E2DE6DFD6}" srcOrd="6" destOrd="0" presId="urn:microsoft.com/office/officeart/2008/layout/LinedList"/>
    <dgm:cxn modelId="{8FA29DE2-E10C-466D-BA04-5A2169606E3E}" type="presParOf" srcId="{41C2D248-C28E-4406-93AE-1DD65355395F}" destId="{6C752140-3CBD-4849-B8F5-FEEB1C3B2481}" srcOrd="7" destOrd="0" presId="urn:microsoft.com/office/officeart/2008/layout/LinedList"/>
    <dgm:cxn modelId="{11388E04-E394-4916-BAB6-EECC0134581D}" type="presParOf" srcId="{6C752140-3CBD-4849-B8F5-FEEB1C3B2481}" destId="{C571061D-EE12-4615-B61D-282BEADC295E}" srcOrd="0" destOrd="0" presId="urn:microsoft.com/office/officeart/2008/layout/LinedList"/>
    <dgm:cxn modelId="{3B2A7503-A915-45CD-AF4C-38C10D87F8D5}" type="presParOf" srcId="{6C752140-3CBD-4849-B8F5-FEEB1C3B2481}" destId="{9AA8AA19-7576-4F30-AF8C-AA538AB0844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C9F6F5-60B0-4899-A3CB-E7E228C9FCEA}"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63BA8DF8-500A-4825-8105-A1EB1B7D2959}">
      <dgm:prSet/>
      <dgm:spPr/>
      <dgm:t>
        <a:bodyPr/>
        <a:lstStyle/>
        <a:p>
          <a:r>
            <a:rPr lang="en-US"/>
            <a:t>1. Collect and prepare data</a:t>
          </a:r>
        </a:p>
      </dgm:t>
    </dgm:pt>
    <dgm:pt modelId="{06E1C083-D0AA-4286-B370-7CE8D07E31C1}" type="parTrans" cxnId="{8E3DA8F9-F9F8-4E22-91B8-E022C5110657}">
      <dgm:prSet/>
      <dgm:spPr/>
      <dgm:t>
        <a:bodyPr/>
        <a:lstStyle/>
        <a:p>
          <a:endParaRPr lang="en-US"/>
        </a:p>
      </dgm:t>
    </dgm:pt>
    <dgm:pt modelId="{06A0CAA0-B442-4345-B1D3-07A43CA04677}" type="sibTrans" cxnId="{8E3DA8F9-F9F8-4E22-91B8-E022C5110657}">
      <dgm:prSet/>
      <dgm:spPr/>
      <dgm:t>
        <a:bodyPr/>
        <a:lstStyle/>
        <a:p>
          <a:endParaRPr lang="en-US"/>
        </a:p>
      </dgm:t>
    </dgm:pt>
    <dgm:pt modelId="{09D4B37C-7EA2-4614-8A1B-2991574B4A69}">
      <dgm:prSet/>
      <dgm:spPr/>
      <dgm:t>
        <a:bodyPr/>
        <a:lstStyle/>
        <a:p>
          <a:r>
            <a:rPr lang="en-US"/>
            <a:t>2. Choose a suitable algorithm</a:t>
          </a:r>
        </a:p>
      </dgm:t>
    </dgm:pt>
    <dgm:pt modelId="{F96C3974-847C-4E08-99BD-DC124436BC35}" type="parTrans" cxnId="{45541357-3EFD-4DA8-A63A-9295620DA61E}">
      <dgm:prSet/>
      <dgm:spPr/>
      <dgm:t>
        <a:bodyPr/>
        <a:lstStyle/>
        <a:p>
          <a:endParaRPr lang="en-US"/>
        </a:p>
      </dgm:t>
    </dgm:pt>
    <dgm:pt modelId="{EDDB5EDC-12F6-431B-A02D-4598259C3123}" type="sibTrans" cxnId="{45541357-3EFD-4DA8-A63A-9295620DA61E}">
      <dgm:prSet/>
      <dgm:spPr/>
      <dgm:t>
        <a:bodyPr/>
        <a:lstStyle/>
        <a:p>
          <a:endParaRPr lang="en-US"/>
        </a:p>
      </dgm:t>
    </dgm:pt>
    <dgm:pt modelId="{13B54EC3-D6D1-45D1-A297-4EEE0E4E4FF2}">
      <dgm:prSet/>
      <dgm:spPr/>
      <dgm:t>
        <a:bodyPr/>
        <a:lstStyle/>
        <a:p>
          <a:r>
            <a:rPr lang="en-US"/>
            <a:t>3. Train the model on data</a:t>
          </a:r>
        </a:p>
      </dgm:t>
    </dgm:pt>
    <dgm:pt modelId="{E09C4923-60F5-4984-A9FC-4CC21944A3B4}" type="parTrans" cxnId="{45C9688C-1025-4674-95C2-29B328AD4796}">
      <dgm:prSet/>
      <dgm:spPr/>
      <dgm:t>
        <a:bodyPr/>
        <a:lstStyle/>
        <a:p>
          <a:endParaRPr lang="en-US"/>
        </a:p>
      </dgm:t>
    </dgm:pt>
    <dgm:pt modelId="{7BD6C8DC-0894-49EE-9DB8-FE5961BDF401}" type="sibTrans" cxnId="{45C9688C-1025-4674-95C2-29B328AD4796}">
      <dgm:prSet/>
      <dgm:spPr/>
      <dgm:t>
        <a:bodyPr/>
        <a:lstStyle/>
        <a:p>
          <a:endParaRPr lang="en-US"/>
        </a:p>
      </dgm:t>
    </dgm:pt>
    <dgm:pt modelId="{26E6DA61-389F-4C63-A61F-8726A0EE8B9B}">
      <dgm:prSet/>
      <dgm:spPr/>
      <dgm:t>
        <a:bodyPr/>
        <a:lstStyle/>
        <a:p>
          <a:r>
            <a:rPr lang="en-US"/>
            <a:t>4. Test it to see how well it works</a:t>
          </a:r>
        </a:p>
      </dgm:t>
    </dgm:pt>
    <dgm:pt modelId="{42CFCFB6-BE86-43F2-8ED5-E83E70CD334E}" type="parTrans" cxnId="{42E6757B-20AA-4DB3-9D53-D442249CAE7B}">
      <dgm:prSet/>
      <dgm:spPr/>
      <dgm:t>
        <a:bodyPr/>
        <a:lstStyle/>
        <a:p>
          <a:endParaRPr lang="en-US"/>
        </a:p>
      </dgm:t>
    </dgm:pt>
    <dgm:pt modelId="{C4FE4DAA-E713-4068-BB96-20F69343D582}" type="sibTrans" cxnId="{42E6757B-20AA-4DB3-9D53-D442249CAE7B}">
      <dgm:prSet/>
      <dgm:spPr/>
      <dgm:t>
        <a:bodyPr/>
        <a:lstStyle/>
        <a:p>
          <a:endParaRPr lang="en-US"/>
        </a:p>
      </dgm:t>
    </dgm:pt>
    <dgm:pt modelId="{A5600B8F-041B-4FD5-9601-B03975245698}">
      <dgm:prSet/>
      <dgm:spPr/>
      <dgm:t>
        <a:bodyPr/>
        <a:lstStyle/>
        <a:p>
          <a:r>
            <a:rPr lang="en-US"/>
            <a:t>5. Use it in real life and keep improving with feedback</a:t>
          </a:r>
        </a:p>
      </dgm:t>
    </dgm:pt>
    <dgm:pt modelId="{88E61236-CDED-4AFA-9798-FA04A9110F04}" type="parTrans" cxnId="{DCB75295-202E-48DF-B8C0-A56515696231}">
      <dgm:prSet/>
      <dgm:spPr/>
      <dgm:t>
        <a:bodyPr/>
        <a:lstStyle/>
        <a:p>
          <a:endParaRPr lang="en-US"/>
        </a:p>
      </dgm:t>
    </dgm:pt>
    <dgm:pt modelId="{B63FA8F5-F89E-4408-A9F0-20B8269ABF9B}" type="sibTrans" cxnId="{DCB75295-202E-48DF-B8C0-A56515696231}">
      <dgm:prSet/>
      <dgm:spPr/>
      <dgm:t>
        <a:bodyPr/>
        <a:lstStyle/>
        <a:p>
          <a:endParaRPr lang="en-US"/>
        </a:p>
      </dgm:t>
    </dgm:pt>
    <dgm:pt modelId="{F9818945-E725-4A86-9169-9FF1F8E6356A}" type="pres">
      <dgm:prSet presAssocID="{FDC9F6F5-60B0-4899-A3CB-E7E228C9FCEA}" presName="Name0" presStyleCnt="0">
        <dgm:presLayoutVars>
          <dgm:dir/>
          <dgm:resizeHandles val="exact"/>
        </dgm:presLayoutVars>
      </dgm:prSet>
      <dgm:spPr/>
    </dgm:pt>
    <dgm:pt modelId="{E8E87320-E854-40AB-ADA2-15130C630AB8}" type="pres">
      <dgm:prSet presAssocID="{63BA8DF8-500A-4825-8105-A1EB1B7D2959}" presName="node" presStyleLbl="node1" presStyleIdx="0" presStyleCnt="5">
        <dgm:presLayoutVars>
          <dgm:bulletEnabled val="1"/>
        </dgm:presLayoutVars>
      </dgm:prSet>
      <dgm:spPr/>
    </dgm:pt>
    <dgm:pt modelId="{41170387-2474-473B-BDF1-27087308C490}" type="pres">
      <dgm:prSet presAssocID="{06A0CAA0-B442-4345-B1D3-07A43CA04677}" presName="sibTrans" presStyleLbl="sibTrans1D1" presStyleIdx="0" presStyleCnt="4"/>
      <dgm:spPr/>
    </dgm:pt>
    <dgm:pt modelId="{EDF1E033-7765-4D5C-947C-730DE34E3FF7}" type="pres">
      <dgm:prSet presAssocID="{06A0CAA0-B442-4345-B1D3-07A43CA04677}" presName="connectorText" presStyleLbl="sibTrans1D1" presStyleIdx="0" presStyleCnt="4"/>
      <dgm:spPr/>
    </dgm:pt>
    <dgm:pt modelId="{90CEC549-AEA1-45EF-9C1D-2296E5D4EF3B}" type="pres">
      <dgm:prSet presAssocID="{09D4B37C-7EA2-4614-8A1B-2991574B4A69}" presName="node" presStyleLbl="node1" presStyleIdx="1" presStyleCnt="5">
        <dgm:presLayoutVars>
          <dgm:bulletEnabled val="1"/>
        </dgm:presLayoutVars>
      </dgm:prSet>
      <dgm:spPr/>
    </dgm:pt>
    <dgm:pt modelId="{EC87B5CE-6FF5-4A64-93E0-C9F6F669DBD0}" type="pres">
      <dgm:prSet presAssocID="{EDDB5EDC-12F6-431B-A02D-4598259C3123}" presName="sibTrans" presStyleLbl="sibTrans1D1" presStyleIdx="1" presStyleCnt="4"/>
      <dgm:spPr/>
    </dgm:pt>
    <dgm:pt modelId="{E23082DE-A7E5-41BE-8EA0-FE4A7FE5B995}" type="pres">
      <dgm:prSet presAssocID="{EDDB5EDC-12F6-431B-A02D-4598259C3123}" presName="connectorText" presStyleLbl="sibTrans1D1" presStyleIdx="1" presStyleCnt="4"/>
      <dgm:spPr/>
    </dgm:pt>
    <dgm:pt modelId="{691E141D-CCB2-486A-8898-1A1302239038}" type="pres">
      <dgm:prSet presAssocID="{13B54EC3-D6D1-45D1-A297-4EEE0E4E4FF2}" presName="node" presStyleLbl="node1" presStyleIdx="2" presStyleCnt="5">
        <dgm:presLayoutVars>
          <dgm:bulletEnabled val="1"/>
        </dgm:presLayoutVars>
      </dgm:prSet>
      <dgm:spPr/>
    </dgm:pt>
    <dgm:pt modelId="{CE0A388A-4761-4851-A24B-4EAF056B0098}" type="pres">
      <dgm:prSet presAssocID="{7BD6C8DC-0894-49EE-9DB8-FE5961BDF401}" presName="sibTrans" presStyleLbl="sibTrans1D1" presStyleIdx="2" presStyleCnt="4"/>
      <dgm:spPr/>
    </dgm:pt>
    <dgm:pt modelId="{9DD70DE5-03E9-44C3-9F09-1A1E4924365F}" type="pres">
      <dgm:prSet presAssocID="{7BD6C8DC-0894-49EE-9DB8-FE5961BDF401}" presName="connectorText" presStyleLbl="sibTrans1D1" presStyleIdx="2" presStyleCnt="4"/>
      <dgm:spPr/>
    </dgm:pt>
    <dgm:pt modelId="{7D802B54-C278-4719-95D2-DCBA53E5C589}" type="pres">
      <dgm:prSet presAssocID="{26E6DA61-389F-4C63-A61F-8726A0EE8B9B}" presName="node" presStyleLbl="node1" presStyleIdx="3" presStyleCnt="5">
        <dgm:presLayoutVars>
          <dgm:bulletEnabled val="1"/>
        </dgm:presLayoutVars>
      </dgm:prSet>
      <dgm:spPr/>
    </dgm:pt>
    <dgm:pt modelId="{FDC8F877-3EF9-4A5A-A625-14B84ADD67AF}" type="pres">
      <dgm:prSet presAssocID="{C4FE4DAA-E713-4068-BB96-20F69343D582}" presName="sibTrans" presStyleLbl="sibTrans1D1" presStyleIdx="3" presStyleCnt="4"/>
      <dgm:spPr/>
    </dgm:pt>
    <dgm:pt modelId="{D1A21602-530B-4835-88BA-72F1CF8F4343}" type="pres">
      <dgm:prSet presAssocID="{C4FE4DAA-E713-4068-BB96-20F69343D582}" presName="connectorText" presStyleLbl="sibTrans1D1" presStyleIdx="3" presStyleCnt="4"/>
      <dgm:spPr/>
    </dgm:pt>
    <dgm:pt modelId="{E0E73D96-3A8A-4F04-9493-315A976CBB53}" type="pres">
      <dgm:prSet presAssocID="{A5600B8F-041B-4FD5-9601-B03975245698}" presName="node" presStyleLbl="node1" presStyleIdx="4" presStyleCnt="5">
        <dgm:presLayoutVars>
          <dgm:bulletEnabled val="1"/>
        </dgm:presLayoutVars>
      </dgm:prSet>
      <dgm:spPr/>
    </dgm:pt>
  </dgm:ptLst>
  <dgm:cxnLst>
    <dgm:cxn modelId="{E0B0AB3A-BA0A-4486-B290-A43B4D4BD34A}" type="presOf" srcId="{06A0CAA0-B442-4345-B1D3-07A43CA04677}" destId="{EDF1E033-7765-4D5C-947C-730DE34E3FF7}" srcOrd="1" destOrd="0" presId="urn:microsoft.com/office/officeart/2016/7/layout/RepeatingBendingProcessNew"/>
    <dgm:cxn modelId="{9470333E-E251-4B14-BA10-BBF0C13018B7}" type="presOf" srcId="{C4FE4DAA-E713-4068-BB96-20F69343D582}" destId="{D1A21602-530B-4835-88BA-72F1CF8F4343}" srcOrd="1" destOrd="0" presId="urn:microsoft.com/office/officeart/2016/7/layout/RepeatingBendingProcessNew"/>
    <dgm:cxn modelId="{05226966-3E28-4F1E-B731-C269BBBF89C7}" type="presOf" srcId="{EDDB5EDC-12F6-431B-A02D-4598259C3123}" destId="{E23082DE-A7E5-41BE-8EA0-FE4A7FE5B995}" srcOrd="1" destOrd="0" presId="urn:microsoft.com/office/officeart/2016/7/layout/RepeatingBendingProcessNew"/>
    <dgm:cxn modelId="{B811E66B-2022-4B93-9695-5CFF6C67666E}" type="presOf" srcId="{7BD6C8DC-0894-49EE-9DB8-FE5961BDF401}" destId="{CE0A388A-4761-4851-A24B-4EAF056B0098}" srcOrd="0" destOrd="0" presId="urn:microsoft.com/office/officeart/2016/7/layout/RepeatingBendingProcessNew"/>
    <dgm:cxn modelId="{6CE78A54-07E1-44E0-8FC2-1B6256AF5E8D}" type="presOf" srcId="{09D4B37C-7EA2-4614-8A1B-2991574B4A69}" destId="{90CEC549-AEA1-45EF-9C1D-2296E5D4EF3B}" srcOrd="0" destOrd="0" presId="urn:microsoft.com/office/officeart/2016/7/layout/RepeatingBendingProcessNew"/>
    <dgm:cxn modelId="{45541357-3EFD-4DA8-A63A-9295620DA61E}" srcId="{FDC9F6F5-60B0-4899-A3CB-E7E228C9FCEA}" destId="{09D4B37C-7EA2-4614-8A1B-2991574B4A69}" srcOrd="1" destOrd="0" parTransId="{F96C3974-847C-4E08-99BD-DC124436BC35}" sibTransId="{EDDB5EDC-12F6-431B-A02D-4598259C3123}"/>
    <dgm:cxn modelId="{42E6757B-20AA-4DB3-9D53-D442249CAE7B}" srcId="{FDC9F6F5-60B0-4899-A3CB-E7E228C9FCEA}" destId="{26E6DA61-389F-4C63-A61F-8726A0EE8B9B}" srcOrd="3" destOrd="0" parTransId="{42CFCFB6-BE86-43F2-8ED5-E83E70CD334E}" sibTransId="{C4FE4DAA-E713-4068-BB96-20F69343D582}"/>
    <dgm:cxn modelId="{FDF05F82-1877-46A7-BA9F-CF4781155E77}" type="presOf" srcId="{63BA8DF8-500A-4825-8105-A1EB1B7D2959}" destId="{E8E87320-E854-40AB-ADA2-15130C630AB8}" srcOrd="0" destOrd="0" presId="urn:microsoft.com/office/officeart/2016/7/layout/RepeatingBendingProcessNew"/>
    <dgm:cxn modelId="{E20B1E8B-C912-4F83-B656-1A4121C6F7B9}" type="presOf" srcId="{EDDB5EDC-12F6-431B-A02D-4598259C3123}" destId="{EC87B5CE-6FF5-4A64-93E0-C9F6F669DBD0}" srcOrd="0" destOrd="0" presId="urn:microsoft.com/office/officeart/2016/7/layout/RepeatingBendingProcessNew"/>
    <dgm:cxn modelId="{DCB75295-202E-48DF-B8C0-A56515696231}" srcId="{FDC9F6F5-60B0-4899-A3CB-E7E228C9FCEA}" destId="{A5600B8F-041B-4FD5-9601-B03975245698}" srcOrd="4" destOrd="0" parTransId="{88E61236-CDED-4AFA-9798-FA04A9110F04}" sibTransId="{B63FA8F5-F89E-4408-A9F0-20B8269ABF9B}"/>
    <dgm:cxn modelId="{45C9688C-1025-4674-95C2-29B328AD4796}" srcId="{FDC9F6F5-60B0-4899-A3CB-E7E228C9FCEA}" destId="{13B54EC3-D6D1-45D1-A297-4EEE0E4E4FF2}" srcOrd="2" destOrd="0" parTransId="{E09C4923-60F5-4984-A9FC-4CC21944A3B4}" sibTransId="{7BD6C8DC-0894-49EE-9DB8-FE5961BDF401}"/>
    <dgm:cxn modelId="{DF4DAB9E-14B3-4D59-B8A3-14C8E322F1AB}" type="presOf" srcId="{A5600B8F-041B-4FD5-9601-B03975245698}" destId="{E0E73D96-3A8A-4F04-9493-315A976CBB53}" srcOrd="0" destOrd="0" presId="urn:microsoft.com/office/officeart/2016/7/layout/RepeatingBendingProcessNew"/>
    <dgm:cxn modelId="{0A6369A0-54B4-44B4-B4E1-8D951A99AE5B}" type="presOf" srcId="{06A0CAA0-B442-4345-B1D3-07A43CA04677}" destId="{41170387-2474-473B-BDF1-27087308C490}" srcOrd="0" destOrd="0" presId="urn:microsoft.com/office/officeart/2016/7/layout/RepeatingBendingProcessNew"/>
    <dgm:cxn modelId="{1AFFF8A1-627B-47A8-8146-C3C4A7979C24}" type="presOf" srcId="{C4FE4DAA-E713-4068-BB96-20F69343D582}" destId="{FDC8F877-3EF9-4A5A-A625-14B84ADD67AF}" srcOrd="0" destOrd="0" presId="urn:microsoft.com/office/officeart/2016/7/layout/RepeatingBendingProcessNew"/>
    <dgm:cxn modelId="{7C3608AA-9E14-481E-A5FB-506409637308}" type="presOf" srcId="{26E6DA61-389F-4C63-A61F-8726A0EE8B9B}" destId="{7D802B54-C278-4719-95D2-DCBA53E5C589}" srcOrd="0" destOrd="0" presId="urn:microsoft.com/office/officeart/2016/7/layout/RepeatingBendingProcessNew"/>
    <dgm:cxn modelId="{614064AE-A392-421E-BB0F-3F0FD53619BA}" type="presOf" srcId="{FDC9F6F5-60B0-4899-A3CB-E7E228C9FCEA}" destId="{F9818945-E725-4A86-9169-9FF1F8E6356A}" srcOrd="0" destOrd="0" presId="urn:microsoft.com/office/officeart/2016/7/layout/RepeatingBendingProcessNew"/>
    <dgm:cxn modelId="{FEFF55D7-56B4-4AF0-AC29-11432AC6A7BE}" type="presOf" srcId="{13B54EC3-D6D1-45D1-A297-4EEE0E4E4FF2}" destId="{691E141D-CCB2-486A-8898-1A1302239038}" srcOrd="0" destOrd="0" presId="urn:microsoft.com/office/officeart/2016/7/layout/RepeatingBendingProcessNew"/>
    <dgm:cxn modelId="{EE3A49EB-AE5E-4E35-AF26-C5CA18762D9C}" type="presOf" srcId="{7BD6C8DC-0894-49EE-9DB8-FE5961BDF401}" destId="{9DD70DE5-03E9-44C3-9F09-1A1E4924365F}" srcOrd="1" destOrd="0" presId="urn:microsoft.com/office/officeart/2016/7/layout/RepeatingBendingProcessNew"/>
    <dgm:cxn modelId="{8E3DA8F9-F9F8-4E22-91B8-E022C5110657}" srcId="{FDC9F6F5-60B0-4899-A3CB-E7E228C9FCEA}" destId="{63BA8DF8-500A-4825-8105-A1EB1B7D2959}" srcOrd="0" destOrd="0" parTransId="{06E1C083-D0AA-4286-B370-7CE8D07E31C1}" sibTransId="{06A0CAA0-B442-4345-B1D3-07A43CA04677}"/>
    <dgm:cxn modelId="{F9AFA8A1-5A4D-4A8E-B434-0ABA6CCDA332}" type="presParOf" srcId="{F9818945-E725-4A86-9169-9FF1F8E6356A}" destId="{E8E87320-E854-40AB-ADA2-15130C630AB8}" srcOrd="0" destOrd="0" presId="urn:microsoft.com/office/officeart/2016/7/layout/RepeatingBendingProcessNew"/>
    <dgm:cxn modelId="{B0A3B0B4-02F7-4B4B-846D-D6552A53AC93}" type="presParOf" srcId="{F9818945-E725-4A86-9169-9FF1F8E6356A}" destId="{41170387-2474-473B-BDF1-27087308C490}" srcOrd="1" destOrd="0" presId="urn:microsoft.com/office/officeart/2016/7/layout/RepeatingBendingProcessNew"/>
    <dgm:cxn modelId="{938E3302-14DD-48CE-A54F-B33E100CD3DF}" type="presParOf" srcId="{41170387-2474-473B-BDF1-27087308C490}" destId="{EDF1E033-7765-4D5C-947C-730DE34E3FF7}" srcOrd="0" destOrd="0" presId="urn:microsoft.com/office/officeart/2016/7/layout/RepeatingBendingProcessNew"/>
    <dgm:cxn modelId="{DA744EDC-A626-4640-9640-0524CE1AA485}" type="presParOf" srcId="{F9818945-E725-4A86-9169-9FF1F8E6356A}" destId="{90CEC549-AEA1-45EF-9C1D-2296E5D4EF3B}" srcOrd="2" destOrd="0" presId="urn:microsoft.com/office/officeart/2016/7/layout/RepeatingBendingProcessNew"/>
    <dgm:cxn modelId="{6EBFF6BF-DBF0-4381-9038-41F6A504224B}" type="presParOf" srcId="{F9818945-E725-4A86-9169-9FF1F8E6356A}" destId="{EC87B5CE-6FF5-4A64-93E0-C9F6F669DBD0}" srcOrd="3" destOrd="0" presId="urn:microsoft.com/office/officeart/2016/7/layout/RepeatingBendingProcessNew"/>
    <dgm:cxn modelId="{4E1262BE-7CCF-4E1A-8E78-062DCBA73F7B}" type="presParOf" srcId="{EC87B5CE-6FF5-4A64-93E0-C9F6F669DBD0}" destId="{E23082DE-A7E5-41BE-8EA0-FE4A7FE5B995}" srcOrd="0" destOrd="0" presId="urn:microsoft.com/office/officeart/2016/7/layout/RepeatingBendingProcessNew"/>
    <dgm:cxn modelId="{3CC3EDED-C1DA-4C41-A871-DC735FE48F08}" type="presParOf" srcId="{F9818945-E725-4A86-9169-9FF1F8E6356A}" destId="{691E141D-CCB2-486A-8898-1A1302239038}" srcOrd="4" destOrd="0" presId="urn:microsoft.com/office/officeart/2016/7/layout/RepeatingBendingProcessNew"/>
    <dgm:cxn modelId="{F2AEEA20-FC48-4862-85F9-4F2649456760}" type="presParOf" srcId="{F9818945-E725-4A86-9169-9FF1F8E6356A}" destId="{CE0A388A-4761-4851-A24B-4EAF056B0098}" srcOrd="5" destOrd="0" presId="urn:microsoft.com/office/officeart/2016/7/layout/RepeatingBendingProcessNew"/>
    <dgm:cxn modelId="{FC11A64F-67FA-484A-8BC1-7BA9DB1BB4E4}" type="presParOf" srcId="{CE0A388A-4761-4851-A24B-4EAF056B0098}" destId="{9DD70DE5-03E9-44C3-9F09-1A1E4924365F}" srcOrd="0" destOrd="0" presId="urn:microsoft.com/office/officeart/2016/7/layout/RepeatingBendingProcessNew"/>
    <dgm:cxn modelId="{FC2CF83E-A835-4681-A89A-93AC4D767506}" type="presParOf" srcId="{F9818945-E725-4A86-9169-9FF1F8E6356A}" destId="{7D802B54-C278-4719-95D2-DCBA53E5C589}" srcOrd="6" destOrd="0" presId="urn:microsoft.com/office/officeart/2016/7/layout/RepeatingBendingProcessNew"/>
    <dgm:cxn modelId="{6348DA3F-7A7B-4A3A-A624-BDB7A64955AF}" type="presParOf" srcId="{F9818945-E725-4A86-9169-9FF1F8E6356A}" destId="{FDC8F877-3EF9-4A5A-A625-14B84ADD67AF}" srcOrd="7" destOrd="0" presId="urn:microsoft.com/office/officeart/2016/7/layout/RepeatingBendingProcessNew"/>
    <dgm:cxn modelId="{5654F806-134F-4C25-9A2F-7CD60DF9A8BB}" type="presParOf" srcId="{FDC8F877-3EF9-4A5A-A625-14B84ADD67AF}" destId="{D1A21602-530B-4835-88BA-72F1CF8F4343}" srcOrd="0" destOrd="0" presId="urn:microsoft.com/office/officeart/2016/7/layout/RepeatingBendingProcessNew"/>
    <dgm:cxn modelId="{60848099-BF43-4FAD-A77A-3318FB8C4256}" type="presParOf" srcId="{F9818945-E725-4A86-9169-9FF1F8E6356A}" destId="{E0E73D96-3A8A-4F04-9493-315A976CBB53}" srcOrd="8"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8DEF23-823F-47CA-A072-493DCBCC23EE}"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34D12C6-2036-4DCE-B6E1-E1A0CBB7DC38}">
      <dgm:prSet/>
      <dgm:spPr/>
      <dgm:t>
        <a:bodyPr/>
        <a:lstStyle/>
        <a:p>
          <a:r>
            <a:rPr lang="en-US"/>
            <a:t>Examples of data:</a:t>
          </a:r>
        </a:p>
      </dgm:t>
    </dgm:pt>
    <dgm:pt modelId="{D3876096-B4A0-4866-8161-CB5CED686A8F}" type="parTrans" cxnId="{4DD18AF3-D867-4C69-A64B-A4F811C6B32B}">
      <dgm:prSet/>
      <dgm:spPr/>
      <dgm:t>
        <a:bodyPr/>
        <a:lstStyle/>
        <a:p>
          <a:endParaRPr lang="en-US"/>
        </a:p>
      </dgm:t>
    </dgm:pt>
    <dgm:pt modelId="{A2A99624-F2E4-490D-AB3D-59FF8D07366B}" type="sibTrans" cxnId="{4DD18AF3-D867-4C69-A64B-A4F811C6B32B}">
      <dgm:prSet/>
      <dgm:spPr/>
      <dgm:t>
        <a:bodyPr/>
        <a:lstStyle/>
        <a:p>
          <a:endParaRPr lang="en-US"/>
        </a:p>
      </dgm:t>
    </dgm:pt>
    <dgm:pt modelId="{9AFF8C84-308A-4D81-A6C7-867E73564FF4}">
      <dgm:prSet/>
      <dgm:spPr/>
      <dgm:t>
        <a:bodyPr/>
        <a:lstStyle/>
        <a:p>
          <a:r>
            <a:rPr lang="en-US"/>
            <a:t>Images</a:t>
          </a:r>
        </a:p>
      </dgm:t>
    </dgm:pt>
    <dgm:pt modelId="{CE20B8A1-6123-4571-BA85-DDED992A283C}" type="parTrans" cxnId="{6130F043-B69E-4780-A8B9-6C76A04A42AD}">
      <dgm:prSet/>
      <dgm:spPr/>
      <dgm:t>
        <a:bodyPr/>
        <a:lstStyle/>
        <a:p>
          <a:endParaRPr lang="en-US"/>
        </a:p>
      </dgm:t>
    </dgm:pt>
    <dgm:pt modelId="{A2445F9E-E749-4902-944A-D5D130DA682C}" type="sibTrans" cxnId="{6130F043-B69E-4780-A8B9-6C76A04A42AD}">
      <dgm:prSet/>
      <dgm:spPr/>
      <dgm:t>
        <a:bodyPr/>
        <a:lstStyle/>
        <a:p>
          <a:endParaRPr lang="en-US"/>
        </a:p>
      </dgm:t>
    </dgm:pt>
    <dgm:pt modelId="{6FBE6E18-F79F-4657-8120-95A6426E485E}">
      <dgm:prSet/>
      <dgm:spPr/>
      <dgm:t>
        <a:bodyPr/>
        <a:lstStyle/>
        <a:p>
          <a:r>
            <a:rPr lang="en-US"/>
            <a:t>Text</a:t>
          </a:r>
        </a:p>
      </dgm:t>
    </dgm:pt>
    <dgm:pt modelId="{663BBE20-65F8-4842-AAEC-723C9011EA45}" type="parTrans" cxnId="{57A0FD33-2902-40E2-B946-94CB281EDE1E}">
      <dgm:prSet/>
      <dgm:spPr/>
      <dgm:t>
        <a:bodyPr/>
        <a:lstStyle/>
        <a:p>
          <a:endParaRPr lang="en-US"/>
        </a:p>
      </dgm:t>
    </dgm:pt>
    <dgm:pt modelId="{CB2FD6AA-F8A3-4FAE-BA38-4F25AE70C71A}" type="sibTrans" cxnId="{57A0FD33-2902-40E2-B946-94CB281EDE1E}">
      <dgm:prSet/>
      <dgm:spPr/>
      <dgm:t>
        <a:bodyPr/>
        <a:lstStyle/>
        <a:p>
          <a:endParaRPr lang="en-US"/>
        </a:p>
      </dgm:t>
    </dgm:pt>
    <dgm:pt modelId="{01FD6E79-A64D-4A95-AE50-0F3BBCB5CE5D}">
      <dgm:prSet/>
      <dgm:spPr/>
      <dgm:t>
        <a:bodyPr/>
        <a:lstStyle/>
        <a:p>
          <a:r>
            <a:rPr lang="en-US"/>
            <a:t>Sensor data</a:t>
          </a:r>
        </a:p>
      </dgm:t>
    </dgm:pt>
    <dgm:pt modelId="{4AA8F70E-A65C-4982-B147-FDC53A0E3C4B}" type="parTrans" cxnId="{CDF134C7-1197-4050-B6D5-D03F76B88A85}">
      <dgm:prSet/>
      <dgm:spPr/>
      <dgm:t>
        <a:bodyPr/>
        <a:lstStyle/>
        <a:p>
          <a:endParaRPr lang="en-US"/>
        </a:p>
      </dgm:t>
    </dgm:pt>
    <dgm:pt modelId="{14BDA440-7670-405F-BDDD-046F776C87E3}" type="sibTrans" cxnId="{CDF134C7-1197-4050-B6D5-D03F76B88A85}">
      <dgm:prSet/>
      <dgm:spPr/>
      <dgm:t>
        <a:bodyPr/>
        <a:lstStyle/>
        <a:p>
          <a:endParaRPr lang="en-US"/>
        </a:p>
      </dgm:t>
    </dgm:pt>
    <dgm:pt modelId="{0E8EF299-F745-47FF-8B33-D75DCF0C2F3A}">
      <dgm:prSet/>
      <dgm:spPr/>
      <dgm:t>
        <a:bodyPr/>
        <a:lstStyle/>
        <a:p>
          <a:r>
            <a:rPr lang="en-US"/>
            <a:t>Transaction logs</a:t>
          </a:r>
        </a:p>
      </dgm:t>
    </dgm:pt>
    <dgm:pt modelId="{7F121581-C8C0-427C-B4A2-88FA8C71FC0F}" type="parTrans" cxnId="{39610690-B1C1-40AF-B2EE-C35DB0843CB9}">
      <dgm:prSet/>
      <dgm:spPr/>
      <dgm:t>
        <a:bodyPr/>
        <a:lstStyle/>
        <a:p>
          <a:endParaRPr lang="en-US"/>
        </a:p>
      </dgm:t>
    </dgm:pt>
    <dgm:pt modelId="{AFB5741E-6521-4971-A2B0-78976DD9D5FB}" type="sibTrans" cxnId="{39610690-B1C1-40AF-B2EE-C35DB0843CB9}">
      <dgm:prSet/>
      <dgm:spPr/>
      <dgm:t>
        <a:bodyPr/>
        <a:lstStyle/>
        <a:p>
          <a:endParaRPr lang="en-US"/>
        </a:p>
      </dgm:t>
    </dgm:pt>
    <dgm:pt modelId="{89DF08A0-FA53-44D6-9446-303DBE3089A7}">
      <dgm:prSet/>
      <dgm:spPr/>
      <dgm:t>
        <a:bodyPr/>
        <a:lstStyle/>
        <a:p>
          <a:r>
            <a:rPr lang="en-US"/>
            <a:t>Tip: Garbage in → garbage out</a:t>
          </a:r>
        </a:p>
      </dgm:t>
    </dgm:pt>
    <dgm:pt modelId="{40C2F61D-3017-444B-8645-2D618CC6B05C}" type="parTrans" cxnId="{BD68CA92-06BF-4CFE-B157-37097ADCBEE1}">
      <dgm:prSet/>
      <dgm:spPr/>
      <dgm:t>
        <a:bodyPr/>
        <a:lstStyle/>
        <a:p>
          <a:endParaRPr lang="en-US"/>
        </a:p>
      </dgm:t>
    </dgm:pt>
    <dgm:pt modelId="{F3AB52C0-0F20-42D2-9954-AD35DF70E3A0}" type="sibTrans" cxnId="{BD68CA92-06BF-4CFE-B157-37097ADCBEE1}">
      <dgm:prSet/>
      <dgm:spPr/>
      <dgm:t>
        <a:bodyPr/>
        <a:lstStyle/>
        <a:p>
          <a:endParaRPr lang="en-US"/>
        </a:p>
      </dgm:t>
    </dgm:pt>
    <dgm:pt modelId="{A3CDE252-1C5B-430D-A6DD-4FF06D305A5E}" type="pres">
      <dgm:prSet presAssocID="{4F8DEF23-823F-47CA-A072-493DCBCC23EE}" presName="root" presStyleCnt="0">
        <dgm:presLayoutVars>
          <dgm:dir/>
          <dgm:resizeHandles val="exact"/>
        </dgm:presLayoutVars>
      </dgm:prSet>
      <dgm:spPr/>
    </dgm:pt>
    <dgm:pt modelId="{D6D68A35-1007-45D8-B4F4-02CE9A6DBF50}" type="pres">
      <dgm:prSet presAssocID="{534D12C6-2036-4DCE-B6E1-E1A0CBB7DC38}" presName="compNode" presStyleCnt="0"/>
      <dgm:spPr/>
    </dgm:pt>
    <dgm:pt modelId="{D527D0C4-F630-48FD-A3C1-252652297B40}" type="pres">
      <dgm:prSet presAssocID="{534D12C6-2036-4DCE-B6E1-E1A0CBB7DC38}" presName="bgRect" presStyleLbl="bgShp" presStyleIdx="0" presStyleCnt="6"/>
      <dgm:spPr/>
    </dgm:pt>
    <dgm:pt modelId="{BE30D80E-A6F4-4E8A-B34B-F7308927135F}" type="pres">
      <dgm:prSet presAssocID="{534D12C6-2036-4DCE-B6E1-E1A0CBB7DC3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834C031-D789-4699-8342-2140F4854F5C}" type="pres">
      <dgm:prSet presAssocID="{534D12C6-2036-4DCE-B6E1-E1A0CBB7DC38}" presName="spaceRect" presStyleCnt="0"/>
      <dgm:spPr/>
    </dgm:pt>
    <dgm:pt modelId="{B3495CFF-6D05-40F0-88C4-B7E51E7076F3}" type="pres">
      <dgm:prSet presAssocID="{534D12C6-2036-4DCE-B6E1-E1A0CBB7DC38}" presName="parTx" presStyleLbl="revTx" presStyleIdx="0" presStyleCnt="6">
        <dgm:presLayoutVars>
          <dgm:chMax val="0"/>
          <dgm:chPref val="0"/>
        </dgm:presLayoutVars>
      </dgm:prSet>
      <dgm:spPr/>
    </dgm:pt>
    <dgm:pt modelId="{16C8D80C-553C-40FC-ADD0-B7F8E70FF983}" type="pres">
      <dgm:prSet presAssocID="{A2A99624-F2E4-490D-AB3D-59FF8D07366B}" presName="sibTrans" presStyleCnt="0"/>
      <dgm:spPr/>
    </dgm:pt>
    <dgm:pt modelId="{3AA1D575-B1A4-43F3-B41B-C8A92E4330FD}" type="pres">
      <dgm:prSet presAssocID="{9AFF8C84-308A-4D81-A6C7-867E73564FF4}" presName="compNode" presStyleCnt="0"/>
      <dgm:spPr/>
    </dgm:pt>
    <dgm:pt modelId="{62D30EC9-78C0-412B-B79D-EC9E3248EE0C}" type="pres">
      <dgm:prSet presAssocID="{9AFF8C84-308A-4D81-A6C7-867E73564FF4}" presName="bgRect" presStyleLbl="bgShp" presStyleIdx="1" presStyleCnt="6"/>
      <dgm:spPr/>
    </dgm:pt>
    <dgm:pt modelId="{3806DCB7-76C5-46B5-BA59-5263F188B253}" type="pres">
      <dgm:prSet presAssocID="{9AFF8C84-308A-4D81-A6C7-867E73564FF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mages"/>
        </a:ext>
      </dgm:extLst>
    </dgm:pt>
    <dgm:pt modelId="{DD2D894C-839A-4C75-ACEB-E57937B05149}" type="pres">
      <dgm:prSet presAssocID="{9AFF8C84-308A-4D81-A6C7-867E73564FF4}" presName="spaceRect" presStyleCnt="0"/>
      <dgm:spPr/>
    </dgm:pt>
    <dgm:pt modelId="{83C76D29-2C07-4FDD-858B-EEF27D8A3227}" type="pres">
      <dgm:prSet presAssocID="{9AFF8C84-308A-4D81-A6C7-867E73564FF4}" presName="parTx" presStyleLbl="revTx" presStyleIdx="1" presStyleCnt="6">
        <dgm:presLayoutVars>
          <dgm:chMax val="0"/>
          <dgm:chPref val="0"/>
        </dgm:presLayoutVars>
      </dgm:prSet>
      <dgm:spPr/>
    </dgm:pt>
    <dgm:pt modelId="{DDB34A32-7F63-4B24-A6FF-B10731DC2301}" type="pres">
      <dgm:prSet presAssocID="{A2445F9E-E749-4902-944A-D5D130DA682C}" presName="sibTrans" presStyleCnt="0"/>
      <dgm:spPr/>
    </dgm:pt>
    <dgm:pt modelId="{158AC2E3-C304-488F-8115-768D7E5B6967}" type="pres">
      <dgm:prSet presAssocID="{6FBE6E18-F79F-4657-8120-95A6426E485E}" presName="compNode" presStyleCnt="0"/>
      <dgm:spPr/>
    </dgm:pt>
    <dgm:pt modelId="{E367C723-EECA-461B-B92E-2739440DC81B}" type="pres">
      <dgm:prSet presAssocID="{6FBE6E18-F79F-4657-8120-95A6426E485E}" presName="bgRect" presStyleLbl="bgShp" presStyleIdx="2" presStyleCnt="6"/>
      <dgm:spPr/>
    </dgm:pt>
    <dgm:pt modelId="{571919E5-F4F1-4847-85B4-0053D68AB398}" type="pres">
      <dgm:prSet presAssocID="{6FBE6E18-F79F-4657-8120-95A6426E485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1A4B0D5E-B50C-43A0-8859-1751CA0F79B3}" type="pres">
      <dgm:prSet presAssocID="{6FBE6E18-F79F-4657-8120-95A6426E485E}" presName="spaceRect" presStyleCnt="0"/>
      <dgm:spPr/>
    </dgm:pt>
    <dgm:pt modelId="{B8FE0B9D-ECC4-4383-AC32-D97F27B17E17}" type="pres">
      <dgm:prSet presAssocID="{6FBE6E18-F79F-4657-8120-95A6426E485E}" presName="parTx" presStyleLbl="revTx" presStyleIdx="2" presStyleCnt="6">
        <dgm:presLayoutVars>
          <dgm:chMax val="0"/>
          <dgm:chPref val="0"/>
        </dgm:presLayoutVars>
      </dgm:prSet>
      <dgm:spPr/>
    </dgm:pt>
    <dgm:pt modelId="{C6C721C4-35B8-406F-855A-2A4C8F6D5A0B}" type="pres">
      <dgm:prSet presAssocID="{CB2FD6AA-F8A3-4FAE-BA38-4F25AE70C71A}" presName="sibTrans" presStyleCnt="0"/>
      <dgm:spPr/>
    </dgm:pt>
    <dgm:pt modelId="{CE2C2804-53EF-4CAE-AB83-C4FA295FA949}" type="pres">
      <dgm:prSet presAssocID="{01FD6E79-A64D-4A95-AE50-0F3BBCB5CE5D}" presName="compNode" presStyleCnt="0"/>
      <dgm:spPr/>
    </dgm:pt>
    <dgm:pt modelId="{5F8D68EB-AB47-4E8C-B9FA-BCF909BACE31}" type="pres">
      <dgm:prSet presAssocID="{01FD6E79-A64D-4A95-AE50-0F3BBCB5CE5D}" presName="bgRect" presStyleLbl="bgShp" presStyleIdx="3" presStyleCnt="6"/>
      <dgm:spPr/>
    </dgm:pt>
    <dgm:pt modelId="{D6654457-C7C1-4B61-BD64-2BEE03781737}" type="pres">
      <dgm:prSet presAssocID="{01FD6E79-A64D-4A95-AE50-0F3BBCB5CE5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i-Fi"/>
        </a:ext>
      </dgm:extLst>
    </dgm:pt>
    <dgm:pt modelId="{75668E8D-42E3-4CDA-AFC1-2CF239A7D1F7}" type="pres">
      <dgm:prSet presAssocID="{01FD6E79-A64D-4A95-AE50-0F3BBCB5CE5D}" presName="spaceRect" presStyleCnt="0"/>
      <dgm:spPr/>
    </dgm:pt>
    <dgm:pt modelId="{E0C34985-A3EC-419E-A401-BE5E1550C0C2}" type="pres">
      <dgm:prSet presAssocID="{01FD6E79-A64D-4A95-AE50-0F3BBCB5CE5D}" presName="parTx" presStyleLbl="revTx" presStyleIdx="3" presStyleCnt="6">
        <dgm:presLayoutVars>
          <dgm:chMax val="0"/>
          <dgm:chPref val="0"/>
        </dgm:presLayoutVars>
      </dgm:prSet>
      <dgm:spPr/>
    </dgm:pt>
    <dgm:pt modelId="{1DF5EEF8-0E38-4C8B-BEAE-1A092F409181}" type="pres">
      <dgm:prSet presAssocID="{14BDA440-7670-405F-BDDD-046F776C87E3}" presName="sibTrans" presStyleCnt="0"/>
      <dgm:spPr/>
    </dgm:pt>
    <dgm:pt modelId="{2CAF4F9D-74D7-494C-B3FD-684B01F17E27}" type="pres">
      <dgm:prSet presAssocID="{0E8EF299-F745-47FF-8B33-D75DCF0C2F3A}" presName="compNode" presStyleCnt="0"/>
      <dgm:spPr/>
    </dgm:pt>
    <dgm:pt modelId="{A7824DA0-2D29-4275-81A5-4BA14BC51757}" type="pres">
      <dgm:prSet presAssocID="{0E8EF299-F745-47FF-8B33-D75DCF0C2F3A}" presName="bgRect" presStyleLbl="bgShp" presStyleIdx="4" presStyleCnt="6"/>
      <dgm:spPr/>
    </dgm:pt>
    <dgm:pt modelId="{3228F651-DA3D-4EBE-A116-53E924AED66E}" type="pres">
      <dgm:prSet presAssocID="{0E8EF299-F745-47FF-8B33-D75DCF0C2F3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24546D28-50D9-4A5F-990E-B520BD5A632A}" type="pres">
      <dgm:prSet presAssocID="{0E8EF299-F745-47FF-8B33-D75DCF0C2F3A}" presName="spaceRect" presStyleCnt="0"/>
      <dgm:spPr/>
    </dgm:pt>
    <dgm:pt modelId="{0219993D-3DFB-4F8F-9E12-2C940FB2F311}" type="pres">
      <dgm:prSet presAssocID="{0E8EF299-F745-47FF-8B33-D75DCF0C2F3A}" presName="parTx" presStyleLbl="revTx" presStyleIdx="4" presStyleCnt="6">
        <dgm:presLayoutVars>
          <dgm:chMax val="0"/>
          <dgm:chPref val="0"/>
        </dgm:presLayoutVars>
      </dgm:prSet>
      <dgm:spPr/>
    </dgm:pt>
    <dgm:pt modelId="{6A54DF57-5B2D-45B3-B940-3C0ED77D0678}" type="pres">
      <dgm:prSet presAssocID="{AFB5741E-6521-4971-A2B0-78976DD9D5FB}" presName="sibTrans" presStyleCnt="0"/>
      <dgm:spPr/>
    </dgm:pt>
    <dgm:pt modelId="{A7BEF176-B2E1-4846-9AE3-8488670B43BA}" type="pres">
      <dgm:prSet presAssocID="{89DF08A0-FA53-44D6-9446-303DBE3089A7}" presName="compNode" presStyleCnt="0"/>
      <dgm:spPr/>
    </dgm:pt>
    <dgm:pt modelId="{4E87E8FF-48FE-46AA-9FDD-379F9AC83C19}" type="pres">
      <dgm:prSet presAssocID="{89DF08A0-FA53-44D6-9446-303DBE3089A7}" presName="bgRect" presStyleLbl="bgShp" presStyleIdx="5" presStyleCnt="6"/>
      <dgm:spPr/>
    </dgm:pt>
    <dgm:pt modelId="{2601C611-F8F2-45A7-B031-5627E46B12AC}" type="pres">
      <dgm:prSet presAssocID="{89DF08A0-FA53-44D6-9446-303DBE3089A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rbage"/>
        </a:ext>
      </dgm:extLst>
    </dgm:pt>
    <dgm:pt modelId="{6CEDCCAA-4F98-4674-BF88-887A1880B4C2}" type="pres">
      <dgm:prSet presAssocID="{89DF08A0-FA53-44D6-9446-303DBE3089A7}" presName="spaceRect" presStyleCnt="0"/>
      <dgm:spPr/>
    </dgm:pt>
    <dgm:pt modelId="{C65B4A6B-FC5A-4A1E-9422-406ED542C43E}" type="pres">
      <dgm:prSet presAssocID="{89DF08A0-FA53-44D6-9446-303DBE3089A7}" presName="parTx" presStyleLbl="revTx" presStyleIdx="5" presStyleCnt="6">
        <dgm:presLayoutVars>
          <dgm:chMax val="0"/>
          <dgm:chPref val="0"/>
        </dgm:presLayoutVars>
      </dgm:prSet>
      <dgm:spPr/>
    </dgm:pt>
  </dgm:ptLst>
  <dgm:cxnLst>
    <dgm:cxn modelId="{7C941809-1CE0-4208-97CB-8BF8FAFC2F47}" type="presOf" srcId="{6FBE6E18-F79F-4657-8120-95A6426E485E}" destId="{B8FE0B9D-ECC4-4383-AC32-D97F27B17E17}" srcOrd="0" destOrd="0" presId="urn:microsoft.com/office/officeart/2018/2/layout/IconVerticalSolidList"/>
    <dgm:cxn modelId="{71483E0D-09F4-4BEE-8472-C202A5AE694C}" type="presOf" srcId="{01FD6E79-A64D-4A95-AE50-0F3BBCB5CE5D}" destId="{E0C34985-A3EC-419E-A401-BE5E1550C0C2}" srcOrd="0" destOrd="0" presId="urn:microsoft.com/office/officeart/2018/2/layout/IconVerticalSolidList"/>
    <dgm:cxn modelId="{A3CC530F-C509-49D0-AD9E-EA7DE20721CB}" type="presOf" srcId="{9AFF8C84-308A-4D81-A6C7-867E73564FF4}" destId="{83C76D29-2C07-4FDD-858B-EEF27D8A3227}" srcOrd="0" destOrd="0" presId="urn:microsoft.com/office/officeart/2018/2/layout/IconVerticalSolidList"/>
    <dgm:cxn modelId="{57A0FD33-2902-40E2-B946-94CB281EDE1E}" srcId="{4F8DEF23-823F-47CA-A072-493DCBCC23EE}" destId="{6FBE6E18-F79F-4657-8120-95A6426E485E}" srcOrd="2" destOrd="0" parTransId="{663BBE20-65F8-4842-AAEC-723C9011EA45}" sibTransId="{CB2FD6AA-F8A3-4FAE-BA38-4F25AE70C71A}"/>
    <dgm:cxn modelId="{6130F043-B69E-4780-A8B9-6C76A04A42AD}" srcId="{4F8DEF23-823F-47CA-A072-493DCBCC23EE}" destId="{9AFF8C84-308A-4D81-A6C7-867E73564FF4}" srcOrd="1" destOrd="0" parTransId="{CE20B8A1-6123-4571-BA85-DDED992A283C}" sibTransId="{A2445F9E-E749-4902-944A-D5D130DA682C}"/>
    <dgm:cxn modelId="{DB66AF82-A34D-4872-B233-07AC963F46B5}" type="presOf" srcId="{0E8EF299-F745-47FF-8B33-D75DCF0C2F3A}" destId="{0219993D-3DFB-4F8F-9E12-2C940FB2F311}" srcOrd="0" destOrd="0" presId="urn:microsoft.com/office/officeart/2018/2/layout/IconVerticalSolidList"/>
    <dgm:cxn modelId="{AE2A4587-D5EA-4F24-9017-B8B0EE9E79A3}" type="presOf" srcId="{534D12C6-2036-4DCE-B6E1-E1A0CBB7DC38}" destId="{B3495CFF-6D05-40F0-88C4-B7E51E7076F3}" srcOrd="0" destOrd="0" presId="urn:microsoft.com/office/officeart/2018/2/layout/IconVerticalSolidList"/>
    <dgm:cxn modelId="{39610690-B1C1-40AF-B2EE-C35DB0843CB9}" srcId="{4F8DEF23-823F-47CA-A072-493DCBCC23EE}" destId="{0E8EF299-F745-47FF-8B33-D75DCF0C2F3A}" srcOrd="4" destOrd="0" parTransId="{7F121581-C8C0-427C-B4A2-88FA8C71FC0F}" sibTransId="{AFB5741E-6521-4971-A2B0-78976DD9D5FB}"/>
    <dgm:cxn modelId="{BD68CA92-06BF-4CFE-B157-37097ADCBEE1}" srcId="{4F8DEF23-823F-47CA-A072-493DCBCC23EE}" destId="{89DF08A0-FA53-44D6-9446-303DBE3089A7}" srcOrd="5" destOrd="0" parTransId="{40C2F61D-3017-444B-8645-2D618CC6B05C}" sibTransId="{F3AB52C0-0F20-42D2-9954-AD35DF70E3A0}"/>
    <dgm:cxn modelId="{152588A9-D703-401C-A557-B16740E9F7AE}" type="presOf" srcId="{4F8DEF23-823F-47CA-A072-493DCBCC23EE}" destId="{A3CDE252-1C5B-430D-A6DD-4FF06D305A5E}" srcOrd="0" destOrd="0" presId="urn:microsoft.com/office/officeart/2018/2/layout/IconVerticalSolidList"/>
    <dgm:cxn modelId="{CDF134C7-1197-4050-B6D5-D03F76B88A85}" srcId="{4F8DEF23-823F-47CA-A072-493DCBCC23EE}" destId="{01FD6E79-A64D-4A95-AE50-0F3BBCB5CE5D}" srcOrd="3" destOrd="0" parTransId="{4AA8F70E-A65C-4982-B147-FDC53A0E3C4B}" sibTransId="{14BDA440-7670-405F-BDDD-046F776C87E3}"/>
    <dgm:cxn modelId="{C2CC96F0-A6B4-4ADB-8055-B4BB1102D8E6}" type="presOf" srcId="{89DF08A0-FA53-44D6-9446-303DBE3089A7}" destId="{C65B4A6B-FC5A-4A1E-9422-406ED542C43E}" srcOrd="0" destOrd="0" presId="urn:microsoft.com/office/officeart/2018/2/layout/IconVerticalSolidList"/>
    <dgm:cxn modelId="{4DD18AF3-D867-4C69-A64B-A4F811C6B32B}" srcId="{4F8DEF23-823F-47CA-A072-493DCBCC23EE}" destId="{534D12C6-2036-4DCE-B6E1-E1A0CBB7DC38}" srcOrd="0" destOrd="0" parTransId="{D3876096-B4A0-4866-8161-CB5CED686A8F}" sibTransId="{A2A99624-F2E4-490D-AB3D-59FF8D07366B}"/>
    <dgm:cxn modelId="{A5E12115-F2CF-45B2-8D37-9AB180F8A121}" type="presParOf" srcId="{A3CDE252-1C5B-430D-A6DD-4FF06D305A5E}" destId="{D6D68A35-1007-45D8-B4F4-02CE9A6DBF50}" srcOrd="0" destOrd="0" presId="urn:microsoft.com/office/officeart/2018/2/layout/IconVerticalSolidList"/>
    <dgm:cxn modelId="{58B7AD26-0A56-4B75-94F3-5262A01A2943}" type="presParOf" srcId="{D6D68A35-1007-45D8-B4F4-02CE9A6DBF50}" destId="{D527D0C4-F630-48FD-A3C1-252652297B40}" srcOrd="0" destOrd="0" presId="urn:microsoft.com/office/officeart/2018/2/layout/IconVerticalSolidList"/>
    <dgm:cxn modelId="{B69ECF70-6B36-46F3-956E-C4502A60E1FB}" type="presParOf" srcId="{D6D68A35-1007-45D8-B4F4-02CE9A6DBF50}" destId="{BE30D80E-A6F4-4E8A-B34B-F7308927135F}" srcOrd="1" destOrd="0" presId="urn:microsoft.com/office/officeart/2018/2/layout/IconVerticalSolidList"/>
    <dgm:cxn modelId="{5CE7486D-7E4C-46AC-A761-027F2E5D3CBF}" type="presParOf" srcId="{D6D68A35-1007-45D8-B4F4-02CE9A6DBF50}" destId="{4834C031-D789-4699-8342-2140F4854F5C}" srcOrd="2" destOrd="0" presId="urn:microsoft.com/office/officeart/2018/2/layout/IconVerticalSolidList"/>
    <dgm:cxn modelId="{B6228759-B8CE-4EDE-8368-5AAA8FD9466C}" type="presParOf" srcId="{D6D68A35-1007-45D8-B4F4-02CE9A6DBF50}" destId="{B3495CFF-6D05-40F0-88C4-B7E51E7076F3}" srcOrd="3" destOrd="0" presId="urn:microsoft.com/office/officeart/2018/2/layout/IconVerticalSolidList"/>
    <dgm:cxn modelId="{7954696E-46D3-48BA-990A-73BEE690BD17}" type="presParOf" srcId="{A3CDE252-1C5B-430D-A6DD-4FF06D305A5E}" destId="{16C8D80C-553C-40FC-ADD0-B7F8E70FF983}" srcOrd="1" destOrd="0" presId="urn:microsoft.com/office/officeart/2018/2/layout/IconVerticalSolidList"/>
    <dgm:cxn modelId="{108FA391-524B-4917-B890-4B7A3A1278BE}" type="presParOf" srcId="{A3CDE252-1C5B-430D-A6DD-4FF06D305A5E}" destId="{3AA1D575-B1A4-43F3-B41B-C8A92E4330FD}" srcOrd="2" destOrd="0" presId="urn:microsoft.com/office/officeart/2018/2/layout/IconVerticalSolidList"/>
    <dgm:cxn modelId="{89DA75E3-9F30-4B61-801F-66701E8AE3C9}" type="presParOf" srcId="{3AA1D575-B1A4-43F3-B41B-C8A92E4330FD}" destId="{62D30EC9-78C0-412B-B79D-EC9E3248EE0C}" srcOrd="0" destOrd="0" presId="urn:microsoft.com/office/officeart/2018/2/layout/IconVerticalSolidList"/>
    <dgm:cxn modelId="{EEB470E2-7C34-4D53-A226-8CD2B0A80E9B}" type="presParOf" srcId="{3AA1D575-B1A4-43F3-B41B-C8A92E4330FD}" destId="{3806DCB7-76C5-46B5-BA59-5263F188B253}" srcOrd="1" destOrd="0" presId="urn:microsoft.com/office/officeart/2018/2/layout/IconVerticalSolidList"/>
    <dgm:cxn modelId="{170C199E-29C7-4E98-816F-66DB98B73B77}" type="presParOf" srcId="{3AA1D575-B1A4-43F3-B41B-C8A92E4330FD}" destId="{DD2D894C-839A-4C75-ACEB-E57937B05149}" srcOrd="2" destOrd="0" presId="urn:microsoft.com/office/officeart/2018/2/layout/IconVerticalSolidList"/>
    <dgm:cxn modelId="{80A2FD60-B712-45FE-B394-C51D7B37EE3F}" type="presParOf" srcId="{3AA1D575-B1A4-43F3-B41B-C8A92E4330FD}" destId="{83C76D29-2C07-4FDD-858B-EEF27D8A3227}" srcOrd="3" destOrd="0" presId="urn:microsoft.com/office/officeart/2018/2/layout/IconVerticalSolidList"/>
    <dgm:cxn modelId="{A14AA8BF-4124-4E5A-BB8B-FFB30FCF63DE}" type="presParOf" srcId="{A3CDE252-1C5B-430D-A6DD-4FF06D305A5E}" destId="{DDB34A32-7F63-4B24-A6FF-B10731DC2301}" srcOrd="3" destOrd="0" presId="urn:microsoft.com/office/officeart/2018/2/layout/IconVerticalSolidList"/>
    <dgm:cxn modelId="{93664AD0-8791-4BFA-B9C7-EEF5991599F2}" type="presParOf" srcId="{A3CDE252-1C5B-430D-A6DD-4FF06D305A5E}" destId="{158AC2E3-C304-488F-8115-768D7E5B6967}" srcOrd="4" destOrd="0" presId="urn:microsoft.com/office/officeart/2018/2/layout/IconVerticalSolidList"/>
    <dgm:cxn modelId="{893BE50C-E4D3-4566-841B-4B310B737778}" type="presParOf" srcId="{158AC2E3-C304-488F-8115-768D7E5B6967}" destId="{E367C723-EECA-461B-B92E-2739440DC81B}" srcOrd="0" destOrd="0" presId="urn:microsoft.com/office/officeart/2018/2/layout/IconVerticalSolidList"/>
    <dgm:cxn modelId="{57D82070-51F0-412D-8B30-F064E398ABD0}" type="presParOf" srcId="{158AC2E3-C304-488F-8115-768D7E5B6967}" destId="{571919E5-F4F1-4847-85B4-0053D68AB398}" srcOrd="1" destOrd="0" presId="urn:microsoft.com/office/officeart/2018/2/layout/IconVerticalSolidList"/>
    <dgm:cxn modelId="{59E1FB5F-F72B-4AF9-B775-C17C910D307F}" type="presParOf" srcId="{158AC2E3-C304-488F-8115-768D7E5B6967}" destId="{1A4B0D5E-B50C-43A0-8859-1751CA0F79B3}" srcOrd="2" destOrd="0" presId="urn:microsoft.com/office/officeart/2018/2/layout/IconVerticalSolidList"/>
    <dgm:cxn modelId="{E998F591-C696-4EA4-87A9-207C7D239034}" type="presParOf" srcId="{158AC2E3-C304-488F-8115-768D7E5B6967}" destId="{B8FE0B9D-ECC4-4383-AC32-D97F27B17E17}" srcOrd="3" destOrd="0" presId="urn:microsoft.com/office/officeart/2018/2/layout/IconVerticalSolidList"/>
    <dgm:cxn modelId="{6BBA7F2B-2468-4F22-8DB4-4E60260B2662}" type="presParOf" srcId="{A3CDE252-1C5B-430D-A6DD-4FF06D305A5E}" destId="{C6C721C4-35B8-406F-855A-2A4C8F6D5A0B}" srcOrd="5" destOrd="0" presId="urn:microsoft.com/office/officeart/2018/2/layout/IconVerticalSolidList"/>
    <dgm:cxn modelId="{1109C5C7-7D63-4D3A-AE0C-F98EFE0397B4}" type="presParOf" srcId="{A3CDE252-1C5B-430D-A6DD-4FF06D305A5E}" destId="{CE2C2804-53EF-4CAE-AB83-C4FA295FA949}" srcOrd="6" destOrd="0" presId="urn:microsoft.com/office/officeart/2018/2/layout/IconVerticalSolidList"/>
    <dgm:cxn modelId="{D4B541DB-0B3B-44C0-A477-4CE49E302F75}" type="presParOf" srcId="{CE2C2804-53EF-4CAE-AB83-C4FA295FA949}" destId="{5F8D68EB-AB47-4E8C-B9FA-BCF909BACE31}" srcOrd="0" destOrd="0" presId="urn:microsoft.com/office/officeart/2018/2/layout/IconVerticalSolidList"/>
    <dgm:cxn modelId="{9A8FDF16-C739-456B-8A0B-5016130CB00D}" type="presParOf" srcId="{CE2C2804-53EF-4CAE-AB83-C4FA295FA949}" destId="{D6654457-C7C1-4B61-BD64-2BEE03781737}" srcOrd="1" destOrd="0" presId="urn:microsoft.com/office/officeart/2018/2/layout/IconVerticalSolidList"/>
    <dgm:cxn modelId="{5A6ED2EF-9036-40CE-A082-7BAD6A710198}" type="presParOf" srcId="{CE2C2804-53EF-4CAE-AB83-C4FA295FA949}" destId="{75668E8D-42E3-4CDA-AFC1-2CF239A7D1F7}" srcOrd="2" destOrd="0" presId="urn:microsoft.com/office/officeart/2018/2/layout/IconVerticalSolidList"/>
    <dgm:cxn modelId="{45DE9EC7-E34E-4F43-93E1-D8AE5A2AECAC}" type="presParOf" srcId="{CE2C2804-53EF-4CAE-AB83-C4FA295FA949}" destId="{E0C34985-A3EC-419E-A401-BE5E1550C0C2}" srcOrd="3" destOrd="0" presId="urn:microsoft.com/office/officeart/2018/2/layout/IconVerticalSolidList"/>
    <dgm:cxn modelId="{84AFD401-BDDF-407F-A5E9-8192643C9B07}" type="presParOf" srcId="{A3CDE252-1C5B-430D-A6DD-4FF06D305A5E}" destId="{1DF5EEF8-0E38-4C8B-BEAE-1A092F409181}" srcOrd="7" destOrd="0" presId="urn:microsoft.com/office/officeart/2018/2/layout/IconVerticalSolidList"/>
    <dgm:cxn modelId="{534AFEFA-8865-4526-8D11-5BBE4CD91EF8}" type="presParOf" srcId="{A3CDE252-1C5B-430D-A6DD-4FF06D305A5E}" destId="{2CAF4F9D-74D7-494C-B3FD-684B01F17E27}" srcOrd="8" destOrd="0" presId="urn:microsoft.com/office/officeart/2018/2/layout/IconVerticalSolidList"/>
    <dgm:cxn modelId="{83BD0B15-E0DF-4286-96F9-FD41395510C0}" type="presParOf" srcId="{2CAF4F9D-74D7-494C-B3FD-684B01F17E27}" destId="{A7824DA0-2D29-4275-81A5-4BA14BC51757}" srcOrd="0" destOrd="0" presId="urn:microsoft.com/office/officeart/2018/2/layout/IconVerticalSolidList"/>
    <dgm:cxn modelId="{6D494645-E5E6-4441-9655-1D97E91BADC4}" type="presParOf" srcId="{2CAF4F9D-74D7-494C-B3FD-684B01F17E27}" destId="{3228F651-DA3D-4EBE-A116-53E924AED66E}" srcOrd="1" destOrd="0" presId="urn:microsoft.com/office/officeart/2018/2/layout/IconVerticalSolidList"/>
    <dgm:cxn modelId="{2B8AB567-DF4D-49E8-BABE-8F961370BA64}" type="presParOf" srcId="{2CAF4F9D-74D7-494C-B3FD-684B01F17E27}" destId="{24546D28-50D9-4A5F-990E-B520BD5A632A}" srcOrd="2" destOrd="0" presId="urn:microsoft.com/office/officeart/2018/2/layout/IconVerticalSolidList"/>
    <dgm:cxn modelId="{9A4506A1-B961-462D-9ED8-C5FA2EBC3BB5}" type="presParOf" srcId="{2CAF4F9D-74D7-494C-B3FD-684B01F17E27}" destId="{0219993D-3DFB-4F8F-9E12-2C940FB2F311}" srcOrd="3" destOrd="0" presId="urn:microsoft.com/office/officeart/2018/2/layout/IconVerticalSolidList"/>
    <dgm:cxn modelId="{D0396227-F41D-463A-AEE0-E31CEF1462F0}" type="presParOf" srcId="{A3CDE252-1C5B-430D-A6DD-4FF06D305A5E}" destId="{6A54DF57-5B2D-45B3-B940-3C0ED77D0678}" srcOrd="9" destOrd="0" presId="urn:microsoft.com/office/officeart/2018/2/layout/IconVerticalSolidList"/>
    <dgm:cxn modelId="{580B1606-4115-45A2-BC44-FB24798BA9B6}" type="presParOf" srcId="{A3CDE252-1C5B-430D-A6DD-4FF06D305A5E}" destId="{A7BEF176-B2E1-4846-9AE3-8488670B43BA}" srcOrd="10" destOrd="0" presId="urn:microsoft.com/office/officeart/2018/2/layout/IconVerticalSolidList"/>
    <dgm:cxn modelId="{44CA5FF3-D2FA-4EE0-B39E-7E8A0F176834}" type="presParOf" srcId="{A7BEF176-B2E1-4846-9AE3-8488670B43BA}" destId="{4E87E8FF-48FE-46AA-9FDD-379F9AC83C19}" srcOrd="0" destOrd="0" presId="urn:microsoft.com/office/officeart/2018/2/layout/IconVerticalSolidList"/>
    <dgm:cxn modelId="{869F986B-5DFC-428A-B796-4925F83FC696}" type="presParOf" srcId="{A7BEF176-B2E1-4846-9AE3-8488670B43BA}" destId="{2601C611-F8F2-45A7-B031-5627E46B12AC}" srcOrd="1" destOrd="0" presId="urn:microsoft.com/office/officeart/2018/2/layout/IconVerticalSolidList"/>
    <dgm:cxn modelId="{05D73E9D-4793-47CF-8672-CD80DD5BCE1B}" type="presParOf" srcId="{A7BEF176-B2E1-4846-9AE3-8488670B43BA}" destId="{6CEDCCAA-4F98-4674-BF88-887A1880B4C2}" srcOrd="2" destOrd="0" presId="urn:microsoft.com/office/officeart/2018/2/layout/IconVerticalSolidList"/>
    <dgm:cxn modelId="{B1982BBF-FFD4-4CF2-8FF6-567C97CB856A}" type="presParOf" srcId="{A7BEF176-B2E1-4846-9AE3-8488670B43BA}" destId="{C65B4A6B-FC5A-4A1E-9422-406ED542C4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747AFCF-3F16-48ED-8F27-278E143A7C6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2EFE8DE-B64C-413A-BE06-348BC06BB6A8}">
      <dgm:prSet/>
      <dgm:spPr/>
      <dgm:t>
        <a:bodyPr/>
        <a:lstStyle/>
        <a:p>
          <a:pPr>
            <a:lnSpc>
              <a:spcPct val="100000"/>
            </a:lnSpc>
            <a:defRPr cap="all"/>
          </a:pPr>
          <a:r>
            <a:rPr lang="en-US"/>
            <a:t>Use Cases:</a:t>
          </a:r>
        </a:p>
      </dgm:t>
    </dgm:pt>
    <dgm:pt modelId="{E60692D3-842E-40C4-9CC6-A10C30A7B295}" type="parTrans" cxnId="{AF3B9116-D6E4-441A-B289-B3D3CCF9BA15}">
      <dgm:prSet/>
      <dgm:spPr/>
      <dgm:t>
        <a:bodyPr/>
        <a:lstStyle/>
        <a:p>
          <a:endParaRPr lang="en-US"/>
        </a:p>
      </dgm:t>
    </dgm:pt>
    <dgm:pt modelId="{83E90163-A362-4D44-8650-D68EA5D7A19C}" type="sibTrans" cxnId="{AF3B9116-D6E4-441A-B289-B3D3CCF9BA15}">
      <dgm:prSet/>
      <dgm:spPr/>
      <dgm:t>
        <a:bodyPr/>
        <a:lstStyle/>
        <a:p>
          <a:endParaRPr lang="en-US"/>
        </a:p>
      </dgm:t>
    </dgm:pt>
    <dgm:pt modelId="{B796A802-8266-423A-9794-0A0C971F6A18}">
      <dgm:prSet/>
      <dgm:spPr/>
      <dgm:t>
        <a:bodyPr/>
        <a:lstStyle/>
        <a:p>
          <a:pPr>
            <a:lnSpc>
              <a:spcPct val="100000"/>
            </a:lnSpc>
            <a:defRPr cap="all"/>
          </a:pPr>
          <a:r>
            <a:rPr lang="en-US"/>
            <a:t>Predicting customer churn</a:t>
          </a:r>
        </a:p>
      </dgm:t>
    </dgm:pt>
    <dgm:pt modelId="{C68426CB-17FC-45FD-A4EB-1076DBB31682}" type="parTrans" cxnId="{BA9E4B14-34D5-4842-BE1E-E5B49C696DA1}">
      <dgm:prSet/>
      <dgm:spPr/>
      <dgm:t>
        <a:bodyPr/>
        <a:lstStyle/>
        <a:p>
          <a:endParaRPr lang="en-US"/>
        </a:p>
      </dgm:t>
    </dgm:pt>
    <dgm:pt modelId="{565DAD3C-E171-4C42-84A6-91E5B1DC8A10}" type="sibTrans" cxnId="{BA9E4B14-34D5-4842-BE1E-E5B49C696DA1}">
      <dgm:prSet/>
      <dgm:spPr/>
      <dgm:t>
        <a:bodyPr/>
        <a:lstStyle/>
        <a:p>
          <a:endParaRPr lang="en-US"/>
        </a:p>
      </dgm:t>
    </dgm:pt>
    <dgm:pt modelId="{36F620FF-15CD-43F0-8C6A-DF5B6E15E3FE}">
      <dgm:prSet/>
      <dgm:spPr/>
      <dgm:t>
        <a:bodyPr/>
        <a:lstStyle/>
        <a:p>
          <a:pPr>
            <a:lnSpc>
              <a:spcPct val="100000"/>
            </a:lnSpc>
            <a:defRPr cap="all"/>
          </a:pPr>
          <a:r>
            <a:rPr lang="en-US"/>
            <a:t>Detecting credit card fraud</a:t>
          </a:r>
        </a:p>
      </dgm:t>
    </dgm:pt>
    <dgm:pt modelId="{B3AEAAE1-0E48-435D-AEA5-F179B516A361}" type="parTrans" cxnId="{5E9C5E6B-9629-4622-98BA-AB2098678C42}">
      <dgm:prSet/>
      <dgm:spPr/>
      <dgm:t>
        <a:bodyPr/>
        <a:lstStyle/>
        <a:p>
          <a:endParaRPr lang="en-US"/>
        </a:p>
      </dgm:t>
    </dgm:pt>
    <dgm:pt modelId="{B28D9517-B9D9-4C87-B178-42D0A98B0EAA}" type="sibTrans" cxnId="{5E9C5E6B-9629-4622-98BA-AB2098678C42}">
      <dgm:prSet/>
      <dgm:spPr/>
      <dgm:t>
        <a:bodyPr/>
        <a:lstStyle/>
        <a:p>
          <a:endParaRPr lang="en-US"/>
        </a:p>
      </dgm:t>
    </dgm:pt>
    <dgm:pt modelId="{82489DCB-6CDA-49B2-B167-A11CBF4BEE5B}">
      <dgm:prSet/>
      <dgm:spPr/>
      <dgm:t>
        <a:bodyPr/>
        <a:lstStyle/>
        <a:p>
          <a:pPr>
            <a:lnSpc>
              <a:spcPct val="100000"/>
            </a:lnSpc>
            <a:defRPr cap="all"/>
          </a:pPr>
          <a:r>
            <a:rPr lang="en-US"/>
            <a:t>Recommending movies/products</a:t>
          </a:r>
        </a:p>
      </dgm:t>
    </dgm:pt>
    <dgm:pt modelId="{2F3E963F-1925-4E94-9A7E-A8FEAC409568}" type="parTrans" cxnId="{93D33DE7-2662-4CF0-A580-84DAD91EAB38}">
      <dgm:prSet/>
      <dgm:spPr/>
      <dgm:t>
        <a:bodyPr/>
        <a:lstStyle/>
        <a:p>
          <a:endParaRPr lang="en-US"/>
        </a:p>
      </dgm:t>
    </dgm:pt>
    <dgm:pt modelId="{EE1D23C8-1003-4CEB-93FD-B101ACAFAA65}" type="sibTrans" cxnId="{93D33DE7-2662-4CF0-A580-84DAD91EAB38}">
      <dgm:prSet/>
      <dgm:spPr/>
      <dgm:t>
        <a:bodyPr/>
        <a:lstStyle/>
        <a:p>
          <a:endParaRPr lang="en-US"/>
        </a:p>
      </dgm:t>
    </dgm:pt>
    <dgm:pt modelId="{D3CAF2C6-9314-4820-9CEE-B116F72E359B}">
      <dgm:prSet/>
      <dgm:spPr/>
      <dgm:t>
        <a:bodyPr/>
        <a:lstStyle/>
        <a:p>
          <a:pPr>
            <a:lnSpc>
              <a:spcPct val="100000"/>
            </a:lnSpc>
            <a:defRPr cap="all"/>
          </a:pPr>
          <a:r>
            <a:rPr lang="en-US"/>
            <a:t>Medical diagnosis</a:t>
          </a:r>
        </a:p>
      </dgm:t>
    </dgm:pt>
    <dgm:pt modelId="{7FE122F0-A7E8-4DA3-8CDF-AC99A46AB1CE}" type="parTrans" cxnId="{041A3054-896C-4E0F-9CB4-8FC0A8921C5F}">
      <dgm:prSet/>
      <dgm:spPr/>
      <dgm:t>
        <a:bodyPr/>
        <a:lstStyle/>
        <a:p>
          <a:endParaRPr lang="en-US"/>
        </a:p>
      </dgm:t>
    </dgm:pt>
    <dgm:pt modelId="{55191EF9-F6FB-4E3D-8261-DBA2301C8DAF}" type="sibTrans" cxnId="{041A3054-896C-4E0F-9CB4-8FC0A8921C5F}">
      <dgm:prSet/>
      <dgm:spPr/>
      <dgm:t>
        <a:bodyPr/>
        <a:lstStyle/>
        <a:p>
          <a:endParaRPr lang="en-US"/>
        </a:p>
      </dgm:t>
    </dgm:pt>
    <dgm:pt modelId="{DEF12ECA-7E85-4225-ACBA-E85B976D38D4}">
      <dgm:prSet/>
      <dgm:spPr/>
      <dgm:t>
        <a:bodyPr/>
        <a:lstStyle/>
        <a:p>
          <a:pPr>
            <a:lnSpc>
              <a:spcPct val="100000"/>
            </a:lnSpc>
            <a:defRPr cap="all"/>
          </a:pPr>
          <a:r>
            <a:rPr lang="en-US"/>
            <a:t>Demand forecasting</a:t>
          </a:r>
        </a:p>
      </dgm:t>
    </dgm:pt>
    <dgm:pt modelId="{6FC15FF0-0AE6-4535-8481-9B1E0B6AE4ED}" type="parTrans" cxnId="{7F427BEE-2A7A-4B51-8B83-496388DA8F46}">
      <dgm:prSet/>
      <dgm:spPr/>
      <dgm:t>
        <a:bodyPr/>
        <a:lstStyle/>
        <a:p>
          <a:endParaRPr lang="en-US"/>
        </a:p>
      </dgm:t>
    </dgm:pt>
    <dgm:pt modelId="{CB9C0CE2-D85E-4911-8FC6-50746630C6A0}" type="sibTrans" cxnId="{7F427BEE-2A7A-4B51-8B83-496388DA8F46}">
      <dgm:prSet/>
      <dgm:spPr/>
      <dgm:t>
        <a:bodyPr/>
        <a:lstStyle/>
        <a:p>
          <a:endParaRPr lang="en-US"/>
        </a:p>
      </dgm:t>
    </dgm:pt>
    <dgm:pt modelId="{CAF2D320-2898-485D-8849-DAFBFDCCA1BB}" type="pres">
      <dgm:prSet presAssocID="{5747AFCF-3F16-48ED-8F27-278E143A7C6A}" presName="root" presStyleCnt="0">
        <dgm:presLayoutVars>
          <dgm:dir/>
          <dgm:resizeHandles val="exact"/>
        </dgm:presLayoutVars>
      </dgm:prSet>
      <dgm:spPr/>
    </dgm:pt>
    <dgm:pt modelId="{6C2DAF55-8181-4ED7-A3F4-20295D0FCD67}" type="pres">
      <dgm:prSet presAssocID="{D2EFE8DE-B64C-413A-BE06-348BC06BB6A8}" presName="compNode" presStyleCnt="0"/>
      <dgm:spPr/>
    </dgm:pt>
    <dgm:pt modelId="{581863A6-8E06-45CC-9FF4-67AA2C9E7493}" type="pres">
      <dgm:prSet presAssocID="{D2EFE8DE-B64C-413A-BE06-348BC06BB6A8}" presName="iconBgRect" presStyleLbl="bgShp" presStyleIdx="0" presStyleCnt="6"/>
      <dgm:spPr/>
    </dgm:pt>
    <dgm:pt modelId="{58EFEBD8-7602-4F26-A504-7F7757C87BA8}" type="pres">
      <dgm:prSet presAssocID="{D2EFE8DE-B64C-413A-BE06-348BC06BB6A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D29D4078-D2A2-46F2-A56C-76B20AFC3FF4}" type="pres">
      <dgm:prSet presAssocID="{D2EFE8DE-B64C-413A-BE06-348BC06BB6A8}" presName="spaceRect" presStyleCnt="0"/>
      <dgm:spPr/>
    </dgm:pt>
    <dgm:pt modelId="{844F92E5-F334-4203-9810-049886C3B676}" type="pres">
      <dgm:prSet presAssocID="{D2EFE8DE-B64C-413A-BE06-348BC06BB6A8}" presName="textRect" presStyleLbl="revTx" presStyleIdx="0" presStyleCnt="6">
        <dgm:presLayoutVars>
          <dgm:chMax val="1"/>
          <dgm:chPref val="1"/>
        </dgm:presLayoutVars>
      </dgm:prSet>
      <dgm:spPr/>
    </dgm:pt>
    <dgm:pt modelId="{1C68CA67-67E2-4999-B7CF-E21CEC7D1A94}" type="pres">
      <dgm:prSet presAssocID="{83E90163-A362-4D44-8650-D68EA5D7A19C}" presName="sibTrans" presStyleCnt="0"/>
      <dgm:spPr/>
    </dgm:pt>
    <dgm:pt modelId="{C4B4C430-A5B4-461E-B547-AB476D3E6E27}" type="pres">
      <dgm:prSet presAssocID="{B796A802-8266-423A-9794-0A0C971F6A18}" presName="compNode" presStyleCnt="0"/>
      <dgm:spPr/>
    </dgm:pt>
    <dgm:pt modelId="{1D5AC4F8-F0F4-4A74-A5E9-791621600BFE}" type="pres">
      <dgm:prSet presAssocID="{B796A802-8266-423A-9794-0A0C971F6A18}" presName="iconBgRect" presStyleLbl="bgShp" presStyleIdx="1" presStyleCnt="6"/>
      <dgm:spPr/>
    </dgm:pt>
    <dgm:pt modelId="{79196237-31DB-4B2F-9BAA-4A1D54019981}" type="pres">
      <dgm:prSet presAssocID="{B796A802-8266-423A-9794-0A0C971F6A1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478A28DD-89CA-43C3-A4D1-B34BE8B5E6EB}" type="pres">
      <dgm:prSet presAssocID="{B796A802-8266-423A-9794-0A0C971F6A18}" presName="spaceRect" presStyleCnt="0"/>
      <dgm:spPr/>
    </dgm:pt>
    <dgm:pt modelId="{CECE53A7-C31B-440C-9171-3E4941DA5BCD}" type="pres">
      <dgm:prSet presAssocID="{B796A802-8266-423A-9794-0A0C971F6A18}" presName="textRect" presStyleLbl="revTx" presStyleIdx="1" presStyleCnt="6">
        <dgm:presLayoutVars>
          <dgm:chMax val="1"/>
          <dgm:chPref val="1"/>
        </dgm:presLayoutVars>
      </dgm:prSet>
      <dgm:spPr/>
    </dgm:pt>
    <dgm:pt modelId="{7853C974-A632-4394-9697-EBDF37C93D00}" type="pres">
      <dgm:prSet presAssocID="{565DAD3C-E171-4C42-84A6-91E5B1DC8A10}" presName="sibTrans" presStyleCnt="0"/>
      <dgm:spPr/>
    </dgm:pt>
    <dgm:pt modelId="{A2174A8C-AAE8-4CDA-B580-3FE8AA194E02}" type="pres">
      <dgm:prSet presAssocID="{36F620FF-15CD-43F0-8C6A-DF5B6E15E3FE}" presName="compNode" presStyleCnt="0"/>
      <dgm:spPr/>
    </dgm:pt>
    <dgm:pt modelId="{CC297AB6-5BD8-4CD6-9448-B428C8E2F158}" type="pres">
      <dgm:prSet presAssocID="{36F620FF-15CD-43F0-8C6A-DF5B6E15E3FE}" presName="iconBgRect" presStyleLbl="bgShp" presStyleIdx="2" presStyleCnt="6"/>
      <dgm:spPr/>
    </dgm:pt>
    <dgm:pt modelId="{30863C22-40BD-44D6-9297-04B97A169264}" type="pres">
      <dgm:prSet presAssocID="{36F620FF-15CD-43F0-8C6A-DF5B6E15E3F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redit card"/>
        </a:ext>
      </dgm:extLst>
    </dgm:pt>
    <dgm:pt modelId="{741B9AC5-3004-4BAC-A272-AFF18BCFC312}" type="pres">
      <dgm:prSet presAssocID="{36F620FF-15CD-43F0-8C6A-DF5B6E15E3FE}" presName="spaceRect" presStyleCnt="0"/>
      <dgm:spPr/>
    </dgm:pt>
    <dgm:pt modelId="{C8D53FBC-1201-4F9D-924E-05928C7BC1B8}" type="pres">
      <dgm:prSet presAssocID="{36F620FF-15CD-43F0-8C6A-DF5B6E15E3FE}" presName="textRect" presStyleLbl="revTx" presStyleIdx="2" presStyleCnt="6">
        <dgm:presLayoutVars>
          <dgm:chMax val="1"/>
          <dgm:chPref val="1"/>
        </dgm:presLayoutVars>
      </dgm:prSet>
      <dgm:spPr/>
    </dgm:pt>
    <dgm:pt modelId="{2E4FCDF8-CB7E-4B7D-B5BA-6A721EB21733}" type="pres">
      <dgm:prSet presAssocID="{B28D9517-B9D9-4C87-B178-42D0A98B0EAA}" presName="sibTrans" presStyleCnt="0"/>
      <dgm:spPr/>
    </dgm:pt>
    <dgm:pt modelId="{B694A4F1-E2A0-4D06-9225-B8CFCB87412C}" type="pres">
      <dgm:prSet presAssocID="{82489DCB-6CDA-49B2-B167-A11CBF4BEE5B}" presName="compNode" presStyleCnt="0"/>
      <dgm:spPr/>
    </dgm:pt>
    <dgm:pt modelId="{7CA64077-0006-400F-BDC8-314CFADFB772}" type="pres">
      <dgm:prSet presAssocID="{82489DCB-6CDA-49B2-B167-A11CBF4BEE5B}" presName="iconBgRect" presStyleLbl="bgShp" presStyleIdx="3" presStyleCnt="6"/>
      <dgm:spPr/>
    </dgm:pt>
    <dgm:pt modelId="{0A076426-65BE-4057-AFDE-C6CC591BC401}" type="pres">
      <dgm:prSet presAssocID="{82489DCB-6CDA-49B2-B167-A11CBF4BEE5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Video camera"/>
        </a:ext>
      </dgm:extLst>
    </dgm:pt>
    <dgm:pt modelId="{A958ACEF-67CE-44CC-BDE7-10B778E08999}" type="pres">
      <dgm:prSet presAssocID="{82489DCB-6CDA-49B2-B167-A11CBF4BEE5B}" presName="spaceRect" presStyleCnt="0"/>
      <dgm:spPr/>
    </dgm:pt>
    <dgm:pt modelId="{AA050FCB-B8A9-49D6-B00E-A8CAC860DD03}" type="pres">
      <dgm:prSet presAssocID="{82489DCB-6CDA-49B2-B167-A11CBF4BEE5B}" presName="textRect" presStyleLbl="revTx" presStyleIdx="3" presStyleCnt="6">
        <dgm:presLayoutVars>
          <dgm:chMax val="1"/>
          <dgm:chPref val="1"/>
        </dgm:presLayoutVars>
      </dgm:prSet>
      <dgm:spPr/>
    </dgm:pt>
    <dgm:pt modelId="{62B41A79-A01C-41A3-8B9E-041A88CC044D}" type="pres">
      <dgm:prSet presAssocID="{EE1D23C8-1003-4CEB-93FD-B101ACAFAA65}" presName="sibTrans" presStyleCnt="0"/>
      <dgm:spPr/>
    </dgm:pt>
    <dgm:pt modelId="{75BF8A58-5C41-47A1-A43D-29693A38C73C}" type="pres">
      <dgm:prSet presAssocID="{D3CAF2C6-9314-4820-9CEE-B116F72E359B}" presName="compNode" presStyleCnt="0"/>
      <dgm:spPr/>
    </dgm:pt>
    <dgm:pt modelId="{2578279C-4DF4-4D90-A52B-B2C4AC94DEDE}" type="pres">
      <dgm:prSet presAssocID="{D3CAF2C6-9314-4820-9CEE-B116F72E359B}" presName="iconBgRect" presStyleLbl="bgShp" presStyleIdx="4" presStyleCnt="6"/>
      <dgm:spPr/>
    </dgm:pt>
    <dgm:pt modelId="{8DB5B0A4-992A-4DC4-98CC-1E05CA1D55F3}" type="pres">
      <dgm:prSet presAssocID="{D3CAF2C6-9314-4820-9CEE-B116F72E359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19AB7BE5-1B61-487D-ADF7-05FF9D358F7D}" type="pres">
      <dgm:prSet presAssocID="{D3CAF2C6-9314-4820-9CEE-B116F72E359B}" presName="spaceRect" presStyleCnt="0"/>
      <dgm:spPr/>
    </dgm:pt>
    <dgm:pt modelId="{8FFBE4A7-FBEC-4040-B5A3-FEB255237D6F}" type="pres">
      <dgm:prSet presAssocID="{D3CAF2C6-9314-4820-9CEE-B116F72E359B}" presName="textRect" presStyleLbl="revTx" presStyleIdx="4" presStyleCnt="6">
        <dgm:presLayoutVars>
          <dgm:chMax val="1"/>
          <dgm:chPref val="1"/>
        </dgm:presLayoutVars>
      </dgm:prSet>
      <dgm:spPr/>
    </dgm:pt>
    <dgm:pt modelId="{FCFD7BBF-C58F-480F-BCAA-5F90F4C1193B}" type="pres">
      <dgm:prSet presAssocID="{55191EF9-F6FB-4E3D-8261-DBA2301C8DAF}" presName="sibTrans" presStyleCnt="0"/>
      <dgm:spPr/>
    </dgm:pt>
    <dgm:pt modelId="{ACC26420-C0EA-4586-9FD9-6386CEB64C10}" type="pres">
      <dgm:prSet presAssocID="{DEF12ECA-7E85-4225-ACBA-E85B976D38D4}" presName="compNode" presStyleCnt="0"/>
      <dgm:spPr/>
    </dgm:pt>
    <dgm:pt modelId="{F733A254-4A10-408A-B4B6-F89E998BAEFD}" type="pres">
      <dgm:prSet presAssocID="{DEF12ECA-7E85-4225-ACBA-E85B976D38D4}" presName="iconBgRect" presStyleLbl="bgShp" presStyleIdx="5" presStyleCnt="6"/>
      <dgm:spPr/>
    </dgm:pt>
    <dgm:pt modelId="{4E28A8F9-71E0-4E1B-A874-9981248B5D3F}" type="pres">
      <dgm:prSet presAssocID="{DEF12ECA-7E85-4225-ACBA-E85B976D38D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pward trend"/>
        </a:ext>
      </dgm:extLst>
    </dgm:pt>
    <dgm:pt modelId="{DB4CF935-E749-4E89-AB9A-8CF54C8F6FAF}" type="pres">
      <dgm:prSet presAssocID="{DEF12ECA-7E85-4225-ACBA-E85B976D38D4}" presName="spaceRect" presStyleCnt="0"/>
      <dgm:spPr/>
    </dgm:pt>
    <dgm:pt modelId="{A9C19832-CDCB-451F-B54D-190F86B99CFE}" type="pres">
      <dgm:prSet presAssocID="{DEF12ECA-7E85-4225-ACBA-E85B976D38D4}" presName="textRect" presStyleLbl="revTx" presStyleIdx="5" presStyleCnt="6">
        <dgm:presLayoutVars>
          <dgm:chMax val="1"/>
          <dgm:chPref val="1"/>
        </dgm:presLayoutVars>
      </dgm:prSet>
      <dgm:spPr/>
    </dgm:pt>
  </dgm:ptLst>
  <dgm:cxnLst>
    <dgm:cxn modelId="{A5FD7613-2FD4-4DF7-915B-F4F3DEBB5012}" type="presOf" srcId="{36F620FF-15CD-43F0-8C6A-DF5B6E15E3FE}" destId="{C8D53FBC-1201-4F9D-924E-05928C7BC1B8}" srcOrd="0" destOrd="0" presId="urn:microsoft.com/office/officeart/2018/5/layout/IconCircleLabelList"/>
    <dgm:cxn modelId="{BA9E4B14-34D5-4842-BE1E-E5B49C696DA1}" srcId="{5747AFCF-3F16-48ED-8F27-278E143A7C6A}" destId="{B796A802-8266-423A-9794-0A0C971F6A18}" srcOrd="1" destOrd="0" parTransId="{C68426CB-17FC-45FD-A4EB-1076DBB31682}" sibTransId="{565DAD3C-E171-4C42-84A6-91E5B1DC8A10}"/>
    <dgm:cxn modelId="{AF3B9116-D6E4-441A-B289-B3D3CCF9BA15}" srcId="{5747AFCF-3F16-48ED-8F27-278E143A7C6A}" destId="{D2EFE8DE-B64C-413A-BE06-348BC06BB6A8}" srcOrd="0" destOrd="0" parTransId="{E60692D3-842E-40C4-9CC6-A10C30A7B295}" sibTransId="{83E90163-A362-4D44-8650-D68EA5D7A19C}"/>
    <dgm:cxn modelId="{6219671C-0CF2-4974-8B9D-5C7138B99D33}" type="presOf" srcId="{5747AFCF-3F16-48ED-8F27-278E143A7C6A}" destId="{CAF2D320-2898-485D-8849-DAFBFDCCA1BB}" srcOrd="0" destOrd="0" presId="urn:microsoft.com/office/officeart/2018/5/layout/IconCircleLabelList"/>
    <dgm:cxn modelId="{F9CAA842-2A5B-4D42-8E73-0B36E8DB70B2}" type="presOf" srcId="{DEF12ECA-7E85-4225-ACBA-E85B976D38D4}" destId="{A9C19832-CDCB-451F-B54D-190F86B99CFE}" srcOrd="0" destOrd="0" presId="urn:microsoft.com/office/officeart/2018/5/layout/IconCircleLabelList"/>
    <dgm:cxn modelId="{5E9C5E6B-9629-4622-98BA-AB2098678C42}" srcId="{5747AFCF-3F16-48ED-8F27-278E143A7C6A}" destId="{36F620FF-15CD-43F0-8C6A-DF5B6E15E3FE}" srcOrd="2" destOrd="0" parTransId="{B3AEAAE1-0E48-435D-AEA5-F179B516A361}" sibTransId="{B28D9517-B9D9-4C87-B178-42D0A98B0EAA}"/>
    <dgm:cxn modelId="{06070274-59D6-4557-A4A9-292BAE472255}" type="presOf" srcId="{B796A802-8266-423A-9794-0A0C971F6A18}" destId="{CECE53A7-C31B-440C-9171-3E4941DA5BCD}" srcOrd="0" destOrd="0" presId="urn:microsoft.com/office/officeart/2018/5/layout/IconCircleLabelList"/>
    <dgm:cxn modelId="{041A3054-896C-4E0F-9CB4-8FC0A8921C5F}" srcId="{5747AFCF-3F16-48ED-8F27-278E143A7C6A}" destId="{D3CAF2C6-9314-4820-9CEE-B116F72E359B}" srcOrd="4" destOrd="0" parTransId="{7FE122F0-A7E8-4DA3-8CDF-AC99A46AB1CE}" sibTransId="{55191EF9-F6FB-4E3D-8261-DBA2301C8DAF}"/>
    <dgm:cxn modelId="{F435FE97-2D9D-4A13-B912-2CCF2E9A4174}" type="presOf" srcId="{D3CAF2C6-9314-4820-9CEE-B116F72E359B}" destId="{8FFBE4A7-FBEC-4040-B5A3-FEB255237D6F}" srcOrd="0" destOrd="0" presId="urn:microsoft.com/office/officeart/2018/5/layout/IconCircleLabelList"/>
    <dgm:cxn modelId="{780D19B2-3E6B-4E02-89C1-AC22C905EF62}" type="presOf" srcId="{82489DCB-6CDA-49B2-B167-A11CBF4BEE5B}" destId="{AA050FCB-B8A9-49D6-B00E-A8CAC860DD03}" srcOrd="0" destOrd="0" presId="urn:microsoft.com/office/officeart/2018/5/layout/IconCircleLabelList"/>
    <dgm:cxn modelId="{93D33DE7-2662-4CF0-A580-84DAD91EAB38}" srcId="{5747AFCF-3F16-48ED-8F27-278E143A7C6A}" destId="{82489DCB-6CDA-49B2-B167-A11CBF4BEE5B}" srcOrd="3" destOrd="0" parTransId="{2F3E963F-1925-4E94-9A7E-A8FEAC409568}" sibTransId="{EE1D23C8-1003-4CEB-93FD-B101ACAFAA65}"/>
    <dgm:cxn modelId="{7F427BEE-2A7A-4B51-8B83-496388DA8F46}" srcId="{5747AFCF-3F16-48ED-8F27-278E143A7C6A}" destId="{DEF12ECA-7E85-4225-ACBA-E85B976D38D4}" srcOrd="5" destOrd="0" parTransId="{6FC15FF0-0AE6-4535-8481-9B1E0B6AE4ED}" sibTransId="{CB9C0CE2-D85E-4911-8FC6-50746630C6A0}"/>
    <dgm:cxn modelId="{80F692F4-BAB5-43C6-B009-3B8B7A86B234}" type="presOf" srcId="{D2EFE8DE-B64C-413A-BE06-348BC06BB6A8}" destId="{844F92E5-F334-4203-9810-049886C3B676}" srcOrd="0" destOrd="0" presId="urn:microsoft.com/office/officeart/2018/5/layout/IconCircleLabelList"/>
    <dgm:cxn modelId="{86E38F93-265B-4F7E-BA3A-53D54408B610}" type="presParOf" srcId="{CAF2D320-2898-485D-8849-DAFBFDCCA1BB}" destId="{6C2DAF55-8181-4ED7-A3F4-20295D0FCD67}" srcOrd="0" destOrd="0" presId="urn:microsoft.com/office/officeart/2018/5/layout/IconCircleLabelList"/>
    <dgm:cxn modelId="{8491F358-6DD8-429F-ACBE-48AC1BF2241C}" type="presParOf" srcId="{6C2DAF55-8181-4ED7-A3F4-20295D0FCD67}" destId="{581863A6-8E06-45CC-9FF4-67AA2C9E7493}" srcOrd="0" destOrd="0" presId="urn:microsoft.com/office/officeart/2018/5/layout/IconCircleLabelList"/>
    <dgm:cxn modelId="{55A354C9-4399-4FA0-B592-E83CA4D65AE3}" type="presParOf" srcId="{6C2DAF55-8181-4ED7-A3F4-20295D0FCD67}" destId="{58EFEBD8-7602-4F26-A504-7F7757C87BA8}" srcOrd="1" destOrd="0" presId="urn:microsoft.com/office/officeart/2018/5/layout/IconCircleLabelList"/>
    <dgm:cxn modelId="{465CF782-CB00-46EA-BA95-875F45D5EFEB}" type="presParOf" srcId="{6C2DAF55-8181-4ED7-A3F4-20295D0FCD67}" destId="{D29D4078-D2A2-46F2-A56C-76B20AFC3FF4}" srcOrd="2" destOrd="0" presId="urn:microsoft.com/office/officeart/2018/5/layout/IconCircleLabelList"/>
    <dgm:cxn modelId="{031EB1B2-A73A-49F3-B615-5B47E28283C3}" type="presParOf" srcId="{6C2DAF55-8181-4ED7-A3F4-20295D0FCD67}" destId="{844F92E5-F334-4203-9810-049886C3B676}" srcOrd="3" destOrd="0" presId="urn:microsoft.com/office/officeart/2018/5/layout/IconCircleLabelList"/>
    <dgm:cxn modelId="{DD2A23FB-BA34-4BDB-A9EE-6E37D0DF15C5}" type="presParOf" srcId="{CAF2D320-2898-485D-8849-DAFBFDCCA1BB}" destId="{1C68CA67-67E2-4999-B7CF-E21CEC7D1A94}" srcOrd="1" destOrd="0" presId="urn:microsoft.com/office/officeart/2018/5/layout/IconCircleLabelList"/>
    <dgm:cxn modelId="{2C9CABA1-0343-4ED7-B80B-A8DF856E9081}" type="presParOf" srcId="{CAF2D320-2898-485D-8849-DAFBFDCCA1BB}" destId="{C4B4C430-A5B4-461E-B547-AB476D3E6E27}" srcOrd="2" destOrd="0" presId="urn:microsoft.com/office/officeart/2018/5/layout/IconCircleLabelList"/>
    <dgm:cxn modelId="{826842C4-E53A-4C54-9487-131A99179498}" type="presParOf" srcId="{C4B4C430-A5B4-461E-B547-AB476D3E6E27}" destId="{1D5AC4F8-F0F4-4A74-A5E9-791621600BFE}" srcOrd="0" destOrd="0" presId="urn:microsoft.com/office/officeart/2018/5/layout/IconCircleLabelList"/>
    <dgm:cxn modelId="{584F145E-2184-455F-9CB2-CC8FECC6FDC9}" type="presParOf" srcId="{C4B4C430-A5B4-461E-B547-AB476D3E6E27}" destId="{79196237-31DB-4B2F-9BAA-4A1D54019981}" srcOrd="1" destOrd="0" presId="urn:microsoft.com/office/officeart/2018/5/layout/IconCircleLabelList"/>
    <dgm:cxn modelId="{C0FA0BD6-C0AF-4C60-8B62-27721D9FA7C0}" type="presParOf" srcId="{C4B4C430-A5B4-461E-B547-AB476D3E6E27}" destId="{478A28DD-89CA-43C3-A4D1-B34BE8B5E6EB}" srcOrd="2" destOrd="0" presId="urn:microsoft.com/office/officeart/2018/5/layout/IconCircleLabelList"/>
    <dgm:cxn modelId="{B3459FDB-88B5-4833-8C80-2EA5D3AE4F7E}" type="presParOf" srcId="{C4B4C430-A5B4-461E-B547-AB476D3E6E27}" destId="{CECE53A7-C31B-440C-9171-3E4941DA5BCD}" srcOrd="3" destOrd="0" presId="urn:microsoft.com/office/officeart/2018/5/layout/IconCircleLabelList"/>
    <dgm:cxn modelId="{41669FCE-73AB-4AAE-8621-7342E920D741}" type="presParOf" srcId="{CAF2D320-2898-485D-8849-DAFBFDCCA1BB}" destId="{7853C974-A632-4394-9697-EBDF37C93D00}" srcOrd="3" destOrd="0" presId="urn:microsoft.com/office/officeart/2018/5/layout/IconCircleLabelList"/>
    <dgm:cxn modelId="{6FAB3E0A-BC6D-449D-B878-8DAEE4E64F11}" type="presParOf" srcId="{CAF2D320-2898-485D-8849-DAFBFDCCA1BB}" destId="{A2174A8C-AAE8-4CDA-B580-3FE8AA194E02}" srcOrd="4" destOrd="0" presId="urn:microsoft.com/office/officeart/2018/5/layout/IconCircleLabelList"/>
    <dgm:cxn modelId="{C6423813-F485-413A-ADC1-7E960DE12DF3}" type="presParOf" srcId="{A2174A8C-AAE8-4CDA-B580-3FE8AA194E02}" destId="{CC297AB6-5BD8-4CD6-9448-B428C8E2F158}" srcOrd="0" destOrd="0" presId="urn:microsoft.com/office/officeart/2018/5/layout/IconCircleLabelList"/>
    <dgm:cxn modelId="{024EAD09-1188-4E67-B923-6765F36567A9}" type="presParOf" srcId="{A2174A8C-AAE8-4CDA-B580-3FE8AA194E02}" destId="{30863C22-40BD-44D6-9297-04B97A169264}" srcOrd="1" destOrd="0" presId="urn:microsoft.com/office/officeart/2018/5/layout/IconCircleLabelList"/>
    <dgm:cxn modelId="{F55066DE-31DC-40BD-A814-B0BFEECAC4EC}" type="presParOf" srcId="{A2174A8C-AAE8-4CDA-B580-3FE8AA194E02}" destId="{741B9AC5-3004-4BAC-A272-AFF18BCFC312}" srcOrd="2" destOrd="0" presId="urn:microsoft.com/office/officeart/2018/5/layout/IconCircleLabelList"/>
    <dgm:cxn modelId="{7D3540DD-E294-4C35-86A7-56B8D5DEF78F}" type="presParOf" srcId="{A2174A8C-AAE8-4CDA-B580-3FE8AA194E02}" destId="{C8D53FBC-1201-4F9D-924E-05928C7BC1B8}" srcOrd="3" destOrd="0" presId="urn:microsoft.com/office/officeart/2018/5/layout/IconCircleLabelList"/>
    <dgm:cxn modelId="{A3CEEBA5-B568-4A6E-A95A-F6222865FFB3}" type="presParOf" srcId="{CAF2D320-2898-485D-8849-DAFBFDCCA1BB}" destId="{2E4FCDF8-CB7E-4B7D-B5BA-6A721EB21733}" srcOrd="5" destOrd="0" presId="urn:microsoft.com/office/officeart/2018/5/layout/IconCircleLabelList"/>
    <dgm:cxn modelId="{67E4E5FC-B967-405C-A8D6-AA4E4B9F5B6E}" type="presParOf" srcId="{CAF2D320-2898-485D-8849-DAFBFDCCA1BB}" destId="{B694A4F1-E2A0-4D06-9225-B8CFCB87412C}" srcOrd="6" destOrd="0" presId="urn:microsoft.com/office/officeart/2018/5/layout/IconCircleLabelList"/>
    <dgm:cxn modelId="{8333297A-7F3B-49B1-8D8D-71BD1A35020B}" type="presParOf" srcId="{B694A4F1-E2A0-4D06-9225-B8CFCB87412C}" destId="{7CA64077-0006-400F-BDC8-314CFADFB772}" srcOrd="0" destOrd="0" presId="urn:microsoft.com/office/officeart/2018/5/layout/IconCircleLabelList"/>
    <dgm:cxn modelId="{A3977DEF-5CA8-410F-9119-E09D50F5A29D}" type="presParOf" srcId="{B694A4F1-E2A0-4D06-9225-B8CFCB87412C}" destId="{0A076426-65BE-4057-AFDE-C6CC591BC401}" srcOrd="1" destOrd="0" presId="urn:microsoft.com/office/officeart/2018/5/layout/IconCircleLabelList"/>
    <dgm:cxn modelId="{5C6A9844-6536-4994-B7EC-300652733C75}" type="presParOf" srcId="{B694A4F1-E2A0-4D06-9225-B8CFCB87412C}" destId="{A958ACEF-67CE-44CC-BDE7-10B778E08999}" srcOrd="2" destOrd="0" presId="urn:microsoft.com/office/officeart/2018/5/layout/IconCircleLabelList"/>
    <dgm:cxn modelId="{58E4C076-165F-4899-BC93-6BDED326B91B}" type="presParOf" srcId="{B694A4F1-E2A0-4D06-9225-B8CFCB87412C}" destId="{AA050FCB-B8A9-49D6-B00E-A8CAC860DD03}" srcOrd="3" destOrd="0" presId="urn:microsoft.com/office/officeart/2018/5/layout/IconCircleLabelList"/>
    <dgm:cxn modelId="{C6ADC689-CAC8-40CA-87D9-443C40C02F3F}" type="presParOf" srcId="{CAF2D320-2898-485D-8849-DAFBFDCCA1BB}" destId="{62B41A79-A01C-41A3-8B9E-041A88CC044D}" srcOrd="7" destOrd="0" presId="urn:microsoft.com/office/officeart/2018/5/layout/IconCircleLabelList"/>
    <dgm:cxn modelId="{D9DA01A8-76C0-464E-805C-C983A6BA1F9D}" type="presParOf" srcId="{CAF2D320-2898-485D-8849-DAFBFDCCA1BB}" destId="{75BF8A58-5C41-47A1-A43D-29693A38C73C}" srcOrd="8" destOrd="0" presId="urn:microsoft.com/office/officeart/2018/5/layout/IconCircleLabelList"/>
    <dgm:cxn modelId="{063E9C1B-E08A-40F7-A7FE-36E5A802FC7F}" type="presParOf" srcId="{75BF8A58-5C41-47A1-A43D-29693A38C73C}" destId="{2578279C-4DF4-4D90-A52B-B2C4AC94DEDE}" srcOrd="0" destOrd="0" presId="urn:microsoft.com/office/officeart/2018/5/layout/IconCircleLabelList"/>
    <dgm:cxn modelId="{7ACA634A-3B71-46DB-894C-07862D617CA4}" type="presParOf" srcId="{75BF8A58-5C41-47A1-A43D-29693A38C73C}" destId="{8DB5B0A4-992A-4DC4-98CC-1E05CA1D55F3}" srcOrd="1" destOrd="0" presId="urn:microsoft.com/office/officeart/2018/5/layout/IconCircleLabelList"/>
    <dgm:cxn modelId="{25E0B3D0-A84E-4601-8BA4-2F171A563B2F}" type="presParOf" srcId="{75BF8A58-5C41-47A1-A43D-29693A38C73C}" destId="{19AB7BE5-1B61-487D-ADF7-05FF9D358F7D}" srcOrd="2" destOrd="0" presId="urn:microsoft.com/office/officeart/2018/5/layout/IconCircleLabelList"/>
    <dgm:cxn modelId="{D7569207-339C-42EF-9711-6355FF13E0A0}" type="presParOf" srcId="{75BF8A58-5C41-47A1-A43D-29693A38C73C}" destId="{8FFBE4A7-FBEC-4040-B5A3-FEB255237D6F}" srcOrd="3" destOrd="0" presId="urn:microsoft.com/office/officeart/2018/5/layout/IconCircleLabelList"/>
    <dgm:cxn modelId="{8977930A-003C-4DC8-9816-EE446C6FCC55}" type="presParOf" srcId="{CAF2D320-2898-485D-8849-DAFBFDCCA1BB}" destId="{FCFD7BBF-C58F-480F-BCAA-5F90F4C1193B}" srcOrd="9" destOrd="0" presId="urn:microsoft.com/office/officeart/2018/5/layout/IconCircleLabelList"/>
    <dgm:cxn modelId="{D4ADF5B5-829A-4507-9DA5-01636357DADD}" type="presParOf" srcId="{CAF2D320-2898-485D-8849-DAFBFDCCA1BB}" destId="{ACC26420-C0EA-4586-9FD9-6386CEB64C10}" srcOrd="10" destOrd="0" presId="urn:microsoft.com/office/officeart/2018/5/layout/IconCircleLabelList"/>
    <dgm:cxn modelId="{CDB5F99C-8F02-4688-A560-1E8DDB0B34CB}" type="presParOf" srcId="{ACC26420-C0EA-4586-9FD9-6386CEB64C10}" destId="{F733A254-4A10-408A-B4B6-F89E998BAEFD}" srcOrd="0" destOrd="0" presId="urn:microsoft.com/office/officeart/2018/5/layout/IconCircleLabelList"/>
    <dgm:cxn modelId="{A76BB35C-C0E2-4EA5-828A-9343B308D500}" type="presParOf" srcId="{ACC26420-C0EA-4586-9FD9-6386CEB64C10}" destId="{4E28A8F9-71E0-4E1B-A874-9981248B5D3F}" srcOrd="1" destOrd="0" presId="urn:microsoft.com/office/officeart/2018/5/layout/IconCircleLabelList"/>
    <dgm:cxn modelId="{619FAD1D-0A1A-4B13-B18A-FC4149E23472}" type="presParOf" srcId="{ACC26420-C0EA-4586-9FD9-6386CEB64C10}" destId="{DB4CF935-E749-4E89-AB9A-8CF54C8F6FAF}" srcOrd="2" destOrd="0" presId="urn:microsoft.com/office/officeart/2018/5/layout/IconCircleLabelList"/>
    <dgm:cxn modelId="{128CF9B2-0B80-430C-9959-E5B908D575C6}" type="presParOf" srcId="{ACC26420-C0EA-4586-9FD9-6386CEB64C10}" destId="{A9C19832-CDCB-451F-B54D-190F86B99CFE}"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F68E947-479B-4FA5-95EF-A3C2F2F3826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FF527BA-142E-4786-89F1-CB47ABCD6B4A}">
      <dgm:prSet/>
      <dgm:spPr/>
      <dgm:t>
        <a:bodyPr/>
        <a:lstStyle/>
        <a:p>
          <a:r>
            <a:rPr lang="en-US"/>
            <a:t>Challenges:</a:t>
          </a:r>
        </a:p>
      </dgm:t>
    </dgm:pt>
    <dgm:pt modelId="{6D5B355A-CF6C-4FCD-8B16-135140D40C06}" type="parTrans" cxnId="{88780CDB-390A-4283-94E6-0B3EA446179E}">
      <dgm:prSet/>
      <dgm:spPr/>
      <dgm:t>
        <a:bodyPr/>
        <a:lstStyle/>
        <a:p>
          <a:endParaRPr lang="en-US"/>
        </a:p>
      </dgm:t>
    </dgm:pt>
    <dgm:pt modelId="{595EC2A1-164A-4973-B95E-CFCC79D1A4B4}" type="sibTrans" cxnId="{88780CDB-390A-4283-94E6-0B3EA446179E}">
      <dgm:prSet/>
      <dgm:spPr/>
      <dgm:t>
        <a:bodyPr/>
        <a:lstStyle/>
        <a:p>
          <a:endParaRPr lang="en-US"/>
        </a:p>
      </dgm:t>
    </dgm:pt>
    <dgm:pt modelId="{D0B77ECA-67A6-4AB3-93C8-D7B7F57412BD}">
      <dgm:prSet/>
      <dgm:spPr/>
      <dgm:t>
        <a:bodyPr/>
        <a:lstStyle/>
        <a:p>
          <a:r>
            <a:rPr lang="en-US"/>
            <a:t>Data quality</a:t>
          </a:r>
        </a:p>
      </dgm:t>
    </dgm:pt>
    <dgm:pt modelId="{88DBFF0D-C601-44E1-B302-0EE0D3F5EEBA}" type="parTrans" cxnId="{731577F9-585E-49AE-B5A9-BCEF61764650}">
      <dgm:prSet/>
      <dgm:spPr/>
      <dgm:t>
        <a:bodyPr/>
        <a:lstStyle/>
        <a:p>
          <a:endParaRPr lang="en-US"/>
        </a:p>
      </dgm:t>
    </dgm:pt>
    <dgm:pt modelId="{40514575-648D-4290-97D3-A4F5F023FD41}" type="sibTrans" cxnId="{731577F9-585E-49AE-B5A9-BCEF61764650}">
      <dgm:prSet/>
      <dgm:spPr/>
      <dgm:t>
        <a:bodyPr/>
        <a:lstStyle/>
        <a:p>
          <a:endParaRPr lang="en-US"/>
        </a:p>
      </dgm:t>
    </dgm:pt>
    <dgm:pt modelId="{9055F739-2EE3-4E52-9FDB-1160D1225BF7}">
      <dgm:prSet/>
      <dgm:spPr/>
      <dgm:t>
        <a:bodyPr/>
        <a:lstStyle/>
        <a:p>
          <a:r>
            <a:rPr lang="en-US"/>
            <a:t>Bias</a:t>
          </a:r>
        </a:p>
      </dgm:t>
    </dgm:pt>
    <dgm:pt modelId="{CE402621-E2C8-4904-BE90-DBB9D81F65ED}" type="parTrans" cxnId="{7E28063C-70BE-4E8A-8CD7-42323D91A5AE}">
      <dgm:prSet/>
      <dgm:spPr/>
      <dgm:t>
        <a:bodyPr/>
        <a:lstStyle/>
        <a:p>
          <a:endParaRPr lang="en-US"/>
        </a:p>
      </dgm:t>
    </dgm:pt>
    <dgm:pt modelId="{2C34CF8E-7B39-4F34-9D75-581A97B95AD3}" type="sibTrans" cxnId="{7E28063C-70BE-4E8A-8CD7-42323D91A5AE}">
      <dgm:prSet/>
      <dgm:spPr/>
      <dgm:t>
        <a:bodyPr/>
        <a:lstStyle/>
        <a:p>
          <a:endParaRPr lang="en-US"/>
        </a:p>
      </dgm:t>
    </dgm:pt>
    <dgm:pt modelId="{BD130F57-8F92-4A96-8183-E3A075D1B95C}">
      <dgm:prSet/>
      <dgm:spPr/>
      <dgm:t>
        <a:bodyPr/>
        <a:lstStyle/>
        <a:p>
          <a:r>
            <a:rPr lang="en-US"/>
            <a:t>Overfitting</a:t>
          </a:r>
        </a:p>
      </dgm:t>
    </dgm:pt>
    <dgm:pt modelId="{D8956683-DCBD-4B5E-A936-AA9983FE2673}" type="parTrans" cxnId="{E388F9CB-92FE-4C03-ABCD-DF8921ED2E3A}">
      <dgm:prSet/>
      <dgm:spPr/>
      <dgm:t>
        <a:bodyPr/>
        <a:lstStyle/>
        <a:p>
          <a:endParaRPr lang="en-US"/>
        </a:p>
      </dgm:t>
    </dgm:pt>
    <dgm:pt modelId="{7A6C0FAA-09AA-4BB7-B3A2-8D653952E95B}" type="sibTrans" cxnId="{E388F9CB-92FE-4C03-ABCD-DF8921ED2E3A}">
      <dgm:prSet/>
      <dgm:spPr/>
      <dgm:t>
        <a:bodyPr/>
        <a:lstStyle/>
        <a:p>
          <a:endParaRPr lang="en-US"/>
        </a:p>
      </dgm:t>
    </dgm:pt>
    <dgm:pt modelId="{AF90D9A9-C936-4590-A7DD-A7258FF3A7ED}">
      <dgm:prSet/>
      <dgm:spPr/>
      <dgm:t>
        <a:bodyPr/>
        <a:lstStyle/>
        <a:p>
          <a:r>
            <a:rPr lang="en-US"/>
            <a:t>Explainability</a:t>
          </a:r>
        </a:p>
      </dgm:t>
    </dgm:pt>
    <dgm:pt modelId="{1127A146-4A00-4664-BAD2-390114BF3077}" type="parTrans" cxnId="{113EB08B-8444-489E-B556-0961C0CF4D0D}">
      <dgm:prSet/>
      <dgm:spPr/>
      <dgm:t>
        <a:bodyPr/>
        <a:lstStyle/>
        <a:p>
          <a:endParaRPr lang="en-US"/>
        </a:p>
      </dgm:t>
    </dgm:pt>
    <dgm:pt modelId="{E778ECBE-23F4-4414-8E6D-EACE410561E9}" type="sibTrans" cxnId="{113EB08B-8444-489E-B556-0961C0CF4D0D}">
      <dgm:prSet/>
      <dgm:spPr/>
      <dgm:t>
        <a:bodyPr/>
        <a:lstStyle/>
        <a:p>
          <a:endParaRPr lang="en-US"/>
        </a:p>
      </dgm:t>
    </dgm:pt>
    <dgm:pt modelId="{7429701C-FE56-44D5-992D-C4ECFC07E76B}">
      <dgm:prSet/>
      <dgm:spPr/>
      <dgm:t>
        <a:bodyPr/>
        <a:lstStyle/>
        <a:p>
          <a:r>
            <a:rPr lang="en-US"/>
            <a:t>Ethics</a:t>
          </a:r>
        </a:p>
      </dgm:t>
    </dgm:pt>
    <dgm:pt modelId="{06437DB0-C69D-4E51-8050-38A694EE29FF}" type="parTrans" cxnId="{E7119559-D54F-40CC-B9E2-FEBCE88755AF}">
      <dgm:prSet/>
      <dgm:spPr/>
      <dgm:t>
        <a:bodyPr/>
        <a:lstStyle/>
        <a:p>
          <a:endParaRPr lang="en-US"/>
        </a:p>
      </dgm:t>
    </dgm:pt>
    <dgm:pt modelId="{F90A785A-AD10-428E-919D-80024840D9DF}" type="sibTrans" cxnId="{E7119559-D54F-40CC-B9E2-FEBCE88755AF}">
      <dgm:prSet/>
      <dgm:spPr/>
      <dgm:t>
        <a:bodyPr/>
        <a:lstStyle/>
        <a:p>
          <a:endParaRPr lang="en-US"/>
        </a:p>
      </dgm:t>
    </dgm:pt>
    <dgm:pt modelId="{616F92DF-1D9A-4FAE-98C4-55DC3A996665}" type="pres">
      <dgm:prSet presAssocID="{6F68E947-479B-4FA5-95EF-A3C2F2F3826B}" presName="linear" presStyleCnt="0">
        <dgm:presLayoutVars>
          <dgm:animLvl val="lvl"/>
          <dgm:resizeHandles val="exact"/>
        </dgm:presLayoutVars>
      </dgm:prSet>
      <dgm:spPr/>
    </dgm:pt>
    <dgm:pt modelId="{ECA1803B-2875-43E5-A84A-7EDF0161A6AD}" type="pres">
      <dgm:prSet presAssocID="{8FF527BA-142E-4786-89F1-CB47ABCD6B4A}" presName="parentText" presStyleLbl="node1" presStyleIdx="0" presStyleCnt="6">
        <dgm:presLayoutVars>
          <dgm:chMax val="0"/>
          <dgm:bulletEnabled val="1"/>
        </dgm:presLayoutVars>
      </dgm:prSet>
      <dgm:spPr/>
    </dgm:pt>
    <dgm:pt modelId="{8B00340F-8445-40BE-8893-9075AD39A3BF}" type="pres">
      <dgm:prSet presAssocID="{595EC2A1-164A-4973-B95E-CFCC79D1A4B4}" presName="spacer" presStyleCnt="0"/>
      <dgm:spPr/>
    </dgm:pt>
    <dgm:pt modelId="{32DBF24B-EBB3-4D33-986E-659E15D752D2}" type="pres">
      <dgm:prSet presAssocID="{D0B77ECA-67A6-4AB3-93C8-D7B7F57412BD}" presName="parentText" presStyleLbl="node1" presStyleIdx="1" presStyleCnt="6">
        <dgm:presLayoutVars>
          <dgm:chMax val="0"/>
          <dgm:bulletEnabled val="1"/>
        </dgm:presLayoutVars>
      </dgm:prSet>
      <dgm:spPr/>
    </dgm:pt>
    <dgm:pt modelId="{FCBBB69C-214A-4D98-A570-07F37D2DF3DC}" type="pres">
      <dgm:prSet presAssocID="{40514575-648D-4290-97D3-A4F5F023FD41}" presName="spacer" presStyleCnt="0"/>
      <dgm:spPr/>
    </dgm:pt>
    <dgm:pt modelId="{9A04BD25-0476-46A9-AC6F-91F0AD1B925F}" type="pres">
      <dgm:prSet presAssocID="{9055F739-2EE3-4E52-9FDB-1160D1225BF7}" presName="parentText" presStyleLbl="node1" presStyleIdx="2" presStyleCnt="6">
        <dgm:presLayoutVars>
          <dgm:chMax val="0"/>
          <dgm:bulletEnabled val="1"/>
        </dgm:presLayoutVars>
      </dgm:prSet>
      <dgm:spPr/>
    </dgm:pt>
    <dgm:pt modelId="{5A64302F-29B5-4D88-AC13-0005D59BA918}" type="pres">
      <dgm:prSet presAssocID="{2C34CF8E-7B39-4F34-9D75-581A97B95AD3}" presName="spacer" presStyleCnt="0"/>
      <dgm:spPr/>
    </dgm:pt>
    <dgm:pt modelId="{815F8618-239C-4447-B721-7D905D3F680D}" type="pres">
      <dgm:prSet presAssocID="{BD130F57-8F92-4A96-8183-E3A075D1B95C}" presName="parentText" presStyleLbl="node1" presStyleIdx="3" presStyleCnt="6">
        <dgm:presLayoutVars>
          <dgm:chMax val="0"/>
          <dgm:bulletEnabled val="1"/>
        </dgm:presLayoutVars>
      </dgm:prSet>
      <dgm:spPr/>
    </dgm:pt>
    <dgm:pt modelId="{21F867A2-C8DB-4FFE-A37B-6C593B19F8FF}" type="pres">
      <dgm:prSet presAssocID="{7A6C0FAA-09AA-4BB7-B3A2-8D653952E95B}" presName="spacer" presStyleCnt="0"/>
      <dgm:spPr/>
    </dgm:pt>
    <dgm:pt modelId="{497F2AE9-BBCF-4B4A-B3A9-BE085F2696F6}" type="pres">
      <dgm:prSet presAssocID="{AF90D9A9-C936-4590-A7DD-A7258FF3A7ED}" presName="parentText" presStyleLbl="node1" presStyleIdx="4" presStyleCnt="6">
        <dgm:presLayoutVars>
          <dgm:chMax val="0"/>
          <dgm:bulletEnabled val="1"/>
        </dgm:presLayoutVars>
      </dgm:prSet>
      <dgm:spPr/>
    </dgm:pt>
    <dgm:pt modelId="{9454028C-2243-4E34-A25E-370E7DBB5392}" type="pres">
      <dgm:prSet presAssocID="{E778ECBE-23F4-4414-8E6D-EACE410561E9}" presName="spacer" presStyleCnt="0"/>
      <dgm:spPr/>
    </dgm:pt>
    <dgm:pt modelId="{BC01A3C8-4AD7-4EAE-A370-E9D7E9792266}" type="pres">
      <dgm:prSet presAssocID="{7429701C-FE56-44D5-992D-C4ECFC07E76B}" presName="parentText" presStyleLbl="node1" presStyleIdx="5" presStyleCnt="6">
        <dgm:presLayoutVars>
          <dgm:chMax val="0"/>
          <dgm:bulletEnabled val="1"/>
        </dgm:presLayoutVars>
      </dgm:prSet>
      <dgm:spPr/>
    </dgm:pt>
  </dgm:ptLst>
  <dgm:cxnLst>
    <dgm:cxn modelId="{AE2B9E1C-488A-4411-81ED-4744BF56C1F6}" type="presOf" srcId="{6F68E947-479B-4FA5-95EF-A3C2F2F3826B}" destId="{616F92DF-1D9A-4FAE-98C4-55DC3A996665}" srcOrd="0" destOrd="0" presId="urn:microsoft.com/office/officeart/2005/8/layout/vList2"/>
    <dgm:cxn modelId="{CD182121-6482-46FE-8FC9-DC8C392A7B38}" type="presOf" srcId="{7429701C-FE56-44D5-992D-C4ECFC07E76B}" destId="{BC01A3C8-4AD7-4EAE-A370-E9D7E9792266}" srcOrd="0" destOrd="0" presId="urn:microsoft.com/office/officeart/2005/8/layout/vList2"/>
    <dgm:cxn modelId="{7E28063C-70BE-4E8A-8CD7-42323D91A5AE}" srcId="{6F68E947-479B-4FA5-95EF-A3C2F2F3826B}" destId="{9055F739-2EE3-4E52-9FDB-1160D1225BF7}" srcOrd="2" destOrd="0" parTransId="{CE402621-E2C8-4904-BE90-DBB9D81F65ED}" sibTransId="{2C34CF8E-7B39-4F34-9D75-581A97B95AD3}"/>
    <dgm:cxn modelId="{A42F6561-E1B4-4746-837A-5F3DE8FB8B0E}" type="presOf" srcId="{D0B77ECA-67A6-4AB3-93C8-D7B7F57412BD}" destId="{32DBF24B-EBB3-4D33-986E-659E15D752D2}" srcOrd="0" destOrd="0" presId="urn:microsoft.com/office/officeart/2005/8/layout/vList2"/>
    <dgm:cxn modelId="{F9DC7967-73DE-471A-BFBE-C68536D3D4A8}" type="presOf" srcId="{AF90D9A9-C936-4590-A7DD-A7258FF3A7ED}" destId="{497F2AE9-BBCF-4B4A-B3A9-BE085F2696F6}" srcOrd="0" destOrd="0" presId="urn:microsoft.com/office/officeart/2005/8/layout/vList2"/>
    <dgm:cxn modelId="{F5EA5E50-5743-412D-8A93-F55D39CC6257}" type="presOf" srcId="{BD130F57-8F92-4A96-8183-E3A075D1B95C}" destId="{815F8618-239C-4447-B721-7D905D3F680D}" srcOrd="0" destOrd="0" presId="urn:microsoft.com/office/officeart/2005/8/layout/vList2"/>
    <dgm:cxn modelId="{D9CFE052-A671-47DE-A0FB-32B4549ADA13}" type="presOf" srcId="{9055F739-2EE3-4E52-9FDB-1160D1225BF7}" destId="{9A04BD25-0476-46A9-AC6F-91F0AD1B925F}" srcOrd="0" destOrd="0" presId="urn:microsoft.com/office/officeart/2005/8/layout/vList2"/>
    <dgm:cxn modelId="{E7119559-D54F-40CC-B9E2-FEBCE88755AF}" srcId="{6F68E947-479B-4FA5-95EF-A3C2F2F3826B}" destId="{7429701C-FE56-44D5-992D-C4ECFC07E76B}" srcOrd="5" destOrd="0" parTransId="{06437DB0-C69D-4E51-8050-38A694EE29FF}" sibTransId="{F90A785A-AD10-428E-919D-80024840D9DF}"/>
    <dgm:cxn modelId="{113EB08B-8444-489E-B556-0961C0CF4D0D}" srcId="{6F68E947-479B-4FA5-95EF-A3C2F2F3826B}" destId="{AF90D9A9-C936-4590-A7DD-A7258FF3A7ED}" srcOrd="4" destOrd="0" parTransId="{1127A146-4A00-4664-BAD2-390114BF3077}" sibTransId="{E778ECBE-23F4-4414-8E6D-EACE410561E9}"/>
    <dgm:cxn modelId="{C100008D-D98C-4D1C-A225-591BEA1B87C4}" type="presOf" srcId="{8FF527BA-142E-4786-89F1-CB47ABCD6B4A}" destId="{ECA1803B-2875-43E5-A84A-7EDF0161A6AD}" srcOrd="0" destOrd="0" presId="urn:microsoft.com/office/officeart/2005/8/layout/vList2"/>
    <dgm:cxn modelId="{E388F9CB-92FE-4C03-ABCD-DF8921ED2E3A}" srcId="{6F68E947-479B-4FA5-95EF-A3C2F2F3826B}" destId="{BD130F57-8F92-4A96-8183-E3A075D1B95C}" srcOrd="3" destOrd="0" parTransId="{D8956683-DCBD-4B5E-A936-AA9983FE2673}" sibTransId="{7A6C0FAA-09AA-4BB7-B3A2-8D653952E95B}"/>
    <dgm:cxn modelId="{731577F9-585E-49AE-B5A9-BCEF61764650}" srcId="{6F68E947-479B-4FA5-95EF-A3C2F2F3826B}" destId="{D0B77ECA-67A6-4AB3-93C8-D7B7F57412BD}" srcOrd="1" destOrd="0" parTransId="{88DBFF0D-C601-44E1-B302-0EE0D3F5EEBA}" sibTransId="{40514575-648D-4290-97D3-A4F5F023FD41}"/>
    <dgm:cxn modelId="{88780CDB-390A-4283-94E6-0B3EA446179E}" srcId="{6F68E947-479B-4FA5-95EF-A3C2F2F3826B}" destId="{8FF527BA-142E-4786-89F1-CB47ABCD6B4A}" srcOrd="0" destOrd="0" parTransId="{6D5B355A-CF6C-4FCD-8B16-135140D40C06}" sibTransId="{595EC2A1-164A-4973-B95E-CFCC79D1A4B4}"/>
    <dgm:cxn modelId="{E0F45530-EEF9-41E1-B40E-7D4A9C6DAA34}" type="presParOf" srcId="{616F92DF-1D9A-4FAE-98C4-55DC3A996665}" destId="{ECA1803B-2875-43E5-A84A-7EDF0161A6AD}" srcOrd="0" destOrd="0" presId="urn:microsoft.com/office/officeart/2005/8/layout/vList2"/>
    <dgm:cxn modelId="{A64648AC-CAAB-4BF3-9C96-D2D0671D2AB4}" type="presParOf" srcId="{616F92DF-1D9A-4FAE-98C4-55DC3A996665}" destId="{8B00340F-8445-40BE-8893-9075AD39A3BF}" srcOrd="1" destOrd="0" presId="urn:microsoft.com/office/officeart/2005/8/layout/vList2"/>
    <dgm:cxn modelId="{F3E023AF-C882-48F5-8CA7-1DDB2E929FA2}" type="presParOf" srcId="{616F92DF-1D9A-4FAE-98C4-55DC3A996665}" destId="{32DBF24B-EBB3-4D33-986E-659E15D752D2}" srcOrd="2" destOrd="0" presId="urn:microsoft.com/office/officeart/2005/8/layout/vList2"/>
    <dgm:cxn modelId="{561AF39C-0F38-4554-A366-F1795BF6E60D}" type="presParOf" srcId="{616F92DF-1D9A-4FAE-98C4-55DC3A996665}" destId="{FCBBB69C-214A-4D98-A570-07F37D2DF3DC}" srcOrd="3" destOrd="0" presId="urn:microsoft.com/office/officeart/2005/8/layout/vList2"/>
    <dgm:cxn modelId="{490A650F-72BE-454D-9E7B-0C862F0E48B2}" type="presParOf" srcId="{616F92DF-1D9A-4FAE-98C4-55DC3A996665}" destId="{9A04BD25-0476-46A9-AC6F-91F0AD1B925F}" srcOrd="4" destOrd="0" presId="urn:microsoft.com/office/officeart/2005/8/layout/vList2"/>
    <dgm:cxn modelId="{D6703550-E8E5-429D-B31B-A12A2F0E0746}" type="presParOf" srcId="{616F92DF-1D9A-4FAE-98C4-55DC3A996665}" destId="{5A64302F-29B5-4D88-AC13-0005D59BA918}" srcOrd="5" destOrd="0" presId="urn:microsoft.com/office/officeart/2005/8/layout/vList2"/>
    <dgm:cxn modelId="{658C4212-EFDA-462D-BCA7-97855798249B}" type="presParOf" srcId="{616F92DF-1D9A-4FAE-98C4-55DC3A996665}" destId="{815F8618-239C-4447-B721-7D905D3F680D}" srcOrd="6" destOrd="0" presId="urn:microsoft.com/office/officeart/2005/8/layout/vList2"/>
    <dgm:cxn modelId="{0514546C-58C0-4780-9B0F-AB01AE09545D}" type="presParOf" srcId="{616F92DF-1D9A-4FAE-98C4-55DC3A996665}" destId="{21F867A2-C8DB-4FFE-A37B-6C593B19F8FF}" srcOrd="7" destOrd="0" presId="urn:microsoft.com/office/officeart/2005/8/layout/vList2"/>
    <dgm:cxn modelId="{38B808A7-ECEE-402B-868C-0D64F85DE229}" type="presParOf" srcId="{616F92DF-1D9A-4FAE-98C4-55DC3A996665}" destId="{497F2AE9-BBCF-4B4A-B3A9-BE085F2696F6}" srcOrd="8" destOrd="0" presId="urn:microsoft.com/office/officeart/2005/8/layout/vList2"/>
    <dgm:cxn modelId="{DDC35B0C-5C00-493B-A200-44EF6BB6EF35}" type="presParOf" srcId="{616F92DF-1D9A-4FAE-98C4-55DC3A996665}" destId="{9454028C-2243-4E34-A25E-370E7DBB5392}" srcOrd="9" destOrd="0" presId="urn:microsoft.com/office/officeart/2005/8/layout/vList2"/>
    <dgm:cxn modelId="{14D40235-23D9-4073-9624-164910524B49}" type="presParOf" srcId="{616F92DF-1D9A-4FAE-98C4-55DC3A996665}" destId="{BC01A3C8-4AD7-4EAE-A370-E9D7E9792266}"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0728C7-1727-4C1C-8A0B-A13E5B9B900E}"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EBE3072-26B6-4887-AA14-F31432178249}">
      <dgm:prSet/>
      <dgm:spPr/>
      <dgm:t>
        <a:bodyPr/>
        <a:lstStyle/>
        <a:p>
          <a:r>
            <a:rPr lang="en-US"/>
            <a:t>Title: Next: Deep Learning</a:t>
          </a:r>
        </a:p>
      </dgm:t>
    </dgm:pt>
    <dgm:pt modelId="{B2A6A26A-03F5-4DD5-A020-57B74E0CFB11}" type="parTrans" cxnId="{576AC49D-E61C-453C-9673-47CFDCBF3E5A}">
      <dgm:prSet/>
      <dgm:spPr/>
      <dgm:t>
        <a:bodyPr/>
        <a:lstStyle/>
        <a:p>
          <a:endParaRPr lang="en-US"/>
        </a:p>
      </dgm:t>
    </dgm:pt>
    <dgm:pt modelId="{5E4C69D0-9C15-4B2F-AE37-D252A3933C46}" type="sibTrans" cxnId="{576AC49D-E61C-453C-9673-47CFDCBF3E5A}">
      <dgm:prSet/>
      <dgm:spPr/>
      <dgm:t>
        <a:bodyPr/>
        <a:lstStyle/>
        <a:p>
          <a:endParaRPr lang="en-US"/>
        </a:p>
      </dgm:t>
    </dgm:pt>
    <dgm:pt modelId="{A68E978F-CC7B-4533-9F44-BE691FF34E72}">
      <dgm:prSet/>
      <dgm:spPr/>
      <dgm:t>
        <a:bodyPr/>
        <a:lstStyle/>
        <a:p>
          <a:r>
            <a:rPr lang="en-US"/>
            <a:t>Subtitle: Going deeper into neural networks</a:t>
          </a:r>
        </a:p>
      </dgm:t>
    </dgm:pt>
    <dgm:pt modelId="{77670043-0C3D-4B48-8562-2F6E9FF49F54}" type="parTrans" cxnId="{FD4C8603-21B5-4213-9FC0-F682669292AA}">
      <dgm:prSet/>
      <dgm:spPr/>
      <dgm:t>
        <a:bodyPr/>
        <a:lstStyle/>
        <a:p>
          <a:endParaRPr lang="en-US"/>
        </a:p>
      </dgm:t>
    </dgm:pt>
    <dgm:pt modelId="{B67FC468-3FCB-47EB-9740-5910763F4BE0}" type="sibTrans" cxnId="{FD4C8603-21B5-4213-9FC0-F682669292AA}">
      <dgm:prSet/>
      <dgm:spPr/>
      <dgm:t>
        <a:bodyPr/>
        <a:lstStyle/>
        <a:p>
          <a:endParaRPr lang="en-US"/>
        </a:p>
      </dgm:t>
    </dgm:pt>
    <dgm:pt modelId="{CCCE7B68-041D-4A1F-A0BD-7EF82E67667A}" type="pres">
      <dgm:prSet presAssocID="{1F0728C7-1727-4C1C-8A0B-A13E5B9B900E}" presName="hierChild1" presStyleCnt="0">
        <dgm:presLayoutVars>
          <dgm:chPref val="1"/>
          <dgm:dir/>
          <dgm:animOne val="branch"/>
          <dgm:animLvl val="lvl"/>
          <dgm:resizeHandles/>
        </dgm:presLayoutVars>
      </dgm:prSet>
      <dgm:spPr/>
    </dgm:pt>
    <dgm:pt modelId="{F373415B-6A10-4240-8422-002AA92F0C93}" type="pres">
      <dgm:prSet presAssocID="{FEBE3072-26B6-4887-AA14-F31432178249}" presName="hierRoot1" presStyleCnt="0"/>
      <dgm:spPr/>
    </dgm:pt>
    <dgm:pt modelId="{6088A8B8-EFBB-49E0-8208-29583FD0A65E}" type="pres">
      <dgm:prSet presAssocID="{FEBE3072-26B6-4887-AA14-F31432178249}" presName="composite" presStyleCnt="0"/>
      <dgm:spPr/>
    </dgm:pt>
    <dgm:pt modelId="{62886A94-4F1E-43F2-950B-D727E6309B9C}" type="pres">
      <dgm:prSet presAssocID="{FEBE3072-26B6-4887-AA14-F31432178249}" presName="background" presStyleLbl="node0" presStyleIdx="0" presStyleCnt="2"/>
      <dgm:spPr/>
    </dgm:pt>
    <dgm:pt modelId="{1DC3E650-3478-4756-9387-457FC984C46F}" type="pres">
      <dgm:prSet presAssocID="{FEBE3072-26B6-4887-AA14-F31432178249}" presName="text" presStyleLbl="fgAcc0" presStyleIdx="0" presStyleCnt="2">
        <dgm:presLayoutVars>
          <dgm:chPref val="3"/>
        </dgm:presLayoutVars>
      </dgm:prSet>
      <dgm:spPr/>
    </dgm:pt>
    <dgm:pt modelId="{F80B638A-0A4C-4259-8EAB-797A1F006BD1}" type="pres">
      <dgm:prSet presAssocID="{FEBE3072-26B6-4887-AA14-F31432178249}" presName="hierChild2" presStyleCnt="0"/>
      <dgm:spPr/>
    </dgm:pt>
    <dgm:pt modelId="{16207B5D-EA06-4317-8657-907E057D7D81}" type="pres">
      <dgm:prSet presAssocID="{A68E978F-CC7B-4533-9F44-BE691FF34E72}" presName="hierRoot1" presStyleCnt="0"/>
      <dgm:spPr/>
    </dgm:pt>
    <dgm:pt modelId="{696D7DE4-F846-4272-8990-EBF0922A3AC9}" type="pres">
      <dgm:prSet presAssocID="{A68E978F-CC7B-4533-9F44-BE691FF34E72}" presName="composite" presStyleCnt="0"/>
      <dgm:spPr/>
    </dgm:pt>
    <dgm:pt modelId="{11BDFD60-532A-4364-96D3-E5D3C7CAC7AF}" type="pres">
      <dgm:prSet presAssocID="{A68E978F-CC7B-4533-9F44-BE691FF34E72}" presName="background" presStyleLbl="node0" presStyleIdx="1" presStyleCnt="2"/>
      <dgm:spPr/>
    </dgm:pt>
    <dgm:pt modelId="{A70DCC46-F6FB-4C54-972E-CFF8680C2B45}" type="pres">
      <dgm:prSet presAssocID="{A68E978F-CC7B-4533-9F44-BE691FF34E72}" presName="text" presStyleLbl="fgAcc0" presStyleIdx="1" presStyleCnt="2">
        <dgm:presLayoutVars>
          <dgm:chPref val="3"/>
        </dgm:presLayoutVars>
      </dgm:prSet>
      <dgm:spPr/>
    </dgm:pt>
    <dgm:pt modelId="{780C9992-EEA9-4704-9197-C7D3E1D3CEC9}" type="pres">
      <dgm:prSet presAssocID="{A68E978F-CC7B-4533-9F44-BE691FF34E72}" presName="hierChild2" presStyleCnt="0"/>
      <dgm:spPr/>
    </dgm:pt>
  </dgm:ptLst>
  <dgm:cxnLst>
    <dgm:cxn modelId="{FD4C8603-21B5-4213-9FC0-F682669292AA}" srcId="{1F0728C7-1727-4C1C-8A0B-A13E5B9B900E}" destId="{A68E978F-CC7B-4533-9F44-BE691FF34E72}" srcOrd="1" destOrd="0" parTransId="{77670043-0C3D-4B48-8562-2F6E9FF49F54}" sibTransId="{B67FC468-3FCB-47EB-9740-5910763F4BE0}"/>
    <dgm:cxn modelId="{7F66E40D-9489-4056-A37D-16094C544951}" type="presOf" srcId="{1F0728C7-1727-4C1C-8A0B-A13E5B9B900E}" destId="{CCCE7B68-041D-4A1F-A0BD-7EF82E67667A}" srcOrd="0" destOrd="0" presId="urn:microsoft.com/office/officeart/2005/8/layout/hierarchy1"/>
    <dgm:cxn modelId="{576AC49D-E61C-453C-9673-47CFDCBF3E5A}" srcId="{1F0728C7-1727-4C1C-8A0B-A13E5B9B900E}" destId="{FEBE3072-26B6-4887-AA14-F31432178249}" srcOrd="0" destOrd="0" parTransId="{B2A6A26A-03F5-4DD5-A020-57B74E0CFB11}" sibTransId="{5E4C69D0-9C15-4B2F-AE37-D252A3933C46}"/>
    <dgm:cxn modelId="{1F1E6FDF-3861-4A93-A5FA-5569C664A2D0}" type="presOf" srcId="{A68E978F-CC7B-4533-9F44-BE691FF34E72}" destId="{A70DCC46-F6FB-4C54-972E-CFF8680C2B45}" srcOrd="0" destOrd="0" presId="urn:microsoft.com/office/officeart/2005/8/layout/hierarchy1"/>
    <dgm:cxn modelId="{FE137EFF-724C-4889-83A3-940898FFE1AD}" type="presOf" srcId="{FEBE3072-26B6-4887-AA14-F31432178249}" destId="{1DC3E650-3478-4756-9387-457FC984C46F}" srcOrd="0" destOrd="0" presId="urn:microsoft.com/office/officeart/2005/8/layout/hierarchy1"/>
    <dgm:cxn modelId="{6AFA17E5-CA08-47A2-8992-DB0EA6C56BBC}" type="presParOf" srcId="{CCCE7B68-041D-4A1F-A0BD-7EF82E67667A}" destId="{F373415B-6A10-4240-8422-002AA92F0C93}" srcOrd="0" destOrd="0" presId="urn:microsoft.com/office/officeart/2005/8/layout/hierarchy1"/>
    <dgm:cxn modelId="{0B27E2CF-8E2D-4B0B-9C10-CB21B83C24D0}" type="presParOf" srcId="{F373415B-6A10-4240-8422-002AA92F0C93}" destId="{6088A8B8-EFBB-49E0-8208-29583FD0A65E}" srcOrd="0" destOrd="0" presId="urn:microsoft.com/office/officeart/2005/8/layout/hierarchy1"/>
    <dgm:cxn modelId="{03C070E0-1D39-4E25-91FA-A3535F3D7193}" type="presParOf" srcId="{6088A8B8-EFBB-49E0-8208-29583FD0A65E}" destId="{62886A94-4F1E-43F2-950B-D727E6309B9C}" srcOrd="0" destOrd="0" presId="urn:microsoft.com/office/officeart/2005/8/layout/hierarchy1"/>
    <dgm:cxn modelId="{602DFEB0-E015-4CFA-99E3-332280289619}" type="presParOf" srcId="{6088A8B8-EFBB-49E0-8208-29583FD0A65E}" destId="{1DC3E650-3478-4756-9387-457FC984C46F}" srcOrd="1" destOrd="0" presId="urn:microsoft.com/office/officeart/2005/8/layout/hierarchy1"/>
    <dgm:cxn modelId="{4DB3C9B5-CCFC-4D4A-9AA4-D667AFCD40BD}" type="presParOf" srcId="{F373415B-6A10-4240-8422-002AA92F0C93}" destId="{F80B638A-0A4C-4259-8EAB-797A1F006BD1}" srcOrd="1" destOrd="0" presId="urn:microsoft.com/office/officeart/2005/8/layout/hierarchy1"/>
    <dgm:cxn modelId="{66C4B89C-128C-42D9-A33D-A5C3DDC41837}" type="presParOf" srcId="{CCCE7B68-041D-4A1F-A0BD-7EF82E67667A}" destId="{16207B5D-EA06-4317-8657-907E057D7D81}" srcOrd="1" destOrd="0" presId="urn:microsoft.com/office/officeart/2005/8/layout/hierarchy1"/>
    <dgm:cxn modelId="{79843C54-B106-4DA9-8782-069BA54DC7DB}" type="presParOf" srcId="{16207B5D-EA06-4317-8657-907E057D7D81}" destId="{696D7DE4-F846-4272-8990-EBF0922A3AC9}" srcOrd="0" destOrd="0" presId="urn:microsoft.com/office/officeart/2005/8/layout/hierarchy1"/>
    <dgm:cxn modelId="{F0A4AF30-2BE7-4CF0-9CA8-E698EBCBA62F}" type="presParOf" srcId="{696D7DE4-F846-4272-8990-EBF0922A3AC9}" destId="{11BDFD60-532A-4364-96D3-E5D3C7CAC7AF}" srcOrd="0" destOrd="0" presId="urn:microsoft.com/office/officeart/2005/8/layout/hierarchy1"/>
    <dgm:cxn modelId="{F3CFA211-AE5A-4E7F-9397-72C2CB7E9739}" type="presParOf" srcId="{696D7DE4-F846-4272-8990-EBF0922A3AC9}" destId="{A70DCC46-F6FB-4C54-972E-CFF8680C2B45}" srcOrd="1" destOrd="0" presId="urn:microsoft.com/office/officeart/2005/8/layout/hierarchy1"/>
    <dgm:cxn modelId="{7627F2D1-E58C-4697-9F44-07F8D2465E59}" type="presParOf" srcId="{16207B5D-EA06-4317-8657-907E057D7D81}" destId="{780C9992-EEA9-4704-9197-C7D3E1D3CEC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5910D-EB12-4CDF-B693-EA9757166831}">
      <dsp:nvSpPr>
        <dsp:cNvPr id="0" name=""/>
        <dsp:cNvSpPr/>
      </dsp:nvSpPr>
      <dsp:spPr>
        <a:xfrm>
          <a:off x="0" y="573683"/>
          <a:ext cx="2464593" cy="147875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Benefits:</a:t>
          </a:r>
        </a:p>
      </dsp:txBody>
      <dsp:txXfrm>
        <a:off x="0" y="573683"/>
        <a:ext cx="2464593" cy="1478756"/>
      </dsp:txXfrm>
    </dsp:sp>
    <dsp:sp modelId="{E4DF86ED-39F2-4003-ADB9-12F52E96F39D}">
      <dsp:nvSpPr>
        <dsp:cNvPr id="0" name=""/>
        <dsp:cNvSpPr/>
      </dsp:nvSpPr>
      <dsp:spPr>
        <a:xfrm>
          <a:off x="2711053" y="573683"/>
          <a:ext cx="2464593" cy="1478756"/>
        </a:xfrm>
        <a:prstGeom prst="rect">
          <a:avLst/>
        </a:prstGeom>
        <a:solidFill>
          <a:schemeClr val="accent2">
            <a:hueOff val="1170380"/>
            <a:satOff val="-1460"/>
            <a:lumOff val="34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Automation</a:t>
          </a:r>
        </a:p>
      </dsp:txBody>
      <dsp:txXfrm>
        <a:off x="2711053" y="573683"/>
        <a:ext cx="2464593" cy="1478756"/>
      </dsp:txXfrm>
    </dsp:sp>
    <dsp:sp modelId="{F62E7001-3974-48CD-8AE2-61937A43C6D7}">
      <dsp:nvSpPr>
        <dsp:cNvPr id="0" name=""/>
        <dsp:cNvSpPr/>
      </dsp:nvSpPr>
      <dsp:spPr>
        <a:xfrm>
          <a:off x="5422106" y="573683"/>
          <a:ext cx="2464593" cy="1478756"/>
        </a:xfrm>
        <a:prstGeom prst="rect">
          <a:avLst/>
        </a:prstGeom>
        <a:solidFill>
          <a:schemeClr val="accent2">
            <a:hueOff val="2340759"/>
            <a:satOff val="-2919"/>
            <a:lumOff val="68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Accuracy</a:t>
          </a:r>
        </a:p>
      </dsp:txBody>
      <dsp:txXfrm>
        <a:off x="5422106" y="573683"/>
        <a:ext cx="2464593" cy="1478756"/>
      </dsp:txXfrm>
    </dsp:sp>
    <dsp:sp modelId="{BCE71CEF-AD74-4191-AC0D-11CCD2941E47}">
      <dsp:nvSpPr>
        <dsp:cNvPr id="0" name=""/>
        <dsp:cNvSpPr/>
      </dsp:nvSpPr>
      <dsp:spPr>
        <a:xfrm>
          <a:off x="1355526" y="2298898"/>
          <a:ext cx="2464593" cy="1478756"/>
        </a:xfrm>
        <a:prstGeom prst="rect">
          <a:avLst/>
        </a:prstGeom>
        <a:solidFill>
          <a:schemeClr val="accent2">
            <a:hueOff val="3511139"/>
            <a:satOff val="-4379"/>
            <a:lumOff val="103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Scalability</a:t>
          </a:r>
        </a:p>
      </dsp:txBody>
      <dsp:txXfrm>
        <a:off x="1355526" y="2298898"/>
        <a:ext cx="2464593" cy="1478756"/>
      </dsp:txXfrm>
    </dsp:sp>
    <dsp:sp modelId="{48713BB9-5E64-4EEB-9283-C67B33B9C1EA}">
      <dsp:nvSpPr>
        <dsp:cNvPr id="0" name=""/>
        <dsp:cNvSpPr/>
      </dsp:nvSpPr>
      <dsp:spPr>
        <a:xfrm>
          <a:off x="4066579" y="2298898"/>
          <a:ext cx="2464593" cy="1478756"/>
        </a:xfrm>
        <a:prstGeom prst="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Personalization</a:t>
          </a:r>
        </a:p>
      </dsp:txBody>
      <dsp:txXfrm>
        <a:off x="4066579" y="2298898"/>
        <a:ext cx="2464593" cy="1478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5980D-2806-461E-ABC5-971F94181763}">
      <dsp:nvSpPr>
        <dsp:cNvPr id="0" name=""/>
        <dsp:cNvSpPr/>
      </dsp:nvSpPr>
      <dsp:spPr>
        <a:xfrm>
          <a:off x="1225335" y="232297"/>
          <a:ext cx="1318570" cy="13185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497B78-36F1-4976-8324-B33E24B79C16}">
      <dsp:nvSpPr>
        <dsp:cNvPr id="0" name=""/>
        <dsp:cNvSpPr/>
      </dsp:nvSpPr>
      <dsp:spPr>
        <a:xfrm>
          <a:off x="949" y="1711181"/>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defRPr b="1"/>
          </a:pPr>
          <a:r>
            <a:rPr lang="en-US" sz="3000" b="1" kern="1200"/>
            <a:t>Email Spam Detection</a:t>
          </a:r>
          <a:endParaRPr lang="en-US" sz="3000" kern="1200"/>
        </a:p>
      </dsp:txBody>
      <dsp:txXfrm>
        <a:off x="949" y="1711181"/>
        <a:ext cx="3767343" cy="565101"/>
      </dsp:txXfrm>
    </dsp:sp>
    <dsp:sp modelId="{18B40AA9-04C4-42C1-A993-E79472751DA0}">
      <dsp:nvSpPr>
        <dsp:cNvPr id="0" name=""/>
        <dsp:cNvSpPr/>
      </dsp:nvSpPr>
      <dsp:spPr>
        <a:xfrm>
          <a:off x="949" y="2350846"/>
          <a:ext cx="3767343" cy="1609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Input</a:t>
          </a:r>
          <a:r>
            <a:rPr lang="en-US" sz="1700" kern="1200"/>
            <a:t>: Email content</a:t>
          </a:r>
        </a:p>
        <a:p>
          <a:pPr marL="0" lvl="0" indent="0" algn="ctr" defTabSz="755650">
            <a:lnSpc>
              <a:spcPct val="90000"/>
            </a:lnSpc>
            <a:spcBef>
              <a:spcPct val="0"/>
            </a:spcBef>
            <a:spcAft>
              <a:spcPct val="35000"/>
            </a:spcAft>
            <a:buNone/>
          </a:pPr>
          <a:r>
            <a:rPr lang="en-US" sz="1700" b="1" kern="1200"/>
            <a:t>Output</a:t>
          </a:r>
          <a:r>
            <a:rPr lang="en-US" sz="1700" kern="1200"/>
            <a:t>: "Spam" or "Not Spam"</a:t>
          </a:r>
        </a:p>
        <a:p>
          <a:pPr marL="0" lvl="0" indent="0" algn="ctr" defTabSz="755650">
            <a:lnSpc>
              <a:spcPct val="90000"/>
            </a:lnSpc>
            <a:spcBef>
              <a:spcPct val="0"/>
            </a:spcBef>
            <a:spcAft>
              <a:spcPct val="35000"/>
            </a:spcAft>
            <a:buNone/>
          </a:pPr>
          <a:r>
            <a:rPr lang="en-US" sz="1700" b="1" kern="1200"/>
            <a:t>Use Case</a:t>
          </a:r>
          <a:r>
            <a:rPr lang="en-US" sz="1700" kern="1200"/>
            <a:t>: Gmail and other email services use supervised models trained on labeled emails to filter spam.</a:t>
          </a:r>
        </a:p>
      </dsp:txBody>
      <dsp:txXfrm>
        <a:off x="949" y="2350846"/>
        <a:ext cx="3767343" cy="1609660"/>
      </dsp:txXfrm>
    </dsp:sp>
    <dsp:sp modelId="{95D2B382-7BF1-4349-A41A-A093FBBF87A6}">
      <dsp:nvSpPr>
        <dsp:cNvPr id="0" name=""/>
        <dsp:cNvSpPr/>
      </dsp:nvSpPr>
      <dsp:spPr>
        <a:xfrm>
          <a:off x="5651964" y="232297"/>
          <a:ext cx="1318570" cy="13185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BA3F56-3DF1-4F81-967F-5F614BCFB382}">
      <dsp:nvSpPr>
        <dsp:cNvPr id="0" name=""/>
        <dsp:cNvSpPr/>
      </dsp:nvSpPr>
      <dsp:spPr>
        <a:xfrm>
          <a:off x="4427578" y="1711181"/>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90000"/>
            </a:lnSpc>
            <a:spcBef>
              <a:spcPct val="0"/>
            </a:spcBef>
            <a:spcAft>
              <a:spcPct val="35000"/>
            </a:spcAft>
            <a:buNone/>
            <a:defRPr b="1"/>
          </a:pPr>
          <a:r>
            <a:rPr lang="en-US" sz="3000" b="1" kern="1200"/>
            <a:t>Loan Default Prediction</a:t>
          </a:r>
          <a:endParaRPr lang="en-US" sz="3000" kern="1200"/>
        </a:p>
      </dsp:txBody>
      <dsp:txXfrm>
        <a:off x="4427578" y="1711181"/>
        <a:ext cx="3767343" cy="565101"/>
      </dsp:txXfrm>
    </dsp:sp>
    <dsp:sp modelId="{0DF9011E-E6EB-48FD-B0BF-BBAC14595D41}">
      <dsp:nvSpPr>
        <dsp:cNvPr id="0" name=""/>
        <dsp:cNvSpPr/>
      </dsp:nvSpPr>
      <dsp:spPr>
        <a:xfrm>
          <a:off x="4427578" y="2350846"/>
          <a:ext cx="3767343" cy="1609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Input</a:t>
          </a:r>
          <a:r>
            <a:rPr lang="en-US" sz="1700" kern="1200"/>
            <a:t>: Customer financial data (income, credit score, etc.)</a:t>
          </a:r>
        </a:p>
        <a:p>
          <a:pPr marL="0" lvl="0" indent="0" algn="ctr" defTabSz="755650">
            <a:lnSpc>
              <a:spcPct val="90000"/>
            </a:lnSpc>
            <a:spcBef>
              <a:spcPct val="0"/>
            </a:spcBef>
            <a:spcAft>
              <a:spcPct val="35000"/>
            </a:spcAft>
            <a:buNone/>
          </a:pPr>
          <a:r>
            <a:rPr lang="en-US" sz="1700" b="1" kern="1200"/>
            <a:t>Output</a:t>
          </a:r>
          <a:r>
            <a:rPr lang="en-US" sz="1700" kern="1200"/>
            <a:t>: "Will Default" or "Will Not Default"</a:t>
          </a:r>
        </a:p>
        <a:p>
          <a:pPr marL="0" lvl="0" indent="0" algn="ctr" defTabSz="755650">
            <a:lnSpc>
              <a:spcPct val="90000"/>
            </a:lnSpc>
            <a:spcBef>
              <a:spcPct val="0"/>
            </a:spcBef>
            <a:spcAft>
              <a:spcPct val="35000"/>
            </a:spcAft>
            <a:buNone/>
          </a:pPr>
          <a:r>
            <a:rPr lang="en-US" sz="1700" b="1" kern="1200"/>
            <a:t>Use Case</a:t>
          </a:r>
          <a:r>
            <a:rPr lang="en-US" sz="1700" kern="1200"/>
            <a:t>: Banks use this to assess risk before approving loans.</a:t>
          </a:r>
        </a:p>
      </dsp:txBody>
      <dsp:txXfrm>
        <a:off x="4427578" y="2350846"/>
        <a:ext cx="3767343" cy="16096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5DA8C-51E7-4E93-AF52-7DE15F9D71D6}">
      <dsp:nvSpPr>
        <dsp:cNvPr id="0" name=""/>
        <dsp:cNvSpPr/>
      </dsp:nvSpPr>
      <dsp:spPr>
        <a:xfrm>
          <a:off x="588162" y="0"/>
          <a:ext cx="627050" cy="4706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7A8559-CA7F-4D0E-8EB7-7EF2A7B3EB5A}">
      <dsp:nvSpPr>
        <dsp:cNvPr id="0" name=""/>
        <dsp:cNvSpPr/>
      </dsp:nvSpPr>
      <dsp:spPr>
        <a:xfrm>
          <a:off x="5901" y="581801"/>
          <a:ext cx="1791573" cy="328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Customer Segmentation</a:t>
          </a:r>
          <a:endParaRPr lang="en-US" sz="1400" kern="1200"/>
        </a:p>
      </dsp:txBody>
      <dsp:txXfrm>
        <a:off x="5901" y="581801"/>
        <a:ext cx="1791573" cy="328084"/>
      </dsp:txXfrm>
    </dsp:sp>
    <dsp:sp modelId="{EB88899A-EB82-40F6-A28F-375BDBC7A784}">
      <dsp:nvSpPr>
        <dsp:cNvPr id="0" name=""/>
        <dsp:cNvSpPr/>
      </dsp:nvSpPr>
      <dsp:spPr>
        <a:xfrm>
          <a:off x="5901" y="961591"/>
          <a:ext cx="1791573" cy="248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1" kern="1200" dirty="0"/>
            <a:t>Input</a:t>
          </a:r>
          <a:r>
            <a:rPr lang="en-US" sz="1800" kern="1200" dirty="0"/>
            <a:t>: Purchase history, browsing behavior</a:t>
          </a:r>
        </a:p>
        <a:p>
          <a:pPr marL="0" lvl="0" indent="0" algn="ctr" defTabSz="800100">
            <a:lnSpc>
              <a:spcPct val="100000"/>
            </a:lnSpc>
            <a:spcBef>
              <a:spcPct val="0"/>
            </a:spcBef>
            <a:spcAft>
              <a:spcPct val="35000"/>
            </a:spcAft>
            <a:buNone/>
          </a:pPr>
          <a:r>
            <a:rPr lang="en-US" sz="1800" b="1" kern="1200" dirty="0"/>
            <a:t>Output</a:t>
          </a:r>
          <a:r>
            <a:rPr lang="en-US" sz="1800" kern="1200" dirty="0"/>
            <a:t>: Clusters of similar customers</a:t>
          </a:r>
        </a:p>
        <a:p>
          <a:pPr marL="0" lvl="0" indent="0" algn="ctr" defTabSz="800100">
            <a:lnSpc>
              <a:spcPct val="100000"/>
            </a:lnSpc>
            <a:spcBef>
              <a:spcPct val="0"/>
            </a:spcBef>
            <a:spcAft>
              <a:spcPct val="35000"/>
            </a:spcAft>
            <a:buNone/>
          </a:pPr>
          <a:r>
            <a:rPr lang="en-US" sz="1800" b="1" kern="1200" dirty="0"/>
            <a:t>Use Case</a:t>
          </a:r>
          <a:r>
            <a:rPr lang="en-US" sz="1800" kern="1200" dirty="0"/>
            <a:t>: E-commerce platforms use this to target marketing campaigns more effectively.</a:t>
          </a:r>
        </a:p>
      </dsp:txBody>
      <dsp:txXfrm>
        <a:off x="5901" y="961591"/>
        <a:ext cx="1791573" cy="2486240"/>
      </dsp:txXfrm>
    </dsp:sp>
    <dsp:sp modelId="{CF9E4327-37CE-4282-A709-599CD07A2D5F}">
      <dsp:nvSpPr>
        <dsp:cNvPr id="0" name=""/>
        <dsp:cNvSpPr/>
      </dsp:nvSpPr>
      <dsp:spPr>
        <a:xfrm>
          <a:off x="2693262" y="0"/>
          <a:ext cx="627050" cy="4706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AF83B6-77C2-41F5-A934-1119D8BB77A3}">
      <dsp:nvSpPr>
        <dsp:cNvPr id="0" name=""/>
        <dsp:cNvSpPr/>
      </dsp:nvSpPr>
      <dsp:spPr>
        <a:xfrm>
          <a:off x="2111000" y="581801"/>
          <a:ext cx="1791573" cy="328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b="1" kern="1200"/>
            <a:t>Anomaly Detection in Network Traffic</a:t>
          </a:r>
          <a:endParaRPr lang="en-US" sz="1400" kern="1200"/>
        </a:p>
      </dsp:txBody>
      <dsp:txXfrm>
        <a:off x="2111000" y="581801"/>
        <a:ext cx="1791573" cy="328084"/>
      </dsp:txXfrm>
    </dsp:sp>
    <dsp:sp modelId="{9E7CBF4B-D60B-49D6-9995-581C1ED8ADE5}">
      <dsp:nvSpPr>
        <dsp:cNvPr id="0" name=""/>
        <dsp:cNvSpPr/>
      </dsp:nvSpPr>
      <dsp:spPr>
        <a:xfrm>
          <a:off x="2111000" y="961591"/>
          <a:ext cx="1791573" cy="248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1" kern="1200" dirty="0"/>
            <a:t>Input</a:t>
          </a:r>
          <a:r>
            <a:rPr lang="en-US" sz="1800" kern="1200" dirty="0"/>
            <a:t>: Network usage logs</a:t>
          </a:r>
        </a:p>
        <a:p>
          <a:pPr marL="0" lvl="0" indent="0" algn="ctr" defTabSz="800100">
            <a:lnSpc>
              <a:spcPct val="100000"/>
            </a:lnSpc>
            <a:spcBef>
              <a:spcPct val="0"/>
            </a:spcBef>
            <a:spcAft>
              <a:spcPct val="35000"/>
            </a:spcAft>
            <a:buNone/>
          </a:pPr>
          <a:r>
            <a:rPr lang="en-US" sz="1800" b="1" kern="1200" dirty="0"/>
            <a:t>Output</a:t>
          </a:r>
          <a:r>
            <a:rPr lang="en-US" sz="1800" kern="1200" dirty="0"/>
            <a:t>: Identification of unusual patterns</a:t>
          </a:r>
        </a:p>
        <a:p>
          <a:pPr marL="0" lvl="0" indent="0" algn="ctr" defTabSz="800100">
            <a:lnSpc>
              <a:spcPct val="100000"/>
            </a:lnSpc>
            <a:spcBef>
              <a:spcPct val="0"/>
            </a:spcBef>
            <a:spcAft>
              <a:spcPct val="35000"/>
            </a:spcAft>
            <a:buNone/>
          </a:pPr>
          <a:r>
            <a:rPr lang="en-US" sz="1800" b="1" kern="1200" dirty="0"/>
            <a:t>Use Case</a:t>
          </a:r>
          <a:r>
            <a:rPr lang="en-US" sz="1800" kern="1200" dirty="0"/>
            <a:t>: Cybersecurity systems use this to detect potential intrusions or attacks</a:t>
          </a:r>
          <a:r>
            <a:rPr lang="en-US" sz="1100" kern="1200" dirty="0"/>
            <a:t>.</a:t>
          </a:r>
        </a:p>
      </dsp:txBody>
      <dsp:txXfrm>
        <a:off x="2111000" y="961591"/>
        <a:ext cx="1791573" cy="2486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80964-1974-460F-8AE4-FC209A2F7755}">
      <dsp:nvSpPr>
        <dsp:cNvPr id="0" name=""/>
        <dsp:cNvSpPr/>
      </dsp:nvSpPr>
      <dsp:spPr>
        <a:xfrm>
          <a:off x="0" y="0"/>
          <a:ext cx="4817176"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EDC07F-D39C-4B5C-B349-CFD933D2B379}">
      <dsp:nvSpPr>
        <dsp:cNvPr id="0" name=""/>
        <dsp:cNvSpPr/>
      </dsp:nvSpPr>
      <dsp:spPr>
        <a:xfrm>
          <a:off x="0" y="0"/>
          <a:ext cx="4817176" cy="1271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kern="1200"/>
            <a:t>Definition</a:t>
          </a:r>
          <a:r>
            <a:rPr lang="en-US" sz="2000" b="0" i="0" kern="1200"/>
            <a:t>: ML technique where an agent learns by interacting with an environment and receiving feedback (rewards or penalties).</a:t>
          </a:r>
          <a:endParaRPr lang="en-US" sz="2000" kern="1200"/>
        </a:p>
      </dsp:txBody>
      <dsp:txXfrm>
        <a:off x="0" y="0"/>
        <a:ext cx="4817176" cy="1271361"/>
      </dsp:txXfrm>
    </dsp:sp>
    <dsp:sp modelId="{F2649ECA-CC2B-44C3-AE02-20FACDA5D80C}">
      <dsp:nvSpPr>
        <dsp:cNvPr id="0" name=""/>
        <dsp:cNvSpPr/>
      </dsp:nvSpPr>
      <dsp:spPr>
        <a:xfrm>
          <a:off x="0" y="1271361"/>
          <a:ext cx="4817176"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CC82DA-F80A-49E6-A701-546BF2953E2C}">
      <dsp:nvSpPr>
        <dsp:cNvPr id="0" name=""/>
        <dsp:cNvSpPr/>
      </dsp:nvSpPr>
      <dsp:spPr>
        <a:xfrm>
          <a:off x="0" y="1271361"/>
          <a:ext cx="4817176" cy="1271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kern="1200"/>
            <a:t>Goal</a:t>
          </a:r>
          <a:r>
            <a:rPr lang="en-US" sz="2000" b="0" i="0" kern="1200"/>
            <a:t>: Maximize cumulative reward by learning the best actions over time.</a:t>
          </a:r>
          <a:endParaRPr lang="en-US" sz="2000" kern="1200"/>
        </a:p>
      </dsp:txBody>
      <dsp:txXfrm>
        <a:off x="0" y="1271361"/>
        <a:ext cx="4817176" cy="1271361"/>
      </dsp:txXfrm>
    </dsp:sp>
    <dsp:sp modelId="{8C5C03C0-CF4E-45BD-990E-31FDAD655978}">
      <dsp:nvSpPr>
        <dsp:cNvPr id="0" name=""/>
        <dsp:cNvSpPr/>
      </dsp:nvSpPr>
      <dsp:spPr>
        <a:xfrm>
          <a:off x="0" y="2542722"/>
          <a:ext cx="4817176"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1A148C-5623-4F56-8134-0A590E8A3393}">
      <dsp:nvSpPr>
        <dsp:cNvPr id="0" name=""/>
        <dsp:cNvSpPr/>
      </dsp:nvSpPr>
      <dsp:spPr>
        <a:xfrm>
          <a:off x="0" y="2542722"/>
          <a:ext cx="4817176" cy="1271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kern="1200"/>
            <a:t>How it works</a:t>
          </a:r>
          <a:r>
            <a:rPr lang="en-US" sz="2000" b="0" i="0" kern="1200"/>
            <a:t>: The agent tries different actions, learns from outcomes, and improves its strategy.</a:t>
          </a:r>
          <a:endParaRPr lang="en-US" sz="2000" kern="1200"/>
        </a:p>
      </dsp:txBody>
      <dsp:txXfrm>
        <a:off x="0" y="2542722"/>
        <a:ext cx="4817176" cy="1271361"/>
      </dsp:txXfrm>
    </dsp:sp>
    <dsp:sp modelId="{98A8063F-9BDD-40B5-9325-7B3E2DE6DFD6}">
      <dsp:nvSpPr>
        <dsp:cNvPr id="0" name=""/>
        <dsp:cNvSpPr/>
      </dsp:nvSpPr>
      <dsp:spPr>
        <a:xfrm>
          <a:off x="0" y="3814083"/>
          <a:ext cx="4817176"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71061D-EE12-4615-B61D-282BEADC295E}">
      <dsp:nvSpPr>
        <dsp:cNvPr id="0" name=""/>
        <dsp:cNvSpPr/>
      </dsp:nvSpPr>
      <dsp:spPr>
        <a:xfrm>
          <a:off x="0" y="3814083"/>
          <a:ext cx="4817176" cy="12713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kern="1200"/>
            <a:t>Example</a:t>
          </a:r>
          <a:r>
            <a:rPr lang="en-US" sz="2000" b="0" i="0" kern="1200"/>
            <a:t>: Training a robot to walk or an AI to play chess — it learns by trial and error, improving with each attempt.</a:t>
          </a:r>
          <a:endParaRPr lang="en-US" sz="2000" kern="1200"/>
        </a:p>
      </dsp:txBody>
      <dsp:txXfrm>
        <a:off x="0" y="3814083"/>
        <a:ext cx="4817176" cy="12713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70387-2474-473B-BDF1-27087308C490}">
      <dsp:nvSpPr>
        <dsp:cNvPr id="0" name=""/>
        <dsp:cNvSpPr/>
      </dsp:nvSpPr>
      <dsp:spPr>
        <a:xfrm>
          <a:off x="1581281" y="535352"/>
          <a:ext cx="333338" cy="91440"/>
        </a:xfrm>
        <a:custGeom>
          <a:avLst/>
          <a:gdLst/>
          <a:ahLst/>
          <a:cxnLst/>
          <a:rect l="0" t="0" r="0" b="0"/>
          <a:pathLst>
            <a:path>
              <a:moveTo>
                <a:pt x="0" y="45720"/>
              </a:moveTo>
              <a:lnTo>
                <a:pt x="333338"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8852" y="579252"/>
        <a:ext cx="18196" cy="3639"/>
      </dsp:txXfrm>
    </dsp:sp>
    <dsp:sp modelId="{E8E87320-E854-40AB-ADA2-15130C630AB8}">
      <dsp:nvSpPr>
        <dsp:cNvPr id="0" name=""/>
        <dsp:cNvSpPr/>
      </dsp:nvSpPr>
      <dsp:spPr>
        <a:xfrm>
          <a:off x="741" y="106370"/>
          <a:ext cx="1582340" cy="949404"/>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7536" tIns="81388" rIns="77536" bIns="81388" numCol="1" spcCol="1270" anchor="ctr" anchorCtr="0">
          <a:noAutofit/>
        </a:bodyPr>
        <a:lstStyle/>
        <a:p>
          <a:pPr marL="0" lvl="0" indent="0" algn="ctr" defTabSz="622300">
            <a:lnSpc>
              <a:spcPct val="90000"/>
            </a:lnSpc>
            <a:spcBef>
              <a:spcPct val="0"/>
            </a:spcBef>
            <a:spcAft>
              <a:spcPct val="35000"/>
            </a:spcAft>
            <a:buNone/>
          </a:pPr>
          <a:r>
            <a:rPr lang="en-US" sz="1400" kern="1200"/>
            <a:t>1. Collect and prepare data</a:t>
          </a:r>
        </a:p>
      </dsp:txBody>
      <dsp:txXfrm>
        <a:off x="741" y="106370"/>
        <a:ext cx="1582340" cy="949404"/>
      </dsp:txXfrm>
    </dsp:sp>
    <dsp:sp modelId="{EC87B5CE-6FF5-4A64-93E0-C9F6F669DBD0}">
      <dsp:nvSpPr>
        <dsp:cNvPr id="0" name=""/>
        <dsp:cNvSpPr/>
      </dsp:nvSpPr>
      <dsp:spPr>
        <a:xfrm>
          <a:off x="791911" y="1053974"/>
          <a:ext cx="1946278" cy="333338"/>
        </a:xfrm>
        <a:custGeom>
          <a:avLst/>
          <a:gdLst/>
          <a:ahLst/>
          <a:cxnLst/>
          <a:rect l="0" t="0" r="0" b="0"/>
          <a:pathLst>
            <a:path>
              <a:moveTo>
                <a:pt x="1946278" y="0"/>
              </a:moveTo>
              <a:lnTo>
                <a:pt x="1946278" y="183769"/>
              </a:lnTo>
              <a:lnTo>
                <a:pt x="0" y="183769"/>
              </a:lnTo>
              <a:lnTo>
                <a:pt x="0" y="333338"/>
              </a:lnTo>
            </a:path>
          </a:pathLst>
        </a:custGeom>
        <a:noFill/>
        <a:ln w="9525" cap="flat" cmpd="sng" algn="ctr">
          <a:solidFill>
            <a:schemeClr val="accent2">
              <a:hueOff val="1560506"/>
              <a:satOff val="-1946"/>
              <a:lumOff val="45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5550" y="1218823"/>
        <a:ext cx="99000" cy="3639"/>
      </dsp:txXfrm>
    </dsp:sp>
    <dsp:sp modelId="{90CEC549-AEA1-45EF-9C1D-2296E5D4EF3B}">
      <dsp:nvSpPr>
        <dsp:cNvPr id="0" name=""/>
        <dsp:cNvSpPr/>
      </dsp:nvSpPr>
      <dsp:spPr>
        <a:xfrm>
          <a:off x="1947020" y="106370"/>
          <a:ext cx="1582340" cy="949404"/>
        </a:xfrm>
        <a:prstGeom prst="rect">
          <a:avLst/>
        </a:prstGeom>
        <a:solidFill>
          <a:schemeClr val="accent2">
            <a:hueOff val="1170380"/>
            <a:satOff val="-1460"/>
            <a:lumOff val="34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7536" tIns="81388" rIns="77536" bIns="81388" numCol="1" spcCol="1270" anchor="ctr" anchorCtr="0">
          <a:noAutofit/>
        </a:bodyPr>
        <a:lstStyle/>
        <a:p>
          <a:pPr marL="0" lvl="0" indent="0" algn="ctr" defTabSz="622300">
            <a:lnSpc>
              <a:spcPct val="90000"/>
            </a:lnSpc>
            <a:spcBef>
              <a:spcPct val="0"/>
            </a:spcBef>
            <a:spcAft>
              <a:spcPct val="35000"/>
            </a:spcAft>
            <a:buNone/>
          </a:pPr>
          <a:r>
            <a:rPr lang="en-US" sz="1400" kern="1200"/>
            <a:t>2. Choose a suitable algorithm</a:t>
          </a:r>
        </a:p>
      </dsp:txBody>
      <dsp:txXfrm>
        <a:off x="1947020" y="106370"/>
        <a:ext cx="1582340" cy="949404"/>
      </dsp:txXfrm>
    </dsp:sp>
    <dsp:sp modelId="{CE0A388A-4761-4851-A24B-4EAF056B0098}">
      <dsp:nvSpPr>
        <dsp:cNvPr id="0" name=""/>
        <dsp:cNvSpPr/>
      </dsp:nvSpPr>
      <dsp:spPr>
        <a:xfrm>
          <a:off x="1581281" y="1848694"/>
          <a:ext cx="333338" cy="91440"/>
        </a:xfrm>
        <a:custGeom>
          <a:avLst/>
          <a:gdLst/>
          <a:ahLst/>
          <a:cxnLst/>
          <a:rect l="0" t="0" r="0" b="0"/>
          <a:pathLst>
            <a:path>
              <a:moveTo>
                <a:pt x="0" y="45720"/>
              </a:moveTo>
              <a:lnTo>
                <a:pt x="333338" y="45720"/>
              </a:lnTo>
            </a:path>
          </a:pathLst>
        </a:custGeom>
        <a:noFill/>
        <a:ln w="9525" cap="flat" cmpd="sng" algn="ctr">
          <a:solidFill>
            <a:schemeClr val="accent2">
              <a:hueOff val="3121013"/>
              <a:satOff val="-3893"/>
              <a:lumOff val="91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8852" y="1892595"/>
        <a:ext cx="18196" cy="3639"/>
      </dsp:txXfrm>
    </dsp:sp>
    <dsp:sp modelId="{691E141D-CCB2-486A-8898-1A1302239038}">
      <dsp:nvSpPr>
        <dsp:cNvPr id="0" name=""/>
        <dsp:cNvSpPr/>
      </dsp:nvSpPr>
      <dsp:spPr>
        <a:xfrm>
          <a:off x="741" y="1419712"/>
          <a:ext cx="1582340" cy="949404"/>
        </a:xfrm>
        <a:prstGeom prst="rect">
          <a:avLst/>
        </a:prstGeom>
        <a:solidFill>
          <a:schemeClr val="accent2">
            <a:hueOff val="2340759"/>
            <a:satOff val="-2919"/>
            <a:lumOff val="68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7536" tIns="81388" rIns="77536" bIns="81388" numCol="1" spcCol="1270" anchor="ctr" anchorCtr="0">
          <a:noAutofit/>
        </a:bodyPr>
        <a:lstStyle/>
        <a:p>
          <a:pPr marL="0" lvl="0" indent="0" algn="ctr" defTabSz="622300">
            <a:lnSpc>
              <a:spcPct val="90000"/>
            </a:lnSpc>
            <a:spcBef>
              <a:spcPct val="0"/>
            </a:spcBef>
            <a:spcAft>
              <a:spcPct val="35000"/>
            </a:spcAft>
            <a:buNone/>
          </a:pPr>
          <a:r>
            <a:rPr lang="en-US" sz="1400" kern="1200"/>
            <a:t>3. Train the model on data</a:t>
          </a:r>
        </a:p>
      </dsp:txBody>
      <dsp:txXfrm>
        <a:off x="741" y="1419712"/>
        <a:ext cx="1582340" cy="949404"/>
      </dsp:txXfrm>
    </dsp:sp>
    <dsp:sp modelId="{FDC8F877-3EF9-4A5A-A625-14B84ADD67AF}">
      <dsp:nvSpPr>
        <dsp:cNvPr id="0" name=""/>
        <dsp:cNvSpPr/>
      </dsp:nvSpPr>
      <dsp:spPr>
        <a:xfrm>
          <a:off x="791911" y="2367317"/>
          <a:ext cx="1946278" cy="333338"/>
        </a:xfrm>
        <a:custGeom>
          <a:avLst/>
          <a:gdLst/>
          <a:ahLst/>
          <a:cxnLst/>
          <a:rect l="0" t="0" r="0" b="0"/>
          <a:pathLst>
            <a:path>
              <a:moveTo>
                <a:pt x="1946278" y="0"/>
              </a:moveTo>
              <a:lnTo>
                <a:pt x="1946278" y="183769"/>
              </a:lnTo>
              <a:lnTo>
                <a:pt x="0" y="183769"/>
              </a:lnTo>
              <a:lnTo>
                <a:pt x="0" y="333338"/>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5550" y="2532166"/>
        <a:ext cx="99000" cy="3639"/>
      </dsp:txXfrm>
    </dsp:sp>
    <dsp:sp modelId="{7D802B54-C278-4719-95D2-DCBA53E5C589}">
      <dsp:nvSpPr>
        <dsp:cNvPr id="0" name=""/>
        <dsp:cNvSpPr/>
      </dsp:nvSpPr>
      <dsp:spPr>
        <a:xfrm>
          <a:off x="1947020" y="1419712"/>
          <a:ext cx="1582340" cy="949404"/>
        </a:xfrm>
        <a:prstGeom prst="rect">
          <a:avLst/>
        </a:prstGeom>
        <a:solidFill>
          <a:schemeClr val="accent2">
            <a:hueOff val="3511139"/>
            <a:satOff val="-4379"/>
            <a:lumOff val="103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7536" tIns="81388" rIns="77536" bIns="81388" numCol="1" spcCol="1270" anchor="ctr" anchorCtr="0">
          <a:noAutofit/>
        </a:bodyPr>
        <a:lstStyle/>
        <a:p>
          <a:pPr marL="0" lvl="0" indent="0" algn="ctr" defTabSz="622300">
            <a:lnSpc>
              <a:spcPct val="90000"/>
            </a:lnSpc>
            <a:spcBef>
              <a:spcPct val="0"/>
            </a:spcBef>
            <a:spcAft>
              <a:spcPct val="35000"/>
            </a:spcAft>
            <a:buNone/>
          </a:pPr>
          <a:r>
            <a:rPr lang="en-US" sz="1400" kern="1200"/>
            <a:t>4. Test it to see how well it works</a:t>
          </a:r>
        </a:p>
      </dsp:txBody>
      <dsp:txXfrm>
        <a:off x="1947020" y="1419712"/>
        <a:ext cx="1582340" cy="949404"/>
      </dsp:txXfrm>
    </dsp:sp>
    <dsp:sp modelId="{E0E73D96-3A8A-4F04-9493-315A976CBB53}">
      <dsp:nvSpPr>
        <dsp:cNvPr id="0" name=""/>
        <dsp:cNvSpPr/>
      </dsp:nvSpPr>
      <dsp:spPr>
        <a:xfrm>
          <a:off x="741" y="2733055"/>
          <a:ext cx="1582340" cy="949404"/>
        </a:xfrm>
        <a:prstGeom prst="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7536" tIns="81388" rIns="77536" bIns="81388" numCol="1" spcCol="1270" anchor="ctr" anchorCtr="0">
          <a:noAutofit/>
        </a:bodyPr>
        <a:lstStyle/>
        <a:p>
          <a:pPr marL="0" lvl="0" indent="0" algn="ctr" defTabSz="622300">
            <a:lnSpc>
              <a:spcPct val="90000"/>
            </a:lnSpc>
            <a:spcBef>
              <a:spcPct val="0"/>
            </a:spcBef>
            <a:spcAft>
              <a:spcPct val="35000"/>
            </a:spcAft>
            <a:buNone/>
          </a:pPr>
          <a:r>
            <a:rPr lang="en-US" sz="1400" kern="1200"/>
            <a:t>5. Use it in real life and keep improving with feedback</a:t>
          </a:r>
        </a:p>
      </dsp:txBody>
      <dsp:txXfrm>
        <a:off x="741" y="2733055"/>
        <a:ext cx="1582340" cy="9494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27D0C4-F630-48FD-A3C1-252652297B40}">
      <dsp:nvSpPr>
        <dsp:cNvPr id="0" name=""/>
        <dsp:cNvSpPr/>
      </dsp:nvSpPr>
      <dsp:spPr>
        <a:xfrm>
          <a:off x="0" y="1808"/>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30D80E-A6F4-4E8A-B34B-F7308927135F}">
      <dsp:nvSpPr>
        <dsp:cNvPr id="0" name=""/>
        <dsp:cNvSpPr/>
      </dsp:nvSpPr>
      <dsp:spPr>
        <a:xfrm>
          <a:off x="233059" y="175158"/>
          <a:ext cx="423745" cy="42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495CFF-6D05-40F0-88C4-B7E51E7076F3}">
      <dsp:nvSpPr>
        <dsp:cNvPr id="0" name=""/>
        <dsp:cNvSpPr/>
      </dsp:nvSpPr>
      <dsp:spPr>
        <a:xfrm>
          <a:off x="889864" y="1808"/>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Examples of data:</a:t>
          </a:r>
        </a:p>
      </dsp:txBody>
      <dsp:txXfrm>
        <a:off x="889864" y="1808"/>
        <a:ext cx="3794084" cy="770445"/>
      </dsp:txXfrm>
    </dsp:sp>
    <dsp:sp modelId="{62D30EC9-78C0-412B-B79D-EC9E3248EE0C}">
      <dsp:nvSpPr>
        <dsp:cNvPr id="0" name=""/>
        <dsp:cNvSpPr/>
      </dsp:nvSpPr>
      <dsp:spPr>
        <a:xfrm>
          <a:off x="0" y="964865"/>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6DCB7-76C5-46B5-BA59-5263F188B253}">
      <dsp:nvSpPr>
        <dsp:cNvPr id="0" name=""/>
        <dsp:cNvSpPr/>
      </dsp:nvSpPr>
      <dsp:spPr>
        <a:xfrm>
          <a:off x="233059" y="1138215"/>
          <a:ext cx="423745" cy="423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C76D29-2C07-4FDD-858B-EEF27D8A3227}">
      <dsp:nvSpPr>
        <dsp:cNvPr id="0" name=""/>
        <dsp:cNvSpPr/>
      </dsp:nvSpPr>
      <dsp:spPr>
        <a:xfrm>
          <a:off x="889864" y="964865"/>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Images</a:t>
          </a:r>
        </a:p>
      </dsp:txBody>
      <dsp:txXfrm>
        <a:off x="889864" y="964865"/>
        <a:ext cx="3794084" cy="770445"/>
      </dsp:txXfrm>
    </dsp:sp>
    <dsp:sp modelId="{E367C723-EECA-461B-B92E-2739440DC81B}">
      <dsp:nvSpPr>
        <dsp:cNvPr id="0" name=""/>
        <dsp:cNvSpPr/>
      </dsp:nvSpPr>
      <dsp:spPr>
        <a:xfrm>
          <a:off x="0" y="1927922"/>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1919E5-F4F1-4847-85B4-0053D68AB398}">
      <dsp:nvSpPr>
        <dsp:cNvPr id="0" name=""/>
        <dsp:cNvSpPr/>
      </dsp:nvSpPr>
      <dsp:spPr>
        <a:xfrm>
          <a:off x="233059" y="2101272"/>
          <a:ext cx="423745" cy="423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FE0B9D-ECC4-4383-AC32-D97F27B17E17}">
      <dsp:nvSpPr>
        <dsp:cNvPr id="0" name=""/>
        <dsp:cNvSpPr/>
      </dsp:nvSpPr>
      <dsp:spPr>
        <a:xfrm>
          <a:off x="889864" y="1927922"/>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Text</a:t>
          </a:r>
        </a:p>
      </dsp:txBody>
      <dsp:txXfrm>
        <a:off x="889864" y="1927922"/>
        <a:ext cx="3794084" cy="770445"/>
      </dsp:txXfrm>
    </dsp:sp>
    <dsp:sp modelId="{5F8D68EB-AB47-4E8C-B9FA-BCF909BACE31}">
      <dsp:nvSpPr>
        <dsp:cNvPr id="0" name=""/>
        <dsp:cNvSpPr/>
      </dsp:nvSpPr>
      <dsp:spPr>
        <a:xfrm>
          <a:off x="0" y="2890979"/>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654457-C7C1-4B61-BD64-2BEE03781737}">
      <dsp:nvSpPr>
        <dsp:cNvPr id="0" name=""/>
        <dsp:cNvSpPr/>
      </dsp:nvSpPr>
      <dsp:spPr>
        <a:xfrm>
          <a:off x="233059" y="3064329"/>
          <a:ext cx="423745" cy="423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C34985-A3EC-419E-A401-BE5E1550C0C2}">
      <dsp:nvSpPr>
        <dsp:cNvPr id="0" name=""/>
        <dsp:cNvSpPr/>
      </dsp:nvSpPr>
      <dsp:spPr>
        <a:xfrm>
          <a:off x="889864" y="2890979"/>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Sensor data</a:t>
          </a:r>
        </a:p>
      </dsp:txBody>
      <dsp:txXfrm>
        <a:off x="889864" y="2890979"/>
        <a:ext cx="3794084" cy="770445"/>
      </dsp:txXfrm>
    </dsp:sp>
    <dsp:sp modelId="{A7824DA0-2D29-4275-81A5-4BA14BC51757}">
      <dsp:nvSpPr>
        <dsp:cNvPr id="0" name=""/>
        <dsp:cNvSpPr/>
      </dsp:nvSpPr>
      <dsp:spPr>
        <a:xfrm>
          <a:off x="0" y="3854036"/>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28F651-DA3D-4EBE-A116-53E924AED66E}">
      <dsp:nvSpPr>
        <dsp:cNvPr id="0" name=""/>
        <dsp:cNvSpPr/>
      </dsp:nvSpPr>
      <dsp:spPr>
        <a:xfrm>
          <a:off x="233059" y="4027386"/>
          <a:ext cx="423745" cy="4237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19993D-3DFB-4F8F-9E12-2C940FB2F311}">
      <dsp:nvSpPr>
        <dsp:cNvPr id="0" name=""/>
        <dsp:cNvSpPr/>
      </dsp:nvSpPr>
      <dsp:spPr>
        <a:xfrm>
          <a:off x="889864" y="3854036"/>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Transaction logs</a:t>
          </a:r>
        </a:p>
      </dsp:txBody>
      <dsp:txXfrm>
        <a:off x="889864" y="3854036"/>
        <a:ext cx="3794084" cy="770445"/>
      </dsp:txXfrm>
    </dsp:sp>
    <dsp:sp modelId="{4E87E8FF-48FE-46AA-9FDD-379F9AC83C19}">
      <dsp:nvSpPr>
        <dsp:cNvPr id="0" name=""/>
        <dsp:cNvSpPr/>
      </dsp:nvSpPr>
      <dsp:spPr>
        <a:xfrm>
          <a:off x="0" y="4817093"/>
          <a:ext cx="4683949"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01C611-F8F2-45A7-B031-5627E46B12AC}">
      <dsp:nvSpPr>
        <dsp:cNvPr id="0" name=""/>
        <dsp:cNvSpPr/>
      </dsp:nvSpPr>
      <dsp:spPr>
        <a:xfrm>
          <a:off x="233059" y="4990443"/>
          <a:ext cx="423745" cy="4237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5B4A6B-FC5A-4A1E-9422-406ED542C43E}">
      <dsp:nvSpPr>
        <dsp:cNvPr id="0" name=""/>
        <dsp:cNvSpPr/>
      </dsp:nvSpPr>
      <dsp:spPr>
        <a:xfrm>
          <a:off x="889864" y="4817093"/>
          <a:ext cx="3794084"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Tip: Garbage in → garbage out</a:t>
          </a:r>
        </a:p>
      </dsp:txBody>
      <dsp:txXfrm>
        <a:off x="889864" y="4817093"/>
        <a:ext cx="3794084" cy="77044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1863A6-8E06-45CC-9FF4-67AA2C9E7493}">
      <dsp:nvSpPr>
        <dsp:cNvPr id="0" name=""/>
        <dsp:cNvSpPr/>
      </dsp:nvSpPr>
      <dsp:spPr>
        <a:xfrm>
          <a:off x="548934" y="288"/>
          <a:ext cx="1001496" cy="10014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EFEBD8-7602-4F26-A504-7F7757C87BA8}">
      <dsp:nvSpPr>
        <dsp:cNvPr id="0" name=""/>
        <dsp:cNvSpPr/>
      </dsp:nvSpPr>
      <dsp:spPr>
        <a:xfrm>
          <a:off x="762368" y="213721"/>
          <a:ext cx="574628" cy="574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4F92E5-F334-4203-9810-049886C3B676}">
      <dsp:nvSpPr>
        <dsp:cNvPr id="0" name=""/>
        <dsp:cNvSpPr/>
      </dsp:nvSpPr>
      <dsp:spPr>
        <a:xfrm>
          <a:off x="228784"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Use Cases:</a:t>
          </a:r>
        </a:p>
      </dsp:txBody>
      <dsp:txXfrm>
        <a:off x="228784" y="1313725"/>
        <a:ext cx="1641796" cy="656718"/>
      </dsp:txXfrm>
    </dsp:sp>
    <dsp:sp modelId="{1D5AC4F8-F0F4-4A74-A5E9-791621600BFE}">
      <dsp:nvSpPr>
        <dsp:cNvPr id="0" name=""/>
        <dsp:cNvSpPr/>
      </dsp:nvSpPr>
      <dsp:spPr>
        <a:xfrm>
          <a:off x="2478046" y="288"/>
          <a:ext cx="1001496" cy="10014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196237-31DB-4B2F-9BAA-4A1D54019981}">
      <dsp:nvSpPr>
        <dsp:cNvPr id="0" name=""/>
        <dsp:cNvSpPr/>
      </dsp:nvSpPr>
      <dsp:spPr>
        <a:xfrm>
          <a:off x="2691479" y="213721"/>
          <a:ext cx="574628" cy="574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CE53A7-C31B-440C-9171-3E4941DA5BCD}">
      <dsp:nvSpPr>
        <dsp:cNvPr id="0" name=""/>
        <dsp:cNvSpPr/>
      </dsp:nvSpPr>
      <dsp:spPr>
        <a:xfrm>
          <a:off x="2157895"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Predicting customer churn</a:t>
          </a:r>
        </a:p>
      </dsp:txBody>
      <dsp:txXfrm>
        <a:off x="2157895" y="1313725"/>
        <a:ext cx="1641796" cy="656718"/>
      </dsp:txXfrm>
    </dsp:sp>
    <dsp:sp modelId="{CC297AB6-5BD8-4CD6-9448-B428C8E2F158}">
      <dsp:nvSpPr>
        <dsp:cNvPr id="0" name=""/>
        <dsp:cNvSpPr/>
      </dsp:nvSpPr>
      <dsp:spPr>
        <a:xfrm>
          <a:off x="4407157" y="288"/>
          <a:ext cx="1001496" cy="10014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863C22-40BD-44D6-9297-04B97A169264}">
      <dsp:nvSpPr>
        <dsp:cNvPr id="0" name=""/>
        <dsp:cNvSpPr/>
      </dsp:nvSpPr>
      <dsp:spPr>
        <a:xfrm>
          <a:off x="4620591" y="213721"/>
          <a:ext cx="574628" cy="574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D53FBC-1201-4F9D-924E-05928C7BC1B8}">
      <dsp:nvSpPr>
        <dsp:cNvPr id="0" name=""/>
        <dsp:cNvSpPr/>
      </dsp:nvSpPr>
      <dsp:spPr>
        <a:xfrm>
          <a:off x="4087007"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Detecting credit card fraud</a:t>
          </a:r>
        </a:p>
      </dsp:txBody>
      <dsp:txXfrm>
        <a:off x="4087007" y="1313725"/>
        <a:ext cx="1641796" cy="656718"/>
      </dsp:txXfrm>
    </dsp:sp>
    <dsp:sp modelId="{7CA64077-0006-400F-BDC8-314CFADFB772}">
      <dsp:nvSpPr>
        <dsp:cNvPr id="0" name=""/>
        <dsp:cNvSpPr/>
      </dsp:nvSpPr>
      <dsp:spPr>
        <a:xfrm>
          <a:off x="6336268" y="288"/>
          <a:ext cx="1001496" cy="100149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076426-65BE-4057-AFDE-C6CC591BC401}">
      <dsp:nvSpPr>
        <dsp:cNvPr id="0" name=""/>
        <dsp:cNvSpPr/>
      </dsp:nvSpPr>
      <dsp:spPr>
        <a:xfrm>
          <a:off x="6549702" y="213721"/>
          <a:ext cx="574628" cy="574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050FCB-B8A9-49D6-B00E-A8CAC860DD03}">
      <dsp:nvSpPr>
        <dsp:cNvPr id="0" name=""/>
        <dsp:cNvSpPr/>
      </dsp:nvSpPr>
      <dsp:spPr>
        <a:xfrm>
          <a:off x="6016118" y="1313725"/>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Recommending movies/products</a:t>
          </a:r>
        </a:p>
      </dsp:txBody>
      <dsp:txXfrm>
        <a:off x="6016118" y="1313725"/>
        <a:ext cx="1641796" cy="656718"/>
      </dsp:txXfrm>
    </dsp:sp>
    <dsp:sp modelId="{2578279C-4DF4-4D90-A52B-B2C4AC94DEDE}">
      <dsp:nvSpPr>
        <dsp:cNvPr id="0" name=""/>
        <dsp:cNvSpPr/>
      </dsp:nvSpPr>
      <dsp:spPr>
        <a:xfrm>
          <a:off x="2478046" y="2380893"/>
          <a:ext cx="1001496" cy="100149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B5B0A4-992A-4DC4-98CC-1E05CA1D55F3}">
      <dsp:nvSpPr>
        <dsp:cNvPr id="0" name=""/>
        <dsp:cNvSpPr/>
      </dsp:nvSpPr>
      <dsp:spPr>
        <a:xfrm>
          <a:off x="2691479" y="2594327"/>
          <a:ext cx="574628" cy="5746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FBE4A7-FBEC-4040-B5A3-FEB255237D6F}">
      <dsp:nvSpPr>
        <dsp:cNvPr id="0" name=""/>
        <dsp:cNvSpPr/>
      </dsp:nvSpPr>
      <dsp:spPr>
        <a:xfrm>
          <a:off x="2157895"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Medical diagnosis</a:t>
          </a:r>
        </a:p>
      </dsp:txBody>
      <dsp:txXfrm>
        <a:off x="2157895" y="3694331"/>
        <a:ext cx="1641796" cy="656718"/>
      </dsp:txXfrm>
    </dsp:sp>
    <dsp:sp modelId="{F733A254-4A10-408A-B4B6-F89E998BAEFD}">
      <dsp:nvSpPr>
        <dsp:cNvPr id="0" name=""/>
        <dsp:cNvSpPr/>
      </dsp:nvSpPr>
      <dsp:spPr>
        <a:xfrm>
          <a:off x="4407157" y="2380893"/>
          <a:ext cx="1001496" cy="10014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8A8F9-71E0-4E1B-A874-9981248B5D3F}">
      <dsp:nvSpPr>
        <dsp:cNvPr id="0" name=""/>
        <dsp:cNvSpPr/>
      </dsp:nvSpPr>
      <dsp:spPr>
        <a:xfrm>
          <a:off x="4620591" y="2594327"/>
          <a:ext cx="574628" cy="5746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19832-CDCB-451F-B54D-190F86B99CFE}">
      <dsp:nvSpPr>
        <dsp:cNvPr id="0" name=""/>
        <dsp:cNvSpPr/>
      </dsp:nvSpPr>
      <dsp:spPr>
        <a:xfrm>
          <a:off x="4087007" y="3694331"/>
          <a:ext cx="1641796" cy="65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Demand forecasting</a:t>
          </a:r>
        </a:p>
      </dsp:txBody>
      <dsp:txXfrm>
        <a:off x="4087007" y="3694331"/>
        <a:ext cx="1641796" cy="6567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A1803B-2875-43E5-A84A-7EDF0161A6AD}">
      <dsp:nvSpPr>
        <dsp:cNvPr id="0" name=""/>
        <dsp:cNvSpPr/>
      </dsp:nvSpPr>
      <dsp:spPr>
        <a:xfrm>
          <a:off x="0" y="24248"/>
          <a:ext cx="4683949" cy="83947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Challenges:</a:t>
          </a:r>
        </a:p>
      </dsp:txBody>
      <dsp:txXfrm>
        <a:off x="40980" y="65228"/>
        <a:ext cx="4601989" cy="757514"/>
      </dsp:txXfrm>
    </dsp:sp>
    <dsp:sp modelId="{32DBF24B-EBB3-4D33-986E-659E15D752D2}">
      <dsp:nvSpPr>
        <dsp:cNvPr id="0" name=""/>
        <dsp:cNvSpPr/>
      </dsp:nvSpPr>
      <dsp:spPr>
        <a:xfrm>
          <a:off x="0" y="964523"/>
          <a:ext cx="4683949" cy="839474"/>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Data quality</a:t>
          </a:r>
        </a:p>
      </dsp:txBody>
      <dsp:txXfrm>
        <a:off x="40980" y="1005503"/>
        <a:ext cx="4601989" cy="757514"/>
      </dsp:txXfrm>
    </dsp:sp>
    <dsp:sp modelId="{9A04BD25-0476-46A9-AC6F-91F0AD1B925F}">
      <dsp:nvSpPr>
        <dsp:cNvPr id="0" name=""/>
        <dsp:cNvSpPr/>
      </dsp:nvSpPr>
      <dsp:spPr>
        <a:xfrm>
          <a:off x="0" y="1904798"/>
          <a:ext cx="4683949" cy="839474"/>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Bias</a:t>
          </a:r>
        </a:p>
      </dsp:txBody>
      <dsp:txXfrm>
        <a:off x="40980" y="1945778"/>
        <a:ext cx="4601989" cy="757514"/>
      </dsp:txXfrm>
    </dsp:sp>
    <dsp:sp modelId="{815F8618-239C-4447-B721-7D905D3F680D}">
      <dsp:nvSpPr>
        <dsp:cNvPr id="0" name=""/>
        <dsp:cNvSpPr/>
      </dsp:nvSpPr>
      <dsp:spPr>
        <a:xfrm>
          <a:off x="0" y="2845073"/>
          <a:ext cx="4683949" cy="839474"/>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Overfitting</a:t>
          </a:r>
        </a:p>
      </dsp:txBody>
      <dsp:txXfrm>
        <a:off x="40980" y="2886053"/>
        <a:ext cx="4601989" cy="757514"/>
      </dsp:txXfrm>
    </dsp:sp>
    <dsp:sp modelId="{497F2AE9-BBCF-4B4A-B3A9-BE085F2696F6}">
      <dsp:nvSpPr>
        <dsp:cNvPr id="0" name=""/>
        <dsp:cNvSpPr/>
      </dsp:nvSpPr>
      <dsp:spPr>
        <a:xfrm>
          <a:off x="0" y="3785348"/>
          <a:ext cx="4683949" cy="839474"/>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Explainability</a:t>
          </a:r>
        </a:p>
      </dsp:txBody>
      <dsp:txXfrm>
        <a:off x="40980" y="3826328"/>
        <a:ext cx="4601989" cy="757514"/>
      </dsp:txXfrm>
    </dsp:sp>
    <dsp:sp modelId="{BC01A3C8-4AD7-4EAE-A370-E9D7E9792266}">
      <dsp:nvSpPr>
        <dsp:cNvPr id="0" name=""/>
        <dsp:cNvSpPr/>
      </dsp:nvSpPr>
      <dsp:spPr>
        <a:xfrm>
          <a:off x="0" y="4725623"/>
          <a:ext cx="4683949" cy="83947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Ethics</a:t>
          </a:r>
        </a:p>
      </dsp:txBody>
      <dsp:txXfrm>
        <a:off x="40980" y="4766603"/>
        <a:ext cx="4601989" cy="75751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86A94-4F1E-43F2-950B-D727E6309B9C}">
      <dsp:nvSpPr>
        <dsp:cNvPr id="0" name=""/>
        <dsp:cNvSpPr/>
      </dsp:nvSpPr>
      <dsp:spPr>
        <a:xfrm>
          <a:off x="962" y="731626"/>
          <a:ext cx="3379189" cy="214578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C3E650-3478-4756-9387-457FC984C46F}">
      <dsp:nvSpPr>
        <dsp:cNvPr id="0" name=""/>
        <dsp:cNvSpPr/>
      </dsp:nvSpPr>
      <dsp:spPr>
        <a:xfrm>
          <a:off x="376428" y="1088318"/>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Title: Next: Deep Learning</a:t>
          </a:r>
        </a:p>
      </dsp:txBody>
      <dsp:txXfrm>
        <a:off x="439276" y="1151166"/>
        <a:ext cx="3253493" cy="2020089"/>
      </dsp:txXfrm>
    </dsp:sp>
    <dsp:sp modelId="{11BDFD60-532A-4364-96D3-E5D3C7CAC7AF}">
      <dsp:nvSpPr>
        <dsp:cNvPr id="0" name=""/>
        <dsp:cNvSpPr/>
      </dsp:nvSpPr>
      <dsp:spPr>
        <a:xfrm>
          <a:off x="4131082" y="731626"/>
          <a:ext cx="3379189" cy="214578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0DCC46-F6FB-4C54-972E-CFF8680C2B45}">
      <dsp:nvSpPr>
        <dsp:cNvPr id="0" name=""/>
        <dsp:cNvSpPr/>
      </dsp:nvSpPr>
      <dsp:spPr>
        <a:xfrm>
          <a:off x="4506548" y="1088318"/>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Subtitle: Going deeper into neural networks</a:t>
          </a:r>
        </a:p>
      </dsp:txBody>
      <dsp:txXfrm>
        <a:off x="4569396" y="1151166"/>
        <a:ext cx="3253493" cy="20200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86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move from the map to our first deep dive — Machine Learning. This is the technology powering most of the AI applications we hear about today. By the end of this session, you’ll understand what ML is, the main types, how the process works, and where it’s used in real life.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Traditionally, we tell computers exactly what to do step-by-step. With ML, instead of rules, we give it examples, and the computer figures out the rules itself. For example, a spam filter learns from examples of spam and not-spam emails. Over time, it gets better without us manually coding every keyword.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2004, Walmart used machine learning to prepare for Hurricane Frances.</a:t>
            </a:r>
          </a:p>
          <a:p>
            <a:r>
              <a:t>Instead of guessing, they analyzed years of sales data from previous storms.</a:t>
            </a:r>
          </a:p>
          <a:p>
            <a:r>
              <a:t>ML revealed surprising insights — like a huge spike in Pop-Tarts and beer sales.</a:t>
            </a:r>
          </a:p>
          <a:p>
            <a:r>
              <a:t>Walmart acted on these predictions by sending the right inventory to stores in advance.</a:t>
            </a:r>
          </a:p>
          <a:p>
            <a:r>
              <a:t>This example shows how ML can uncover hidden patterns and make real-world decisions smarter.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matters because it can spot patterns too complex for humans, and it can scale to huge amounts of data. It powers fraud detection in banks, product recommendations on Amazon, and even predicts when machines will need repairs.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comes in three main flavors: Supervised Learning – we train with labeled examples, like showing a child flashcards with answers. Unsupervised Learning – no labels; the system finds hidden patterns. Reinforcement Learning – the system learns by trial and error, getting rewards for good moves.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ML process follows a cycle: Collect and prepare data, choose a suitable algorithm, train the model, test it, and improve it with feedback.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is the fuel for ML. The quality of your data often matters more than the algorithm. If your data is bad, biased, or incomplete, your results will be poor — this is why we say garbage in, garbage out.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is everywhere: Your bank flags suspicious activity in real time, streaming platforms recommend shows you’ll like, and hospitals use ML to help detect diseases earlier.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is powerful but not magic. Bad or biased data can lead to unfair or wrong results. Overfitting happens when a model memorizes instead of learning. We also need to make ML decisions explainable for trust and accountability.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recap: ML is about teaching computers to learn from examples instead of coding rules. It comes in three main types, follows a clear workflow, and is powering countless applications around us.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our next session, we’ll look at Deep Learning — a special kind of ML that has transformed speech, vision, and language AI.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89AEE58A-B9FD-FC81-74BB-CAB1C02F89C9}"/>
              </a:ext>
            </a:extLst>
          </p:cNvPr>
          <p:cNvSpPr txBox="1"/>
          <p:nvPr userDrawn="1">
            <p:extLst>
              <p:ext uri="{1162E1C5-73C7-4A58-AE30-91384D911F3F}">
                <p184:classification xmlns:p184="http://schemas.microsoft.com/office/powerpoint/2018/4/main" val="ftr"/>
              </p:ext>
            </p:extLst>
          </p:nvPr>
        </p:nvSpPr>
        <p:spPr>
          <a:xfrm>
            <a:off x="190500" y="6560820"/>
            <a:ext cx="4191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C2 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9.png"/><Relationship Id="rId7" Type="http://schemas.openxmlformats.org/officeDocument/2006/relationships/diagramColors" Target="../diagrams/colors3.xml"/><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7.jpe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40.jpe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obot thinking about maths&#10;&#10;AI-generated content may be incorrect.">
            <a:extLst>
              <a:ext uri="{FF2B5EF4-FFF2-40B4-BE49-F238E27FC236}">
                <a16:creationId xmlns:a16="http://schemas.microsoft.com/office/drawing/2014/main" id="{BBA95C1B-4B49-B872-773B-A251CE7E6300}"/>
              </a:ext>
            </a:extLst>
          </p:cNvPr>
          <p:cNvPicPr>
            <a:picLocks noChangeAspect="1"/>
          </p:cNvPicPr>
          <p:nvPr/>
        </p:nvPicPr>
        <p:blipFill>
          <a:blip r:embed="rId3"/>
          <a:srcRect r="13816" b="9089"/>
          <a:stretch>
            <a:fillRect/>
          </a:stretch>
        </p:blipFill>
        <p:spPr>
          <a:xfrm>
            <a:off x="2642616" y="10"/>
            <a:ext cx="6501384" cy="6857990"/>
          </a:xfrm>
          <a:prstGeom prst="rect">
            <a:avLst/>
          </a:prstGeom>
        </p:spPr>
      </p:pic>
      <p:sp>
        <p:nvSpPr>
          <p:cNvPr id="93" name="Rectangle 9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58485" y="1122363"/>
            <a:ext cx="3017520" cy="3204134"/>
          </a:xfrm>
        </p:spPr>
        <p:txBody>
          <a:bodyPr vert="horz" lIns="91440" tIns="45720" rIns="91440" bIns="45720" rtlCol="0" anchor="b">
            <a:normAutofit/>
          </a:bodyPr>
          <a:lstStyle/>
          <a:p>
            <a:pPr algn="l" defTabSz="914400">
              <a:lnSpc>
                <a:spcPct val="90000"/>
              </a:lnSpc>
            </a:pPr>
            <a:r>
              <a:rPr lang="en-US" sz="4200">
                <a:solidFill>
                  <a:schemeClr val="bg1"/>
                </a:solidFill>
              </a:rPr>
              <a:t>Machine Learning – Making Machines to Learn</a:t>
            </a:r>
          </a:p>
        </p:txBody>
      </p:sp>
      <p:sp>
        <p:nvSpPr>
          <p:cNvPr id="3" name="Content Placeholder 2"/>
          <p:cNvSpPr>
            <a:spLocks noGrp="1"/>
          </p:cNvSpPr>
          <p:nvPr>
            <p:ph idx="1"/>
          </p:nvPr>
        </p:nvSpPr>
        <p:spPr>
          <a:xfrm>
            <a:off x="358485" y="4872922"/>
            <a:ext cx="3017519" cy="1208141"/>
          </a:xfrm>
        </p:spPr>
        <p:txBody>
          <a:bodyPr vert="horz" lIns="91440" tIns="45720" rIns="91440" bIns="45720" rtlCol="0">
            <a:normAutofit/>
          </a:bodyPr>
          <a:lstStyle/>
          <a:p>
            <a:pPr marL="0" indent="0" defTabSz="914400">
              <a:lnSpc>
                <a:spcPct val="90000"/>
              </a:lnSpc>
              <a:spcBef>
                <a:spcPts val="1000"/>
              </a:spcBef>
              <a:buNone/>
            </a:pPr>
            <a:r>
              <a:rPr lang="en-US" sz="1700">
                <a:solidFill>
                  <a:schemeClr val="bg1"/>
                </a:solidFill>
              </a:rPr>
              <a:t>The Core of Modern AI</a:t>
            </a:r>
          </a:p>
        </p:txBody>
      </p:sp>
      <p:sp>
        <p:nvSpPr>
          <p:cNvPr id="95" name="Rectangle 9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7" name="Rectangle 9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C3D6EC93-F369-413E-AA67-5D4104161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1641752"/>
            <a:ext cx="3295650" cy="1323439"/>
          </a:xfrm>
        </p:spPr>
        <p:txBody>
          <a:bodyPr anchor="t">
            <a:normAutofit/>
          </a:bodyPr>
          <a:lstStyle/>
          <a:p>
            <a:r>
              <a:rPr lang="en-US" sz="3500">
                <a:solidFill>
                  <a:schemeClr val="bg1"/>
                </a:solidFill>
              </a:rPr>
              <a:t>What is Machine Learning?</a:t>
            </a:r>
          </a:p>
        </p:txBody>
      </p:sp>
      <p:sp>
        <p:nvSpPr>
          <p:cNvPr id="3" name="Content Placeholder 2"/>
          <p:cNvSpPr>
            <a:spLocks noGrp="1"/>
          </p:cNvSpPr>
          <p:nvPr>
            <p:ph idx="1"/>
          </p:nvPr>
        </p:nvSpPr>
        <p:spPr>
          <a:xfrm>
            <a:off x="628650" y="3146400"/>
            <a:ext cx="3295650" cy="2454300"/>
          </a:xfrm>
        </p:spPr>
        <p:txBody>
          <a:bodyPr>
            <a:normAutofit/>
          </a:bodyPr>
          <a:lstStyle/>
          <a:p>
            <a:r>
              <a:rPr lang="en-US" sz="2100" b="1" dirty="0">
                <a:solidFill>
                  <a:schemeClr val="bg1">
                    <a:alpha val="80000"/>
                  </a:schemeClr>
                </a:solidFill>
              </a:rPr>
              <a:t>Definition</a:t>
            </a:r>
            <a:r>
              <a:rPr lang="en-US" sz="2100" dirty="0">
                <a:solidFill>
                  <a:schemeClr val="bg1">
                    <a:alpha val="80000"/>
                  </a:schemeClr>
                </a:solidFill>
              </a:rPr>
              <a:t>: Machine Learning is the science of getting computers to learn patterns from data and make predictions without being explicitly programmed.</a:t>
            </a:r>
          </a:p>
        </p:txBody>
      </p:sp>
      <p:pic>
        <p:nvPicPr>
          <p:cNvPr id="5" name="Picture 4" descr="Computer script on a screen">
            <a:extLst>
              <a:ext uri="{FF2B5EF4-FFF2-40B4-BE49-F238E27FC236}">
                <a16:creationId xmlns:a16="http://schemas.microsoft.com/office/drawing/2014/main" id="{38379A28-69A7-4C4D-0FBA-48111239B12B}"/>
              </a:ext>
            </a:extLst>
          </p:cNvPr>
          <p:cNvPicPr>
            <a:picLocks noChangeAspect="1"/>
          </p:cNvPicPr>
          <p:nvPr/>
        </p:nvPicPr>
        <p:blipFill>
          <a:blip r:embed="rId3"/>
          <a:srcRect l="6282" r="46707" b="-1"/>
          <a:stretch>
            <a:fillRect/>
          </a:stretch>
        </p:blipFill>
        <p:spPr>
          <a:xfrm>
            <a:off x="4314144" y="10"/>
            <a:ext cx="4829856" cy="6857989"/>
          </a:xfrm>
          <a:custGeom>
            <a:avLst/>
            <a:gdLst/>
            <a:ahLst/>
            <a:cxnLst/>
            <a:rect l="l" t="t" r="r" b="b"/>
            <a:pathLst>
              <a:path w="643980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1"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2" y="528850"/>
                  <a:pt x="335479" y="536547"/>
                  <a:pt x="337867" y="544146"/>
                </a:cubicBezTo>
                <a:lnTo>
                  <a:pt x="340032" y="549926"/>
                </a:lnTo>
                <a:lnTo>
                  <a:pt x="340448" y="551717"/>
                </a:lnTo>
                <a:lnTo>
                  <a:pt x="346286" y="566616"/>
                </a:lnTo>
                <a:lnTo>
                  <a:pt x="346338" y="566754"/>
                </a:lnTo>
                <a:lnTo>
                  <a:pt x="352655" y="583595"/>
                </a:lnTo>
                <a:lnTo>
                  <a:pt x="359451" y="612658"/>
                </a:lnTo>
                <a:cubicBezTo>
                  <a:pt x="358988" y="604728"/>
                  <a:pt x="357231" y="597005"/>
                  <a:pt x="354829" y="589388"/>
                </a:cubicBezTo>
                <a:lnTo>
                  <a:pt x="352655" y="583595"/>
                </a:lnTo>
                <a:lnTo>
                  <a:pt x="352236" y="581804"/>
                </a:lnTo>
                <a:lnTo>
                  <a:pt x="346286" y="566616"/>
                </a:lnTo>
                <a:lnTo>
                  <a:pt x="340032" y="549926"/>
                </a:lnTo>
                <a:close/>
                <a:moveTo>
                  <a:pt x="384407" y="268794"/>
                </a:moveTo>
                <a:lnTo>
                  <a:pt x="387837" y="328017"/>
                </a:lnTo>
                <a:cubicBezTo>
                  <a:pt x="389527" y="318646"/>
                  <a:pt x="389932" y="309031"/>
                  <a:pt x="389283" y="299164"/>
                </a:cubicBezTo>
                <a:cubicBezTo>
                  <a:pt x="388634" y="289296"/>
                  <a:pt x="386932" y="279176"/>
                  <a:pt x="384407" y="268794"/>
                </a:cubicBezTo>
                <a:close/>
                <a:moveTo>
                  <a:pt x="66991" y="0"/>
                </a:moveTo>
                <a:lnTo>
                  <a:pt x="6439807" y="0"/>
                </a:lnTo>
                <a:lnTo>
                  <a:pt x="6439807" y="6857999"/>
                </a:lnTo>
                <a:lnTo>
                  <a:pt x="149318" y="6857999"/>
                </a:lnTo>
                <a:lnTo>
                  <a:pt x="149318" y="6857457"/>
                </a:lnTo>
                <a:lnTo>
                  <a:pt x="22079" y="6857457"/>
                </a:lnTo>
                <a:lnTo>
                  <a:pt x="26851" y="6796804"/>
                </a:lnTo>
                <a:cubicBezTo>
                  <a:pt x="32162" y="6777207"/>
                  <a:pt x="39591" y="6758011"/>
                  <a:pt x="44354" y="6738388"/>
                </a:cubicBezTo>
                <a:cubicBezTo>
                  <a:pt x="48736" y="6720103"/>
                  <a:pt x="58832" y="6702955"/>
                  <a:pt x="67214" y="6685617"/>
                </a:cubicBezTo>
                <a:cubicBezTo>
                  <a:pt x="83217" y="6652472"/>
                  <a:pt x="73120" y="6617036"/>
                  <a:pt x="77310" y="6583128"/>
                </a:cubicBezTo>
                <a:cubicBezTo>
                  <a:pt x="78646" y="6572269"/>
                  <a:pt x="80168" y="6561411"/>
                  <a:pt x="82837" y="6550742"/>
                </a:cubicBezTo>
                <a:cubicBezTo>
                  <a:pt x="89885" y="6521593"/>
                  <a:pt x="95981" y="6491874"/>
                  <a:pt x="105698" y="6463490"/>
                </a:cubicBezTo>
                <a:cubicBezTo>
                  <a:pt x="116555" y="6431292"/>
                  <a:pt x="131034" y="6400429"/>
                  <a:pt x="146085" y="6363664"/>
                </a:cubicBezTo>
                <a:cubicBezTo>
                  <a:pt x="142274" y="6350899"/>
                  <a:pt x="131986" y="6331277"/>
                  <a:pt x="131034" y="6311084"/>
                </a:cubicBezTo>
                <a:cubicBezTo>
                  <a:pt x="127795" y="6246121"/>
                  <a:pt x="145512" y="6185351"/>
                  <a:pt x="173519" y="6127247"/>
                </a:cubicBezTo>
                <a:cubicBezTo>
                  <a:pt x="181900" y="6109530"/>
                  <a:pt x="187424" y="6090477"/>
                  <a:pt x="195616" y="6072569"/>
                </a:cubicBezTo>
                <a:cubicBezTo>
                  <a:pt x="198472" y="6066284"/>
                  <a:pt x="204569" y="6058092"/>
                  <a:pt x="210287" y="6056948"/>
                </a:cubicBezTo>
                <a:cubicBezTo>
                  <a:pt x="243432" y="6050282"/>
                  <a:pt x="242862" y="6025515"/>
                  <a:pt x="244766" y="5999796"/>
                </a:cubicBezTo>
                <a:cubicBezTo>
                  <a:pt x="247051" y="5969124"/>
                  <a:pt x="252386" y="5938836"/>
                  <a:pt x="256958" y="5908355"/>
                </a:cubicBezTo>
                <a:cubicBezTo>
                  <a:pt x="257530" y="5904353"/>
                  <a:pt x="261530" y="5900735"/>
                  <a:pt x="264199" y="5897114"/>
                </a:cubicBezTo>
                <a:cubicBezTo>
                  <a:pt x="268199" y="5891590"/>
                  <a:pt x="274296" y="5886447"/>
                  <a:pt x="275818" y="5880348"/>
                </a:cubicBezTo>
                <a:cubicBezTo>
                  <a:pt x="283249" y="5849107"/>
                  <a:pt x="289535" y="5817674"/>
                  <a:pt x="296393" y="5786239"/>
                </a:cubicBezTo>
                <a:cubicBezTo>
                  <a:pt x="297919" y="5779191"/>
                  <a:pt x="299822" y="5771953"/>
                  <a:pt x="302870" y="5765474"/>
                </a:cubicBezTo>
                <a:cubicBezTo>
                  <a:pt x="305728" y="5759378"/>
                  <a:pt x="310682" y="5754234"/>
                  <a:pt x="313730" y="5748136"/>
                </a:cubicBezTo>
                <a:cubicBezTo>
                  <a:pt x="321921" y="5731564"/>
                  <a:pt x="329541" y="5714607"/>
                  <a:pt x="338685" y="5695178"/>
                </a:cubicBezTo>
                <a:cubicBezTo>
                  <a:pt x="321541" y="5684320"/>
                  <a:pt x="331258" y="5669647"/>
                  <a:pt x="339449" y="5651360"/>
                </a:cubicBezTo>
                <a:cubicBezTo>
                  <a:pt x="347831" y="5632691"/>
                  <a:pt x="350497" y="5611164"/>
                  <a:pt x="353546"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4" y="4893907"/>
                  <a:pt x="406697" y="4884572"/>
                </a:cubicBezTo>
                <a:cubicBezTo>
                  <a:pt x="399647" y="4857522"/>
                  <a:pt x="388978" y="4831420"/>
                  <a:pt x="384216" y="4803988"/>
                </a:cubicBezTo>
                <a:cubicBezTo>
                  <a:pt x="381551" y="4788747"/>
                  <a:pt x="386312" y="4771793"/>
                  <a:pt x="389741" y="4755980"/>
                </a:cubicBezTo>
                <a:cubicBezTo>
                  <a:pt x="393361"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1" y="4346201"/>
                  <a:pt x="391265" y="4340674"/>
                  <a:pt x="392218" y="4335722"/>
                </a:cubicBezTo>
                <a:cubicBezTo>
                  <a:pt x="401743" y="4281810"/>
                  <a:pt x="387837" y="4231324"/>
                  <a:pt x="369547" y="4181603"/>
                </a:cubicBezTo>
                <a:cubicBezTo>
                  <a:pt x="367642" y="4176461"/>
                  <a:pt x="368214" y="4170174"/>
                  <a:pt x="368595" y="4164458"/>
                </a:cubicBezTo>
                <a:cubicBezTo>
                  <a:pt x="369928" y="4148453"/>
                  <a:pt x="376597" y="4131119"/>
                  <a:pt x="372597" y="4116641"/>
                </a:cubicBezTo>
                <a:cubicBezTo>
                  <a:pt x="361545" y="4078159"/>
                  <a:pt x="348211" y="4040058"/>
                  <a:pt x="331447" y="4003861"/>
                </a:cubicBezTo>
                <a:cubicBezTo>
                  <a:pt x="314493" y="3967091"/>
                  <a:pt x="300203" y="3932993"/>
                  <a:pt x="317350" y="3890891"/>
                </a:cubicBezTo>
                <a:cubicBezTo>
                  <a:pt x="324589" y="3872985"/>
                  <a:pt x="319445" y="3849362"/>
                  <a:pt x="317541" y="3828785"/>
                </a:cubicBezTo>
                <a:cubicBezTo>
                  <a:pt x="316016" y="3813737"/>
                  <a:pt x="307442" y="3799258"/>
                  <a:pt x="307442" y="3784397"/>
                </a:cubicBezTo>
                <a:cubicBezTo>
                  <a:pt x="307442" y="3744770"/>
                  <a:pt x="297346" y="3709529"/>
                  <a:pt x="276771" y="3675238"/>
                </a:cubicBezTo>
                <a:cubicBezTo>
                  <a:pt x="268770" y="3661899"/>
                  <a:pt x="274105" y="3641134"/>
                  <a:pt x="272009" y="3623799"/>
                </a:cubicBezTo>
                <a:cubicBezTo>
                  <a:pt x="269533" y="3605509"/>
                  <a:pt x="267247" y="3586653"/>
                  <a:pt x="261721" y="3569124"/>
                </a:cubicBezTo>
                <a:cubicBezTo>
                  <a:pt x="247242" y="3523785"/>
                  <a:pt x="230859" y="3479015"/>
                  <a:pt x="215618" y="3433866"/>
                </a:cubicBezTo>
                <a:cubicBezTo>
                  <a:pt x="203045" y="3396719"/>
                  <a:pt x="212952" y="3360139"/>
                  <a:pt x="218285" y="3323372"/>
                </a:cubicBezTo>
                <a:cubicBezTo>
                  <a:pt x="221716" y="3300319"/>
                  <a:pt x="229907" y="3278795"/>
                  <a:pt x="217715" y="3252885"/>
                </a:cubicBezTo>
                <a:cubicBezTo>
                  <a:pt x="206093" y="3228119"/>
                  <a:pt x="208761" y="3196686"/>
                  <a:pt x="202474" y="3168870"/>
                </a:cubicBezTo>
                <a:cubicBezTo>
                  <a:pt x="197141" y="3145436"/>
                  <a:pt x="188566" y="3122770"/>
                  <a:pt x="180184" y="3100099"/>
                </a:cubicBezTo>
                <a:cubicBezTo>
                  <a:pt x="168753" y="3069235"/>
                  <a:pt x="156753" y="3038756"/>
                  <a:pt x="162468" y="3005035"/>
                </a:cubicBezTo>
                <a:cubicBezTo>
                  <a:pt x="168946" y="2966742"/>
                  <a:pt x="144561" y="2940455"/>
                  <a:pt x="128367" y="2910353"/>
                </a:cubicBezTo>
                <a:cubicBezTo>
                  <a:pt x="117318" y="2889587"/>
                  <a:pt x="109126" y="2866918"/>
                  <a:pt x="102267" y="2844248"/>
                </a:cubicBezTo>
                <a:cubicBezTo>
                  <a:pt x="93313" y="2813958"/>
                  <a:pt x="87978" y="2782716"/>
                  <a:pt x="79217" y="2752235"/>
                </a:cubicBezTo>
                <a:cubicBezTo>
                  <a:pt x="66072" y="2706131"/>
                  <a:pt x="55784"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2" y="2360933"/>
                </a:cubicBezTo>
                <a:cubicBezTo>
                  <a:pt x="28541" y="2356744"/>
                  <a:pt x="36543" y="2344741"/>
                  <a:pt x="37878" y="2335405"/>
                </a:cubicBezTo>
                <a:cubicBezTo>
                  <a:pt x="41877" y="2307402"/>
                  <a:pt x="35972" y="2281683"/>
                  <a:pt x="23017" y="2254633"/>
                </a:cubicBezTo>
                <a:cubicBezTo>
                  <a:pt x="10825" y="2229296"/>
                  <a:pt x="12159" y="2197670"/>
                  <a:pt x="7395" y="2168903"/>
                </a:cubicBezTo>
                <a:cubicBezTo>
                  <a:pt x="5681"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6" y="1938009"/>
                  <a:pt x="18445" y="1921817"/>
                </a:cubicBezTo>
                <a:cubicBezTo>
                  <a:pt x="19779" y="1915912"/>
                  <a:pt x="24922" y="1910004"/>
                  <a:pt x="24161" y="1904673"/>
                </a:cubicBezTo>
                <a:cubicBezTo>
                  <a:pt x="15970" y="1851709"/>
                  <a:pt x="52545" y="1813610"/>
                  <a:pt x="68738" y="1768838"/>
                </a:cubicBezTo>
                <a:cubicBezTo>
                  <a:pt x="85885" y="1721785"/>
                  <a:pt x="112174" y="1676253"/>
                  <a:pt x="104364" y="1623675"/>
                </a:cubicBezTo>
                <a:cubicBezTo>
                  <a:pt x="99601" y="1591859"/>
                  <a:pt x="88551" y="1561189"/>
                  <a:pt x="81883" y="1529563"/>
                </a:cubicBezTo>
                <a:cubicBezTo>
                  <a:pt x="79597" y="1518324"/>
                  <a:pt x="79979" y="1505751"/>
                  <a:pt x="82264" y="1494509"/>
                </a:cubicBezTo>
                <a:cubicBezTo>
                  <a:pt x="92744" y="1440216"/>
                  <a:pt x="94267" y="1386684"/>
                  <a:pt x="77120" y="1333341"/>
                </a:cubicBezTo>
                <a:cubicBezTo>
                  <a:pt x="74262" y="1324198"/>
                  <a:pt x="71597" y="1314483"/>
                  <a:pt x="71597" y="1304955"/>
                </a:cubicBezTo>
                <a:cubicBezTo>
                  <a:pt x="71597" y="1252757"/>
                  <a:pt x="75597" y="1201512"/>
                  <a:pt x="94267" y="1151600"/>
                </a:cubicBezTo>
                <a:cubicBezTo>
                  <a:pt x="100554" y="1134834"/>
                  <a:pt x="96553" y="1114449"/>
                  <a:pt x="98078" y="1095972"/>
                </a:cubicBezTo>
                <a:cubicBezTo>
                  <a:pt x="99409" y="1078826"/>
                  <a:pt x="99981" y="1061298"/>
                  <a:pt x="104364" y="1044725"/>
                </a:cubicBezTo>
                <a:cubicBezTo>
                  <a:pt x="110839" y="1020529"/>
                  <a:pt x="111601" y="998052"/>
                  <a:pt x="105887" y="973095"/>
                </a:cubicBezTo>
                <a:cubicBezTo>
                  <a:pt x="100554" y="949281"/>
                  <a:pt x="103220" y="923562"/>
                  <a:pt x="103029" y="898797"/>
                </a:cubicBezTo>
                <a:cubicBezTo>
                  <a:pt x="102839" y="871173"/>
                  <a:pt x="102649" y="843552"/>
                  <a:pt x="103601" y="815929"/>
                </a:cubicBezTo>
                <a:cubicBezTo>
                  <a:pt x="103981" y="804877"/>
                  <a:pt x="111601" y="792306"/>
                  <a:pt x="108553" y="783158"/>
                </a:cubicBezTo>
                <a:cubicBezTo>
                  <a:pt x="98267" y="753633"/>
                  <a:pt x="110649" y="724104"/>
                  <a:pt x="105127" y="694576"/>
                </a:cubicBezTo>
                <a:cubicBezTo>
                  <a:pt x="102267" y="680096"/>
                  <a:pt x="110078" y="663713"/>
                  <a:pt x="110839" y="648092"/>
                </a:cubicBezTo>
                <a:cubicBezTo>
                  <a:pt x="112174" y="622564"/>
                  <a:pt x="111601" y="597037"/>
                  <a:pt x="111983" y="571508"/>
                </a:cubicBezTo>
                <a:cubicBezTo>
                  <a:pt x="112174" y="563125"/>
                  <a:pt x="112936" y="554933"/>
                  <a:pt x="113318" y="546552"/>
                </a:cubicBezTo>
                <a:cubicBezTo>
                  <a:pt x="113697" y="539121"/>
                  <a:pt x="115411" y="531310"/>
                  <a:pt x="114081" y="524262"/>
                </a:cubicBezTo>
                <a:cubicBezTo>
                  <a:pt x="109315" y="498733"/>
                  <a:pt x="101505" y="473587"/>
                  <a:pt x="98457" y="447870"/>
                </a:cubicBezTo>
                <a:cubicBezTo>
                  <a:pt x="95792" y="425581"/>
                  <a:pt x="99409" y="402529"/>
                  <a:pt x="97505" y="380050"/>
                </a:cubicBezTo>
                <a:cubicBezTo>
                  <a:pt x="94267" y="340425"/>
                  <a:pt x="88551" y="300800"/>
                  <a:pt x="84930" y="261173"/>
                </a:cubicBezTo>
                <a:cubicBezTo>
                  <a:pt x="84168" y="252600"/>
                  <a:pt x="88934" y="243648"/>
                  <a:pt x="89314" y="234883"/>
                </a:cubicBezTo>
                <a:cubicBezTo>
                  <a:pt x="90266" y="207450"/>
                  <a:pt x="90457" y="180017"/>
                  <a:pt x="91027" y="152584"/>
                </a:cubicBezTo>
                <a:cubicBezTo>
                  <a:pt x="91218" y="136963"/>
                  <a:pt x="90647" y="121150"/>
                  <a:pt x="92361" y="105718"/>
                </a:cubicBezTo>
                <a:cubicBezTo>
                  <a:pt x="94647" y="85336"/>
                  <a:pt x="98078" y="66857"/>
                  <a:pt x="83217" y="47806"/>
                </a:cubicBezTo>
                <a:cubicBezTo>
                  <a:pt x="77453" y="40471"/>
                  <a:pt x="73691" y="32636"/>
                  <a:pt x="71207" y="24480"/>
                </a:cubicBezTo>
                <a:close/>
              </a:path>
            </a:pathLst>
          </a:custGeom>
          <a:effectLst>
            <a:outerShdw blurRad="381000" dist="152400" dir="10800000" algn="tr" rotWithShape="0">
              <a:prstClr val="black">
                <a:alpha val="10000"/>
              </a:prstClr>
            </a:outerShdw>
          </a:effectLst>
        </p:spPr>
      </p:pic>
      <p:grpSp>
        <p:nvGrpSpPr>
          <p:cNvPr id="41" name="Group 40">
            <a:extLst>
              <a:ext uri="{FF2B5EF4-FFF2-40B4-BE49-F238E27FC236}">
                <a16:creationId xmlns:a16="http://schemas.microsoft.com/office/drawing/2014/main" id="{4EA04677-6B2C-40F4-975C-ED91965527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4273" y="0"/>
            <a:ext cx="656039" cy="6857455"/>
            <a:chOff x="5632356" y="0"/>
            <a:chExt cx="874718" cy="6857455"/>
          </a:xfrm>
        </p:grpSpPr>
        <p:sp>
          <p:nvSpPr>
            <p:cNvPr id="42" name="Freeform: Shape 41">
              <a:extLst>
                <a:ext uri="{FF2B5EF4-FFF2-40B4-BE49-F238E27FC236}">
                  <a16:creationId xmlns:a16="http://schemas.microsoft.com/office/drawing/2014/main" id="{3F1ABE2E-F19F-4BD3-B0FA-8A2D8885B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C86D0F14-D449-4833-830D-A382829E2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hurricane in the ocean&#10;&#10;AI-generated content may be incorrect.">
            <a:extLst>
              <a:ext uri="{FF2B5EF4-FFF2-40B4-BE49-F238E27FC236}">
                <a16:creationId xmlns:a16="http://schemas.microsoft.com/office/drawing/2014/main" id="{A90838CF-BFDE-9D01-D6FE-21CBC47115DE}"/>
              </a:ext>
            </a:extLst>
          </p:cNvPr>
          <p:cNvPicPr>
            <a:picLocks noChangeAspect="1"/>
          </p:cNvPicPr>
          <p:nvPr/>
        </p:nvPicPr>
        <p:blipFill>
          <a:blip r:embed="rId2"/>
          <a:srcRect l="7287" r="1183" b="2"/>
          <a:stretch>
            <a:fillRect/>
          </a:stretch>
        </p:blipFill>
        <p:spPr>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5" name="Content Placeholder 4" descr="A building with a sign on the front&#10;&#10;AI-generated content may be incorrect.">
            <a:extLst>
              <a:ext uri="{FF2B5EF4-FFF2-40B4-BE49-F238E27FC236}">
                <a16:creationId xmlns:a16="http://schemas.microsoft.com/office/drawing/2014/main" id="{DEE5A84E-EE31-E89E-865F-C8674325A6D8}"/>
              </a:ext>
            </a:extLst>
          </p:cNvPr>
          <p:cNvPicPr>
            <a:picLocks noChangeAspect="1"/>
          </p:cNvPicPr>
          <p:nvPr/>
        </p:nvPicPr>
        <p:blipFill>
          <a:blip r:embed="rId3"/>
          <a:srcRect t="8037" r="-2" b="-2"/>
          <a:stretch>
            <a:fillRect/>
          </a:stretch>
        </p:blipFill>
        <p:spPr>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53" name="Freeform: Shape 52">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5" name="Freeform: Shape 54">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10B384A7-3BA2-F9F7-D36C-019D957FBE19}"/>
              </a:ext>
            </a:extLst>
          </p:cNvPr>
          <p:cNvSpPr>
            <a:spLocks noGrp="1"/>
          </p:cNvSpPr>
          <p:nvPr>
            <p:ph type="title"/>
          </p:nvPr>
        </p:nvSpPr>
        <p:spPr>
          <a:xfrm>
            <a:off x="336042" y="859536"/>
            <a:ext cx="3624601" cy="1243584"/>
          </a:xfrm>
        </p:spPr>
        <p:txBody>
          <a:bodyPr>
            <a:normAutofit/>
          </a:bodyPr>
          <a:lstStyle/>
          <a:p>
            <a:r>
              <a:rPr lang="en-US" sz="3000"/>
              <a:t>Real Use Case of Machine Learning</a:t>
            </a:r>
            <a:endParaRPr lang="en-US" sz="3000" dirty="0"/>
          </a:p>
        </p:txBody>
      </p:sp>
      <p:sp>
        <p:nvSpPr>
          <p:cNvPr id="50" name="Rectangle 49">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52" name="Rectangle 51">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Content Placeholder 10">
            <a:extLst>
              <a:ext uri="{FF2B5EF4-FFF2-40B4-BE49-F238E27FC236}">
                <a16:creationId xmlns:a16="http://schemas.microsoft.com/office/drawing/2014/main" id="{ECC97977-6693-FEF6-BE63-E4BE8E9AC5E4}"/>
              </a:ext>
            </a:extLst>
          </p:cNvPr>
          <p:cNvSpPr>
            <a:spLocks noGrp="1"/>
          </p:cNvSpPr>
          <p:nvPr>
            <p:ph idx="1"/>
          </p:nvPr>
        </p:nvSpPr>
        <p:spPr>
          <a:xfrm>
            <a:off x="336042" y="2512611"/>
            <a:ext cx="3624602" cy="3664351"/>
          </a:xfrm>
        </p:spPr>
        <p:txBody>
          <a:bodyPr>
            <a:normAutofit/>
          </a:bodyPr>
          <a:lstStyle/>
          <a:p>
            <a:r>
              <a:rPr lang="en-US" sz="1700" b="0" i="0">
                <a:effectLst/>
                <a:latin typeface="Segoe Sans"/>
              </a:rPr>
              <a:t>Hurricane Frances was approaching Florida in 2004, and Walmart needed to stock stores efficiently for emergency demand</a:t>
            </a:r>
          </a:p>
          <a:p>
            <a:r>
              <a:rPr lang="en-US" sz="1700" b="0" i="0">
                <a:effectLst/>
                <a:latin typeface="Segoe Sans"/>
              </a:rPr>
              <a:t>Walmart often waited for demand to spike before responding, leading to delays, stockouts, and missed sales opportunities</a:t>
            </a:r>
            <a:endParaRPr lang="en-US" sz="1700"/>
          </a:p>
        </p:txBody>
      </p:sp>
    </p:spTree>
    <p:extLst>
      <p:ext uri="{BB962C8B-B14F-4D97-AF65-F5344CB8AC3E}">
        <p14:creationId xmlns:p14="http://schemas.microsoft.com/office/powerpoint/2010/main" val="835315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7" y="-1"/>
            <a:ext cx="9143999"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774" y="670559"/>
            <a:ext cx="3512491" cy="2148841"/>
          </a:xfrm>
        </p:spPr>
        <p:txBody>
          <a:bodyPr anchor="t">
            <a:normAutofit/>
          </a:bodyPr>
          <a:lstStyle/>
          <a:p>
            <a:r>
              <a:rPr lang="en-US"/>
              <a:t>Walmart &amp; Hurricane Frances</a:t>
            </a:r>
          </a:p>
        </p:txBody>
      </p:sp>
      <p:pic>
        <p:nvPicPr>
          <p:cNvPr id="5" name="Picture 4" descr="A group of people in a store&#10;&#10;AI-generated content may be incorrect.">
            <a:extLst>
              <a:ext uri="{FF2B5EF4-FFF2-40B4-BE49-F238E27FC236}">
                <a16:creationId xmlns:a16="http://schemas.microsoft.com/office/drawing/2014/main" id="{7756025D-95FC-C891-24E0-1382A5C0A1B1}"/>
              </a:ext>
            </a:extLst>
          </p:cNvPr>
          <p:cNvPicPr>
            <a:picLocks noChangeAspect="1"/>
          </p:cNvPicPr>
          <p:nvPr/>
        </p:nvPicPr>
        <p:blipFill>
          <a:blip r:embed="rId3"/>
          <a:srcRect l="11412" r="16420" b="-2"/>
          <a:stretch>
            <a:fillRect/>
          </a:stretch>
        </p:blipFill>
        <p:spPr>
          <a:xfrm>
            <a:off x="20" y="3105151"/>
            <a:ext cx="4836298"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p:cNvSpPr>
            <a:spLocks noGrp="1"/>
          </p:cNvSpPr>
          <p:nvPr>
            <p:ph idx="1"/>
          </p:nvPr>
        </p:nvSpPr>
        <p:spPr>
          <a:xfrm>
            <a:off x="5097753" y="670559"/>
            <a:ext cx="3416836" cy="5445076"/>
          </a:xfrm>
        </p:spPr>
        <p:txBody>
          <a:bodyPr anchor="t">
            <a:noAutofit/>
          </a:bodyPr>
          <a:lstStyle/>
          <a:p>
            <a:r>
              <a:rPr lang="en-US" sz="2400" dirty="0"/>
              <a:t>Walmart used ML to analyze past hurricane sales data</a:t>
            </a:r>
          </a:p>
          <a:p>
            <a:r>
              <a:rPr lang="en-US" sz="2400" dirty="0"/>
              <a:t>Discovered unexpected demand patterns (e.g., Pop-Tarts, beer)</a:t>
            </a:r>
          </a:p>
          <a:p>
            <a:r>
              <a:rPr lang="en-US" sz="2400" dirty="0"/>
              <a:t>Pre-positioned inventory based on predictions</a:t>
            </a:r>
          </a:p>
          <a:p>
            <a:r>
              <a:rPr lang="en-US" sz="2400" dirty="0"/>
              <a:t>Boosted customer satisfaction and sales</a:t>
            </a:r>
          </a:p>
          <a:p>
            <a:r>
              <a:rPr lang="en-US" sz="2400" dirty="0"/>
              <a:t>Shows ML's power to find hidden patterns and drive smart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11A104-47D5-504E-11D1-4FE8A4DB5C6A}"/>
              </a:ext>
            </a:extLst>
          </p:cNvPr>
          <p:cNvPicPr>
            <a:picLocks noChangeAspect="1"/>
          </p:cNvPicPr>
          <p:nvPr/>
        </p:nvPicPr>
        <p:blipFill>
          <a:blip r:embed="rId3">
            <a:duotone>
              <a:schemeClr val="bg2">
                <a:shade val="45000"/>
                <a:satMod val="135000"/>
              </a:schemeClr>
              <a:prstClr val="white"/>
            </a:duotone>
          </a:blip>
          <a:srcRect r="10999"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Why Machine Learning Matters</a:t>
            </a:r>
          </a:p>
        </p:txBody>
      </p:sp>
      <p:graphicFrame>
        <p:nvGraphicFramePr>
          <p:cNvPr id="5" name="Content Placeholder 2">
            <a:extLst>
              <a:ext uri="{FF2B5EF4-FFF2-40B4-BE49-F238E27FC236}">
                <a16:creationId xmlns:a16="http://schemas.microsoft.com/office/drawing/2014/main" id="{7FAE981F-4543-6537-EF2A-CAF7BD9F7073}"/>
              </a:ext>
            </a:extLst>
          </p:cNvPr>
          <p:cNvGraphicFramePr>
            <a:graphicFrameLocks noGrp="1"/>
          </p:cNvGraphicFramePr>
          <p:nvPr>
            <p:ph idx="1"/>
            <p:extLst>
              <p:ext uri="{D42A27DB-BD31-4B8C-83A1-F6EECF244321}">
                <p14:modId xmlns:p14="http://schemas.microsoft.com/office/powerpoint/2010/main" val="396908069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a:solidFill>
                  <a:srgbClr val="FFFFFF"/>
                </a:solidFill>
              </a:rPr>
              <a:t>Types of Machine Learning</a:t>
            </a:r>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buFont typeface="Wingdings" panose="05000000000000000000" pitchFamily="2" charset="2"/>
              <a:buChar char="q"/>
            </a:pPr>
            <a:r>
              <a:rPr lang="en-US" sz="3000" dirty="0">
                <a:solidFill>
                  <a:srgbClr val="FF0000"/>
                </a:solidFill>
              </a:rPr>
              <a:t>Supervised Learning:</a:t>
            </a:r>
          </a:p>
          <a:p>
            <a:pPr>
              <a:lnSpc>
                <a:spcPct val="90000"/>
              </a:lnSpc>
            </a:pPr>
            <a:r>
              <a:rPr lang="en-US" sz="3000" dirty="0"/>
              <a:t>Labeled examples</a:t>
            </a:r>
          </a:p>
          <a:p>
            <a:pPr>
              <a:lnSpc>
                <a:spcPct val="90000"/>
              </a:lnSpc>
            </a:pPr>
            <a:r>
              <a:rPr lang="en-US" sz="3000" dirty="0"/>
              <a:t>E.g., predicting house prices</a:t>
            </a:r>
          </a:p>
          <a:p>
            <a:pPr>
              <a:lnSpc>
                <a:spcPct val="90000"/>
              </a:lnSpc>
            </a:pPr>
            <a:endParaRPr lang="en-US" sz="3000" dirty="0"/>
          </a:p>
          <a:p>
            <a:pPr>
              <a:lnSpc>
                <a:spcPct val="90000"/>
              </a:lnSpc>
              <a:buFont typeface="Wingdings" panose="05000000000000000000" pitchFamily="2" charset="2"/>
              <a:buChar char="q"/>
            </a:pPr>
            <a:r>
              <a:rPr lang="en-US" sz="3000" dirty="0">
                <a:solidFill>
                  <a:srgbClr val="FF0000"/>
                </a:solidFill>
              </a:rPr>
              <a:t>Unsupervised Learning</a:t>
            </a:r>
            <a:r>
              <a:rPr lang="en-US" sz="3000" dirty="0"/>
              <a:t>:</a:t>
            </a:r>
          </a:p>
          <a:p>
            <a:pPr>
              <a:lnSpc>
                <a:spcPct val="90000"/>
              </a:lnSpc>
            </a:pPr>
            <a:r>
              <a:rPr lang="en-US" sz="3000" dirty="0"/>
              <a:t>Finds hidden patterns</a:t>
            </a:r>
          </a:p>
          <a:p>
            <a:pPr>
              <a:lnSpc>
                <a:spcPct val="90000"/>
              </a:lnSpc>
            </a:pPr>
            <a:r>
              <a:rPr lang="en-US" sz="3000" dirty="0"/>
              <a:t>E.g., customer segmentation</a:t>
            </a:r>
          </a:p>
          <a:p>
            <a:pPr>
              <a:lnSpc>
                <a:spcPct val="90000"/>
              </a:lnSpc>
            </a:pPr>
            <a:endParaRPr lang="en-US" sz="3000" dirty="0"/>
          </a:p>
          <a:p>
            <a:pPr>
              <a:lnSpc>
                <a:spcPct val="90000"/>
              </a:lnSpc>
              <a:buFont typeface="Wingdings" panose="05000000000000000000" pitchFamily="2" charset="2"/>
              <a:buChar char="q"/>
            </a:pPr>
            <a:r>
              <a:rPr lang="en-US" sz="3000" dirty="0">
                <a:solidFill>
                  <a:srgbClr val="FF0000"/>
                </a:solidFill>
              </a:rPr>
              <a:t>Reinforcement Learning:</a:t>
            </a:r>
          </a:p>
          <a:p>
            <a:pPr>
              <a:lnSpc>
                <a:spcPct val="90000"/>
              </a:lnSpc>
            </a:pPr>
            <a:r>
              <a:rPr lang="en-US" sz="3000" dirty="0"/>
              <a:t>Learns by trial and error</a:t>
            </a:r>
          </a:p>
          <a:p>
            <a:pPr>
              <a:lnSpc>
                <a:spcPct val="90000"/>
              </a:lnSpc>
            </a:pPr>
            <a:r>
              <a:rPr lang="en-US" sz="3000" dirty="0"/>
              <a:t>E.g., game-playing AIs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D8BAE-3CA9-698A-DDDB-A01EE3802967}"/>
              </a:ext>
            </a:extLst>
          </p:cNvPr>
          <p:cNvSpPr>
            <a:spLocks noGrp="1"/>
          </p:cNvSpPr>
          <p:nvPr>
            <p:ph type="title"/>
          </p:nvPr>
        </p:nvSpPr>
        <p:spPr>
          <a:xfrm>
            <a:off x="473202" y="640080"/>
            <a:ext cx="3614166" cy="1481328"/>
          </a:xfrm>
        </p:spPr>
        <p:txBody>
          <a:bodyPr anchor="b">
            <a:normAutofit/>
          </a:bodyPr>
          <a:lstStyle/>
          <a:p>
            <a:r>
              <a:rPr lang="en-US" sz="4700"/>
              <a:t>Supervised</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3F12575-FDCF-3D0C-49E5-70753F36AF4E}"/>
              </a:ext>
            </a:extLst>
          </p:cNvPr>
          <p:cNvSpPr>
            <a:spLocks noGrp="1"/>
          </p:cNvSpPr>
          <p:nvPr>
            <p:ph idx="1"/>
          </p:nvPr>
        </p:nvSpPr>
        <p:spPr>
          <a:xfrm>
            <a:off x="473202" y="2660904"/>
            <a:ext cx="3614166" cy="3547872"/>
          </a:xfrm>
        </p:spPr>
        <p:txBody>
          <a:bodyPr anchor="t">
            <a:normAutofit/>
          </a:bodyPr>
          <a:lstStyle/>
          <a:p>
            <a:pPr>
              <a:spcBef>
                <a:spcPts val="300"/>
              </a:spcBef>
              <a:spcAft>
                <a:spcPts val="300"/>
              </a:spcAft>
              <a:buFont typeface="Arial" panose="020B0604020202020204" pitchFamily="34" charset="0"/>
              <a:buChar char="•"/>
            </a:pPr>
            <a:r>
              <a:rPr lang="en-US" sz="1900" b="1" i="0" dirty="0">
                <a:effectLst/>
                <a:latin typeface="Segoe Sans"/>
              </a:rPr>
              <a:t>Definition</a:t>
            </a:r>
            <a:r>
              <a:rPr lang="en-US" sz="1900" b="0" i="0" dirty="0">
                <a:effectLst/>
                <a:latin typeface="Segoe Sans"/>
              </a:rPr>
              <a:t>: ML technique where the model learns from labeled data (input + correct output).</a:t>
            </a:r>
          </a:p>
          <a:p>
            <a:pPr>
              <a:spcBef>
                <a:spcPts val="300"/>
              </a:spcBef>
              <a:spcAft>
                <a:spcPts val="300"/>
              </a:spcAft>
              <a:buFont typeface="Arial" panose="020B0604020202020204" pitchFamily="34" charset="0"/>
              <a:buChar char="•"/>
            </a:pPr>
            <a:r>
              <a:rPr lang="en-US" sz="1900" b="1" i="0" dirty="0">
                <a:effectLst/>
                <a:latin typeface="Segoe Sans"/>
              </a:rPr>
              <a:t>Goal</a:t>
            </a:r>
            <a:r>
              <a:rPr lang="en-US" sz="1900" b="0" i="0" dirty="0">
                <a:effectLst/>
                <a:latin typeface="Segoe Sans"/>
              </a:rPr>
              <a:t>: Predict outcomes for new data based on learned patterns.</a:t>
            </a:r>
          </a:p>
          <a:p>
            <a:pPr>
              <a:spcBef>
                <a:spcPts val="300"/>
              </a:spcBef>
              <a:spcAft>
                <a:spcPts val="300"/>
              </a:spcAft>
              <a:buFont typeface="Arial" panose="020B0604020202020204" pitchFamily="34" charset="0"/>
              <a:buChar char="•"/>
            </a:pPr>
            <a:r>
              <a:rPr lang="en-US" sz="1900" b="1" i="0" dirty="0">
                <a:effectLst/>
                <a:latin typeface="Segoe Sans"/>
              </a:rPr>
              <a:t>How it works</a:t>
            </a:r>
            <a:r>
              <a:rPr lang="en-US" sz="1900" b="0" i="0" dirty="0">
                <a:effectLst/>
                <a:latin typeface="Segoe Sans"/>
              </a:rPr>
              <a:t>: Train the model using examples with known answers.</a:t>
            </a:r>
          </a:p>
          <a:p>
            <a:pPr marL="0" indent="0">
              <a:buNone/>
            </a:pPr>
            <a:endParaRPr lang="en-US" sz="1900" dirty="0"/>
          </a:p>
        </p:txBody>
      </p:sp>
      <p:pic>
        <p:nvPicPr>
          <p:cNvPr id="7" name="Graphic 6" descr="Gears">
            <a:extLst>
              <a:ext uri="{FF2B5EF4-FFF2-40B4-BE49-F238E27FC236}">
                <a16:creationId xmlns:a16="http://schemas.microsoft.com/office/drawing/2014/main" id="{514ACEC4-A576-03C2-DF87-2B4887AA5A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4286" y="1381887"/>
            <a:ext cx="4094226" cy="4094226"/>
          </a:xfrm>
          <a:prstGeom prst="rect">
            <a:avLst/>
          </a:prstGeom>
        </p:spPr>
      </p:pic>
    </p:spTree>
    <p:extLst>
      <p:ext uri="{BB962C8B-B14F-4D97-AF65-F5344CB8AC3E}">
        <p14:creationId xmlns:p14="http://schemas.microsoft.com/office/powerpoint/2010/main" val="345545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70FD84-A8D1-D16B-F906-32ECCA1E2FE0}"/>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Real World Example of Supervised</a:t>
            </a:r>
          </a:p>
        </p:txBody>
      </p:sp>
      <p:graphicFrame>
        <p:nvGraphicFramePr>
          <p:cNvPr id="12" name="Content Placeholder 2">
            <a:extLst>
              <a:ext uri="{FF2B5EF4-FFF2-40B4-BE49-F238E27FC236}">
                <a16:creationId xmlns:a16="http://schemas.microsoft.com/office/drawing/2014/main" id="{9DE3C879-0B26-F116-27AF-7CA0A56970C6}"/>
              </a:ext>
            </a:extLst>
          </p:cNvPr>
          <p:cNvGraphicFramePr>
            <a:graphicFrameLocks noGrp="1"/>
          </p:cNvGraphicFramePr>
          <p:nvPr>
            <p:ph idx="1"/>
            <p:extLst>
              <p:ext uri="{D42A27DB-BD31-4B8C-83A1-F6EECF244321}">
                <p14:modId xmlns:p14="http://schemas.microsoft.com/office/powerpoint/2010/main" val="394286892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6371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503C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machine learning&#10;&#10;AI-generated content may be incorrect.">
            <a:extLst>
              <a:ext uri="{FF2B5EF4-FFF2-40B4-BE49-F238E27FC236}">
                <a16:creationId xmlns:a16="http://schemas.microsoft.com/office/drawing/2014/main" id="{CBB324BF-431A-D93F-06CD-5F6B5316AC81}"/>
              </a:ext>
            </a:extLst>
          </p:cNvPr>
          <p:cNvPicPr>
            <a:picLocks noGrp="1" noChangeAspect="1"/>
          </p:cNvPicPr>
          <p:nvPr>
            <p:ph idx="1"/>
          </p:nvPr>
        </p:nvPicPr>
        <p:blipFill>
          <a:blip r:embed="rId2"/>
          <a:stretch>
            <a:fillRect/>
          </a:stretch>
        </p:blipFill>
        <p:spPr>
          <a:xfrm>
            <a:off x="648714" y="643467"/>
            <a:ext cx="7846571" cy="5571066"/>
          </a:xfrm>
          <a:prstGeom prst="rect">
            <a:avLst/>
          </a:prstGeom>
        </p:spPr>
      </p:pic>
    </p:spTree>
    <p:extLst>
      <p:ext uri="{BB962C8B-B14F-4D97-AF65-F5344CB8AC3E}">
        <p14:creationId xmlns:p14="http://schemas.microsoft.com/office/powerpoint/2010/main" val="3276384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43AA6-4AA1-0627-B979-F90B43DF90F3}"/>
              </a:ext>
            </a:extLst>
          </p:cNvPr>
          <p:cNvSpPr>
            <a:spLocks noGrp="1"/>
          </p:cNvSpPr>
          <p:nvPr>
            <p:ph type="title"/>
          </p:nvPr>
        </p:nvSpPr>
        <p:spPr>
          <a:xfrm>
            <a:off x="840699" y="687480"/>
            <a:ext cx="5605629" cy="994172"/>
          </a:xfrm>
        </p:spPr>
        <p:txBody>
          <a:bodyPr>
            <a:normAutofit/>
          </a:bodyPr>
          <a:lstStyle/>
          <a:p>
            <a:r>
              <a:rPr lang="en-US" sz="3850"/>
              <a:t>Unsupervised</a:t>
            </a:r>
          </a:p>
        </p:txBody>
      </p:sp>
      <p:sp>
        <p:nvSpPr>
          <p:cNvPr id="3" name="Content Placeholder 2">
            <a:extLst>
              <a:ext uri="{FF2B5EF4-FFF2-40B4-BE49-F238E27FC236}">
                <a16:creationId xmlns:a16="http://schemas.microsoft.com/office/drawing/2014/main" id="{4EFDFE14-47CA-2CC2-CF05-8BF02559151D}"/>
              </a:ext>
            </a:extLst>
          </p:cNvPr>
          <p:cNvSpPr>
            <a:spLocks noGrp="1"/>
          </p:cNvSpPr>
          <p:nvPr>
            <p:ph idx="1"/>
          </p:nvPr>
        </p:nvSpPr>
        <p:spPr>
          <a:xfrm>
            <a:off x="852321" y="2227943"/>
            <a:ext cx="5033221" cy="3788227"/>
          </a:xfrm>
        </p:spPr>
        <p:txBody>
          <a:bodyPr anchor="ctr">
            <a:normAutofit/>
          </a:bodyPr>
          <a:lstStyle/>
          <a:p>
            <a:pPr>
              <a:lnSpc>
                <a:spcPct val="90000"/>
              </a:lnSpc>
              <a:spcBef>
                <a:spcPts val="300"/>
              </a:spcBef>
              <a:spcAft>
                <a:spcPts val="300"/>
              </a:spcAft>
              <a:buFont typeface="Arial" panose="020B0604020202020204" pitchFamily="34" charset="0"/>
              <a:buChar char="•"/>
            </a:pPr>
            <a:r>
              <a:rPr lang="en-US" sz="1900" b="1" i="0">
                <a:effectLst/>
                <a:latin typeface="Segoe Sans"/>
              </a:rPr>
              <a:t>Definition</a:t>
            </a:r>
            <a:r>
              <a:rPr lang="en-US" sz="1900" b="0" i="0">
                <a:effectLst/>
                <a:latin typeface="Segoe Sans"/>
              </a:rPr>
              <a:t>: ML technique where the model learns from </a:t>
            </a:r>
            <a:r>
              <a:rPr lang="en-US" sz="1900" b="1" i="0">
                <a:effectLst/>
                <a:latin typeface="Segoe Sans"/>
              </a:rPr>
              <a:t>unlabeled data</a:t>
            </a:r>
            <a:r>
              <a:rPr lang="en-US" sz="1900" b="0" i="0">
                <a:effectLst/>
                <a:latin typeface="Segoe Sans"/>
              </a:rPr>
              <a:t> — no correct answers provided.</a:t>
            </a:r>
          </a:p>
          <a:p>
            <a:pPr>
              <a:lnSpc>
                <a:spcPct val="90000"/>
              </a:lnSpc>
              <a:spcBef>
                <a:spcPts val="300"/>
              </a:spcBef>
              <a:spcAft>
                <a:spcPts val="300"/>
              </a:spcAft>
              <a:buFont typeface="Arial" panose="020B0604020202020204" pitchFamily="34" charset="0"/>
              <a:buChar char="•"/>
            </a:pPr>
            <a:r>
              <a:rPr lang="en-US" sz="1900" b="1" i="0">
                <a:effectLst/>
                <a:latin typeface="Segoe Sans"/>
              </a:rPr>
              <a:t>Goal</a:t>
            </a:r>
            <a:r>
              <a:rPr lang="en-US" sz="1900" b="0" i="0">
                <a:effectLst/>
                <a:latin typeface="Segoe Sans"/>
              </a:rPr>
              <a:t>: Discover hidden patterns, groupings, or structures in the data.</a:t>
            </a:r>
          </a:p>
          <a:p>
            <a:pPr>
              <a:lnSpc>
                <a:spcPct val="90000"/>
              </a:lnSpc>
              <a:spcBef>
                <a:spcPts val="300"/>
              </a:spcBef>
              <a:spcAft>
                <a:spcPts val="300"/>
              </a:spcAft>
              <a:buFont typeface="Arial" panose="020B0604020202020204" pitchFamily="34" charset="0"/>
              <a:buChar char="•"/>
            </a:pPr>
            <a:r>
              <a:rPr lang="en-US" sz="1900" b="1" i="0">
                <a:effectLst/>
                <a:latin typeface="Segoe Sans"/>
              </a:rPr>
              <a:t>How it works</a:t>
            </a:r>
            <a:r>
              <a:rPr lang="en-US" sz="1900" b="0" i="0">
                <a:effectLst/>
                <a:latin typeface="Segoe Sans"/>
              </a:rPr>
              <a:t>: The model explores the data and organizes it based on similarities or relationships.</a:t>
            </a:r>
          </a:p>
          <a:p>
            <a:pPr>
              <a:lnSpc>
                <a:spcPct val="90000"/>
              </a:lnSpc>
              <a:spcBef>
                <a:spcPts val="300"/>
              </a:spcBef>
              <a:spcAft>
                <a:spcPts val="300"/>
              </a:spcAft>
              <a:buFont typeface="Arial" panose="020B0604020202020204" pitchFamily="34" charset="0"/>
              <a:buChar char="•"/>
            </a:pPr>
            <a:r>
              <a:rPr lang="en-US" sz="1900" b="1" i="0">
                <a:effectLst/>
                <a:latin typeface="Segoe Sans"/>
              </a:rPr>
              <a:t>Example</a:t>
            </a:r>
            <a:r>
              <a:rPr lang="en-US" sz="1900" b="0" i="0">
                <a:effectLst/>
                <a:latin typeface="Segoe Sans"/>
              </a:rPr>
              <a:t>: Segmenting customers into groups based on shopping behavior — without knowing their preferences in advance.</a:t>
            </a:r>
          </a:p>
          <a:p>
            <a:pPr>
              <a:lnSpc>
                <a:spcPct val="90000"/>
              </a:lnSpc>
            </a:pPr>
            <a:endParaRPr lang="en-US" sz="190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Filter">
            <a:extLst>
              <a:ext uri="{FF2B5EF4-FFF2-40B4-BE49-F238E27FC236}">
                <a16:creationId xmlns:a16="http://schemas.microsoft.com/office/drawing/2014/main" id="{26D0DBB4-5E9F-63E6-6727-0CA866B70E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458790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6D51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variety of vegetables&#10;&#10;AI-generated content may be incorrect.">
            <a:extLst>
              <a:ext uri="{FF2B5EF4-FFF2-40B4-BE49-F238E27FC236}">
                <a16:creationId xmlns:a16="http://schemas.microsoft.com/office/drawing/2014/main" id="{17FC70B0-152A-026B-B443-06CE3F420072}"/>
              </a:ext>
            </a:extLst>
          </p:cNvPr>
          <p:cNvPicPr>
            <a:picLocks noGrp="1" noChangeAspect="1"/>
          </p:cNvPicPr>
          <p:nvPr>
            <p:ph idx="1"/>
          </p:nvPr>
        </p:nvPicPr>
        <p:blipFill>
          <a:blip r:embed="rId2"/>
          <a:stretch>
            <a:fillRect/>
          </a:stretch>
        </p:blipFill>
        <p:spPr>
          <a:xfrm>
            <a:off x="648714" y="643467"/>
            <a:ext cx="7846571" cy="5571066"/>
          </a:xfrm>
          <a:prstGeom prst="rect">
            <a:avLst/>
          </a:prstGeom>
        </p:spPr>
      </p:pic>
    </p:spTree>
    <p:extLst>
      <p:ext uri="{BB962C8B-B14F-4D97-AF65-F5344CB8AC3E}">
        <p14:creationId xmlns:p14="http://schemas.microsoft.com/office/powerpoint/2010/main" val="3252867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E98A5-ED7B-AF0F-923E-671DA0B1202E}"/>
              </a:ext>
            </a:extLst>
          </p:cNvPr>
          <p:cNvSpPr>
            <a:spLocks noGrp="1"/>
          </p:cNvSpPr>
          <p:nvPr>
            <p:ph type="title"/>
          </p:nvPr>
        </p:nvSpPr>
        <p:spPr>
          <a:xfrm>
            <a:off x="4572000" y="741391"/>
            <a:ext cx="3908475" cy="1616203"/>
          </a:xfrm>
        </p:spPr>
        <p:txBody>
          <a:bodyPr anchor="b">
            <a:normAutofit/>
          </a:bodyPr>
          <a:lstStyle/>
          <a:p>
            <a:r>
              <a:rPr lang="en-US" sz="2800"/>
              <a:t>Real World Examples</a:t>
            </a:r>
          </a:p>
        </p:txBody>
      </p:sp>
      <p:pic>
        <p:nvPicPr>
          <p:cNvPr id="8" name="Picture 7" descr="A diagram of a customer segmentation&#10;&#10;AI-generated content may be incorrect.">
            <a:extLst>
              <a:ext uri="{FF2B5EF4-FFF2-40B4-BE49-F238E27FC236}">
                <a16:creationId xmlns:a16="http://schemas.microsoft.com/office/drawing/2014/main" id="{057A38BB-45FE-EEC0-7D45-F535335506D3}"/>
              </a:ext>
            </a:extLst>
          </p:cNvPr>
          <p:cNvPicPr>
            <a:picLocks noChangeAspect="1"/>
          </p:cNvPicPr>
          <p:nvPr/>
        </p:nvPicPr>
        <p:blipFill>
          <a:blip r:embed="rId2"/>
          <a:srcRect l="8193" r="3465"/>
          <a:stretch>
            <a:fillRect/>
          </a:stretch>
        </p:blipFill>
        <p:spPr>
          <a:xfrm>
            <a:off x="20" y="-18829"/>
            <a:ext cx="4075465" cy="3455514"/>
          </a:xfrm>
          <a:prstGeom prst="rect">
            <a:avLst/>
          </a:prstGeom>
        </p:spPr>
      </p:pic>
      <p:pic>
        <p:nvPicPr>
          <p:cNvPr id="6" name="Picture 5" descr="A group of green and red dots&#10;&#10;AI-generated content may be incorrect.">
            <a:extLst>
              <a:ext uri="{FF2B5EF4-FFF2-40B4-BE49-F238E27FC236}">
                <a16:creationId xmlns:a16="http://schemas.microsoft.com/office/drawing/2014/main" id="{BAC077CF-8C20-9D3E-93A9-67D8D8A96E55}"/>
              </a:ext>
            </a:extLst>
          </p:cNvPr>
          <p:cNvPicPr>
            <a:picLocks noChangeAspect="1"/>
          </p:cNvPicPr>
          <p:nvPr/>
        </p:nvPicPr>
        <p:blipFill>
          <a:blip r:embed="rId3"/>
          <a:srcRect l="112" r="33694" b="1"/>
          <a:stretch>
            <a:fillRect/>
          </a:stretch>
        </p:blipFill>
        <p:spPr>
          <a:xfrm>
            <a:off x="20" y="3421856"/>
            <a:ext cx="4075466" cy="3447832"/>
          </a:xfrm>
          <a:prstGeom prst="rect">
            <a:avLst/>
          </a:prstGeom>
        </p:spPr>
      </p:pic>
      <p:grpSp>
        <p:nvGrpSpPr>
          <p:cNvPr id="20" name="Group 19">
            <a:extLst>
              <a:ext uri="{FF2B5EF4-FFF2-40B4-BE49-F238E27FC236}">
                <a16:creationId xmlns:a16="http://schemas.microsoft.com/office/drawing/2014/main" id="{923615DC-F5A3-677C-DB79-DA387F11FC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2521" cy="6858000"/>
            <a:chOff x="12068638" y="0"/>
            <a:chExt cx="123362" cy="6858000"/>
          </a:xfrm>
        </p:grpSpPr>
        <p:sp>
          <p:nvSpPr>
            <p:cNvPr id="21" name="Rectangle 20">
              <a:extLst>
                <a:ext uri="{FF2B5EF4-FFF2-40B4-BE49-F238E27FC236}">
                  <a16:creationId xmlns:a16="http://schemas.microsoft.com/office/drawing/2014/main" id="{BCB2E658-9767-8805-2BCB-63F4F3AEC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EA709A9-EE8C-7D2E-43D2-E8A342BA0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588427D5-9414-9218-4CEB-1822286D180F}"/>
              </a:ext>
            </a:extLst>
          </p:cNvPr>
          <p:cNvGraphicFramePr>
            <a:graphicFrameLocks noGrp="1"/>
          </p:cNvGraphicFramePr>
          <p:nvPr>
            <p:ph idx="1"/>
            <p:extLst>
              <p:ext uri="{D42A27DB-BD31-4B8C-83A1-F6EECF244321}">
                <p14:modId xmlns:p14="http://schemas.microsoft.com/office/powerpoint/2010/main" val="966792469"/>
              </p:ext>
            </p:extLst>
          </p:nvPr>
        </p:nvGraphicFramePr>
        <p:xfrm>
          <a:off x="4571999" y="2533476"/>
          <a:ext cx="3908476" cy="34478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8742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6F39C2-8746-4599-843B-CED156C40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D714AD-9E94-4752-AA45-D4B0EAAB5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52"/>
            <a:ext cx="3333122" cy="632334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C41BD-FBBD-E42D-F4BC-D3F2D6CBDFCB}"/>
              </a:ext>
            </a:extLst>
          </p:cNvPr>
          <p:cNvSpPr>
            <a:spLocks noGrp="1"/>
          </p:cNvSpPr>
          <p:nvPr>
            <p:ph type="title"/>
          </p:nvPr>
        </p:nvSpPr>
        <p:spPr>
          <a:xfrm>
            <a:off x="449558" y="767258"/>
            <a:ext cx="2407001" cy="5323484"/>
          </a:xfrm>
        </p:spPr>
        <p:txBody>
          <a:bodyPr>
            <a:normAutofit/>
          </a:bodyPr>
          <a:lstStyle/>
          <a:p>
            <a:r>
              <a:rPr lang="en-US" sz="2400" dirty="0">
                <a:solidFill>
                  <a:schemeClr val="bg1"/>
                </a:solidFill>
              </a:rPr>
              <a:t>Reinforcement Learning</a:t>
            </a:r>
          </a:p>
        </p:txBody>
      </p:sp>
      <p:sp>
        <p:nvSpPr>
          <p:cNvPr id="13" name="Rectangle 12">
            <a:extLst>
              <a:ext uri="{FF2B5EF4-FFF2-40B4-BE49-F238E27FC236}">
                <a16:creationId xmlns:a16="http://schemas.microsoft.com/office/drawing/2014/main" id="{7FF89E09-42FB-4694-96E4-95652B1D8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882" y="3404998"/>
            <a:ext cx="6858002" cy="4800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D3C032-881F-4579-A4BF-0FA966E9F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70645"/>
            <a:ext cx="9144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2E72F10-7CEA-D42B-AB09-C1D48B89B185}"/>
              </a:ext>
            </a:extLst>
          </p:cNvPr>
          <p:cNvGraphicFramePr>
            <a:graphicFrameLocks noGrp="1"/>
          </p:cNvGraphicFramePr>
          <p:nvPr>
            <p:ph idx="1"/>
            <p:extLst>
              <p:ext uri="{D42A27DB-BD31-4B8C-83A1-F6EECF244321}">
                <p14:modId xmlns:p14="http://schemas.microsoft.com/office/powerpoint/2010/main" val="2684994686"/>
              </p:ext>
            </p:extLst>
          </p:nvPr>
        </p:nvGraphicFramePr>
        <p:xfrm>
          <a:off x="3932187" y="1005298"/>
          <a:ext cx="4817176" cy="50854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614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7472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fire safety system&#10;&#10;AI-generated content may be incorrect.">
            <a:extLst>
              <a:ext uri="{FF2B5EF4-FFF2-40B4-BE49-F238E27FC236}">
                <a16:creationId xmlns:a16="http://schemas.microsoft.com/office/drawing/2014/main" id="{DBEB0F6A-8D5B-FC70-75EB-5973DEAAA6E1}"/>
              </a:ext>
            </a:extLst>
          </p:cNvPr>
          <p:cNvPicPr>
            <a:picLocks noGrp="1" noChangeAspect="1"/>
          </p:cNvPicPr>
          <p:nvPr>
            <p:ph idx="1"/>
          </p:nvPr>
        </p:nvPicPr>
        <p:blipFill>
          <a:blip r:embed="rId2"/>
          <a:stretch>
            <a:fillRect/>
          </a:stretch>
        </p:blipFill>
        <p:spPr>
          <a:xfrm>
            <a:off x="482600" y="1128713"/>
            <a:ext cx="8178799" cy="4600573"/>
          </a:xfrm>
          <a:prstGeom prst="rect">
            <a:avLst/>
          </a:prstGeom>
        </p:spPr>
      </p:pic>
    </p:spTree>
    <p:extLst>
      <p:ext uri="{BB962C8B-B14F-4D97-AF65-F5344CB8AC3E}">
        <p14:creationId xmlns:p14="http://schemas.microsoft.com/office/powerpoint/2010/main" val="3852932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086069-0DEF-A866-A728-3F13CB7553E8}"/>
              </a:ext>
            </a:extLst>
          </p:cNvPr>
          <p:cNvSpPr>
            <a:spLocks noGrp="1"/>
          </p:cNvSpPr>
          <p:nvPr>
            <p:ph type="title"/>
          </p:nvPr>
        </p:nvSpPr>
        <p:spPr>
          <a:xfrm>
            <a:off x="628650" y="1641752"/>
            <a:ext cx="3295650" cy="1323439"/>
          </a:xfrm>
        </p:spPr>
        <p:txBody>
          <a:bodyPr anchor="t">
            <a:normAutofit/>
          </a:bodyPr>
          <a:lstStyle/>
          <a:p>
            <a:pPr>
              <a:lnSpc>
                <a:spcPct val="90000"/>
              </a:lnSpc>
            </a:pPr>
            <a:r>
              <a:rPr lang="en-US" sz="2700">
                <a:solidFill>
                  <a:schemeClr val="bg1"/>
                </a:solidFill>
              </a:rPr>
              <a:t>Example for Reinforcement learning</a:t>
            </a:r>
          </a:p>
        </p:txBody>
      </p:sp>
      <p:sp>
        <p:nvSpPr>
          <p:cNvPr id="3" name="Content Placeholder 2">
            <a:extLst>
              <a:ext uri="{FF2B5EF4-FFF2-40B4-BE49-F238E27FC236}">
                <a16:creationId xmlns:a16="http://schemas.microsoft.com/office/drawing/2014/main" id="{D2EE726D-E4B3-F6B9-9450-4BDDECB3F188}"/>
              </a:ext>
            </a:extLst>
          </p:cNvPr>
          <p:cNvSpPr>
            <a:spLocks noGrp="1"/>
          </p:cNvSpPr>
          <p:nvPr>
            <p:ph idx="1"/>
          </p:nvPr>
        </p:nvSpPr>
        <p:spPr>
          <a:xfrm>
            <a:off x="628650" y="3146400"/>
            <a:ext cx="3295650" cy="2454300"/>
          </a:xfrm>
        </p:spPr>
        <p:txBody>
          <a:bodyPr>
            <a:normAutofit/>
          </a:bodyPr>
          <a:lstStyle/>
          <a:p>
            <a:r>
              <a:rPr lang="en-US" sz="2100">
                <a:solidFill>
                  <a:schemeClr val="bg1">
                    <a:alpha val="80000"/>
                  </a:schemeClr>
                </a:solidFill>
              </a:rPr>
              <a:t>Video Games</a:t>
            </a:r>
          </a:p>
          <a:p>
            <a:r>
              <a:rPr lang="en-US" sz="2100">
                <a:solidFill>
                  <a:schemeClr val="bg1">
                    <a:alpha val="80000"/>
                  </a:schemeClr>
                </a:solidFill>
              </a:rPr>
              <a:t>Chess Bot</a:t>
            </a:r>
          </a:p>
        </p:txBody>
      </p:sp>
      <p:pic>
        <p:nvPicPr>
          <p:cNvPr id="7" name="Picture 6" descr="A robot with a chess board&#10;&#10;AI-generated content may be incorrect.">
            <a:extLst>
              <a:ext uri="{FF2B5EF4-FFF2-40B4-BE49-F238E27FC236}">
                <a16:creationId xmlns:a16="http://schemas.microsoft.com/office/drawing/2014/main" id="{364A0385-1CFE-9F51-3ED4-BC5D3141B8E0}"/>
              </a:ext>
            </a:extLst>
          </p:cNvPr>
          <p:cNvPicPr>
            <a:picLocks noChangeAspect="1"/>
          </p:cNvPicPr>
          <p:nvPr/>
        </p:nvPicPr>
        <p:blipFill>
          <a:blip r:embed="rId2"/>
          <a:srcRect r="19649" b="1"/>
          <a:stretch>
            <a:fillRect/>
          </a:stretch>
        </p:blipFill>
        <p:spPr>
          <a:xfrm>
            <a:off x="4360545" y="2"/>
            <a:ext cx="4783455" cy="3333749"/>
          </a:xfrm>
          <a:custGeom>
            <a:avLst/>
            <a:gdLst/>
            <a:ahLst/>
            <a:cxnLst/>
            <a:rect l="l" t="t" r="r" b="b"/>
            <a:pathLst>
              <a:path w="6377940" h="3333749">
                <a:moveTo>
                  <a:pt x="0" y="0"/>
                </a:moveTo>
                <a:lnTo>
                  <a:pt x="6377940" y="0"/>
                </a:lnTo>
                <a:lnTo>
                  <a:pt x="6377940" y="3333749"/>
                </a:lnTo>
                <a:lnTo>
                  <a:pt x="174585" y="3333749"/>
                </a:lnTo>
                <a:lnTo>
                  <a:pt x="0" y="2202180"/>
                </a:lnTo>
                <a:close/>
              </a:path>
            </a:pathLst>
          </a:custGeom>
        </p:spPr>
      </p:pic>
      <p:pic>
        <p:nvPicPr>
          <p:cNvPr id="5" name="Picture 4" descr="A video game screen with characters&#10;&#10;AI-generated content may be incorrect.">
            <a:extLst>
              <a:ext uri="{FF2B5EF4-FFF2-40B4-BE49-F238E27FC236}">
                <a16:creationId xmlns:a16="http://schemas.microsoft.com/office/drawing/2014/main" id="{B9BB4CCF-D277-1EE8-3EAA-B60D52A0777D}"/>
              </a:ext>
            </a:extLst>
          </p:cNvPr>
          <p:cNvPicPr>
            <a:picLocks noChangeAspect="1"/>
          </p:cNvPicPr>
          <p:nvPr/>
        </p:nvPicPr>
        <p:blipFill>
          <a:blip r:embed="rId3"/>
          <a:srcRect t="2160" b="3776"/>
          <a:stretch>
            <a:fillRect/>
          </a:stretch>
        </p:blipFill>
        <p:spPr>
          <a:xfrm>
            <a:off x="4360545" y="3524252"/>
            <a:ext cx="4783455" cy="3333748"/>
          </a:xfrm>
          <a:custGeom>
            <a:avLst/>
            <a:gdLst/>
            <a:ahLst/>
            <a:cxnLst/>
            <a:rect l="l" t="t" r="r" b="b"/>
            <a:pathLst>
              <a:path w="6377940" h="3333748">
                <a:moveTo>
                  <a:pt x="203977" y="0"/>
                </a:moveTo>
                <a:lnTo>
                  <a:pt x="6377940" y="0"/>
                </a:lnTo>
                <a:lnTo>
                  <a:pt x="6377940" y="3333748"/>
                </a:lnTo>
                <a:lnTo>
                  <a:pt x="0" y="3333748"/>
                </a:lnTo>
                <a:lnTo>
                  <a:pt x="525780" y="1931668"/>
                </a:lnTo>
                <a:lnTo>
                  <a:pt x="205740" y="11428"/>
                </a:lnTo>
                <a:close/>
              </a:path>
            </a:pathLst>
          </a:custGeom>
        </p:spPr>
      </p:pic>
      <p:grpSp>
        <p:nvGrpSpPr>
          <p:cNvPr id="58" name="Group 57">
            <a:extLst>
              <a:ext uri="{FF2B5EF4-FFF2-40B4-BE49-F238E27FC236}">
                <a16:creationId xmlns:a16="http://schemas.microsoft.com/office/drawing/2014/main" id="{364A290D-B7BC-40B4-AB97-0C801BCCE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4268" y="544"/>
            <a:ext cx="656037" cy="6857455"/>
            <a:chOff x="5632358" y="544"/>
            <a:chExt cx="874716" cy="6857455"/>
          </a:xfrm>
        </p:grpSpPr>
        <p:sp>
          <p:nvSpPr>
            <p:cNvPr id="59" name="Freeform: Shape 58">
              <a:extLst>
                <a:ext uri="{FF2B5EF4-FFF2-40B4-BE49-F238E27FC236}">
                  <a16:creationId xmlns:a16="http://schemas.microsoft.com/office/drawing/2014/main" id="{3C60D1EB-842B-4027-9728-E57314926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a:outerShdw blurRad="381000" dist="152400" dir="108000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44E103E5-C039-4EA4-843B-AD566B5C9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34656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EFFA770-5584-E591-F3F9-E6E1CEF4E8E1}"/>
              </a:ext>
            </a:extLst>
          </p:cNvPr>
          <p:cNvPicPr>
            <a:picLocks noChangeAspect="1"/>
          </p:cNvPicPr>
          <p:nvPr/>
        </p:nvPicPr>
        <p:blipFill>
          <a:blip r:embed="rId3">
            <a:alphaModFix/>
          </a:blip>
          <a:srcRect l="16439" r="36710" b="2"/>
          <a:stretch>
            <a:fillRect/>
          </a:stretch>
        </p:blipFill>
        <p:spPr>
          <a:xfrm>
            <a:off x="4375482" y="10"/>
            <a:ext cx="4795614" cy="6857990"/>
          </a:xfrm>
          <a:prstGeom prst="rect">
            <a:avLst/>
          </a:prstGeom>
        </p:spPr>
      </p:pic>
      <p:grpSp>
        <p:nvGrpSpPr>
          <p:cNvPr id="12" name="Group 11">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84674" y="0"/>
            <a:ext cx="4986424" cy="6858000"/>
            <a:chOff x="5705128" y="0"/>
            <a:chExt cx="6648564" cy="6858000"/>
          </a:xfrm>
        </p:grpSpPr>
        <p:sp>
          <p:nvSpPr>
            <p:cNvPr id="13" name="Freeform: Shape 12">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603504" y="798445"/>
            <a:ext cx="3602727" cy="1311664"/>
          </a:xfrm>
        </p:spPr>
        <p:txBody>
          <a:bodyPr anchor="b">
            <a:normAutofit/>
          </a:bodyPr>
          <a:lstStyle/>
          <a:p>
            <a:r>
              <a:rPr lang="en-US" sz="3100">
                <a:solidFill>
                  <a:schemeClr val="tx2"/>
                </a:solidFill>
              </a:rPr>
              <a:t>The ML Workflow</a:t>
            </a:r>
          </a:p>
        </p:txBody>
      </p:sp>
      <p:graphicFrame>
        <p:nvGraphicFramePr>
          <p:cNvPr id="5" name="Content Placeholder 2">
            <a:extLst>
              <a:ext uri="{FF2B5EF4-FFF2-40B4-BE49-F238E27FC236}">
                <a16:creationId xmlns:a16="http://schemas.microsoft.com/office/drawing/2014/main" id="{EB3DC698-0672-70F6-3ED9-45A8BB777527}"/>
              </a:ext>
            </a:extLst>
          </p:cNvPr>
          <p:cNvGraphicFramePr>
            <a:graphicFrameLocks noGrp="1"/>
          </p:cNvGraphicFramePr>
          <p:nvPr>
            <p:ph idx="1"/>
            <p:extLst>
              <p:ext uri="{D42A27DB-BD31-4B8C-83A1-F6EECF244321}">
                <p14:modId xmlns:p14="http://schemas.microsoft.com/office/powerpoint/2010/main" val="1384313662"/>
              </p:ext>
            </p:extLst>
          </p:nvPr>
        </p:nvGraphicFramePr>
        <p:xfrm>
          <a:off x="603504" y="2272143"/>
          <a:ext cx="3530102" cy="37888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n-US" sz="7000"/>
              <a:t>Data is the Fuel</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60562AB-7C50-BA19-477E-98D71CCDCB5D}"/>
              </a:ext>
            </a:extLst>
          </p:cNvPr>
          <p:cNvGraphicFramePr>
            <a:graphicFrameLocks noGrp="1"/>
          </p:cNvGraphicFramePr>
          <p:nvPr>
            <p:ph idx="1"/>
            <p:extLst>
              <p:ext uri="{D42A27DB-BD31-4B8C-83A1-F6EECF244321}">
                <p14:modId xmlns:p14="http://schemas.microsoft.com/office/powerpoint/2010/main" val="3197786188"/>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EAE6EC7-135C-B2DC-8EC4-176B6319E8C3}"/>
              </a:ext>
            </a:extLst>
          </p:cNvPr>
          <p:cNvPicPr>
            <a:picLocks noChangeAspect="1"/>
          </p:cNvPicPr>
          <p:nvPr/>
        </p:nvPicPr>
        <p:blipFill>
          <a:blip r:embed="rId3">
            <a:alphaModFix amt="35000"/>
          </a:blip>
          <a:srcRect t="11049" b="1994"/>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r>
              <a:rPr lang="en-US">
                <a:solidFill>
                  <a:srgbClr val="FFFFFF"/>
                </a:solidFill>
              </a:rPr>
              <a:t>Real-World Applications</a:t>
            </a:r>
          </a:p>
        </p:txBody>
      </p:sp>
      <p:graphicFrame>
        <p:nvGraphicFramePr>
          <p:cNvPr id="5" name="Content Placeholder 2">
            <a:extLst>
              <a:ext uri="{FF2B5EF4-FFF2-40B4-BE49-F238E27FC236}">
                <a16:creationId xmlns:a16="http://schemas.microsoft.com/office/drawing/2014/main" id="{A8D64B47-0FB9-58AC-89E2-A0B7E15EDA62}"/>
              </a:ext>
            </a:extLst>
          </p:cNvPr>
          <p:cNvGraphicFramePr>
            <a:graphicFrameLocks noGrp="1"/>
          </p:cNvGraphicFramePr>
          <p:nvPr>
            <p:ph idx="1"/>
            <p:extLst>
              <p:ext uri="{D42A27DB-BD31-4B8C-83A1-F6EECF244321}">
                <p14:modId xmlns:p14="http://schemas.microsoft.com/office/powerpoint/2010/main" val="356889158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lnSpc>
                <a:spcPct val="90000"/>
              </a:lnSpc>
            </a:pPr>
            <a:r>
              <a:rPr lang="en-US" sz="4900"/>
              <a:t>Challenges in Machine Learning</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6901819-458D-A100-DD84-177176E8B85B}"/>
              </a:ext>
            </a:extLst>
          </p:cNvPr>
          <p:cNvGraphicFramePr>
            <a:graphicFrameLocks noGrp="1"/>
          </p:cNvGraphicFramePr>
          <p:nvPr>
            <p:ph idx="1"/>
            <p:extLst>
              <p:ext uri="{D42A27DB-BD31-4B8C-83A1-F6EECF244321}">
                <p14:modId xmlns:p14="http://schemas.microsoft.com/office/powerpoint/2010/main" val="2687034548"/>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891051" y="381935"/>
            <a:ext cx="3006438" cy="5974414"/>
          </a:xfrm>
        </p:spPr>
        <p:txBody>
          <a:bodyPr anchor="ctr">
            <a:normAutofit/>
          </a:bodyPr>
          <a:lstStyle/>
          <a:p>
            <a:r>
              <a:rPr lang="en-US" sz="7000">
                <a:solidFill>
                  <a:srgbClr val="FFFFFF"/>
                </a:solidFill>
              </a:rPr>
              <a:t>Recap</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0420" y="554152"/>
            <a:ext cx="430632"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p:cNvSpPr>
            <a:spLocks noGrp="1"/>
          </p:cNvSpPr>
          <p:nvPr>
            <p:ph idx="1"/>
          </p:nvPr>
        </p:nvSpPr>
        <p:spPr>
          <a:xfrm>
            <a:off x="4722924" y="518400"/>
            <a:ext cx="3578706" cy="5837949"/>
          </a:xfrm>
        </p:spPr>
        <p:txBody>
          <a:bodyPr anchor="ctr">
            <a:normAutofit/>
          </a:bodyPr>
          <a:lstStyle/>
          <a:p>
            <a:r>
              <a:rPr lang="en-US" sz="1700">
                <a:solidFill>
                  <a:schemeClr val="tx1">
                    <a:alpha val="80000"/>
                  </a:schemeClr>
                </a:solidFill>
              </a:rPr>
              <a:t>Summary:</a:t>
            </a:r>
          </a:p>
          <a:p>
            <a:r>
              <a:rPr lang="en-US" sz="1700">
                <a:solidFill>
                  <a:schemeClr val="tx1">
                    <a:alpha val="80000"/>
                  </a:schemeClr>
                </a:solidFill>
              </a:rPr>
              <a:t>1. ML = learning from data</a:t>
            </a:r>
          </a:p>
          <a:p>
            <a:r>
              <a:rPr lang="en-US" sz="1700">
                <a:solidFill>
                  <a:schemeClr val="tx1">
                    <a:alpha val="80000"/>
                  </a:schemeClr>
                </a:solidFill>
              </a:rPr>
              <a:t>2. Types: supervised, unsupervised, reinforcement</a:t>
            </a:r>
          </a:p>
          <a:p>
            <a:r>
              <a:rPr lang="en-US" sz="1700">
                <a:solidFill>
                  <a:schemeClr val="tx1">
                    <a:alpha val="80000"/>
                  </a:schemeClr>
                </a:solidFill>
              </a:rPr>
              <a:t>3. Workflow: data → model → prediction → improve</a:t>
            </a:r>
          </a:p>
          <a:p>
            <a:r>
              <a:rPr lang="en-US" sz="1700">
                <a:solidFill>
                  <a:schemeClr val="tx1">
                    <a:alpha val="80000"/>
                  </a:schemeClr>
                </a:solidFill>
              </a:rPr>
              <a:t>4. Many real-world uses</a:t>
            </a:r>
          </a:p>
          <a:p>
            <a:r>
              <a:rPr lang="en-US" sz="1700">
                <a:solidFill>
                  <a:schemeClr val="tx1">
                    <a:alpha val="80000"/>
                  </a:schemeClr>
                </a:solidFill>
              </a:rPr>
              <a:t>5. Challenges and opportunities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00580"/>
            <a:ext cx="7372350" cy="1089529"/>
          </a:xfrm>
        </p:spPr>
        <p:txBody>
          <a:bodyPr>
            <a:normAutofit/>
          </a:bodyPr>
          <a:lstStyle/>
          <a:p>
            <a:r>
              <a:rPr lang="en-US" sz="3100">
                <a:solidFill>
                  <a:srgbClr val="FFFFFF"/>
                </a:solidFill>
              </a:rPr>
              <a:t>Next Session</a:t>
            </a:r>
          </a:p>
        </p:txBody>
      </p:sp>
      <p:sp>
        <p:nvSpPr>
          <p:cNvPr id="25"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27"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19" name="Content Placeholder 2">
            <a:extLst>
              <a:ext uri="{FF2B5EF4-FFF2-40B4-BE49-F238E27FC236}">
                <a16:creationId xmlns:a16="http://schemas.microsoft.com/office/drawing/2014/main" id="{BF8F81DD-EFD4-5729-BE46-F058719FF659}"/>
              </a:ext>
            </a:extLst>
          </p:cNvPr>
          <p:cNvGraphicFramePr>
            <a:graphicFrameLocks noGrp="1"/>
          </p:cNvGraphicFramePr>
          <p:nvPr>
            <p:ph idx="1"/>
            <p:extLst>
              <p:ext uri="{D42A27DB-BD31-4B8C-83A1-F6EECF244321}">
                <p14:modId xmlns:p14="http://schemas.microsoft.com/office/powerpoint/2010/main" val="426236320"/>
              </p:ext>
            </p:extLst>
          </p:nvPr>
        </p:nvGraphicFramePr>
        <p:xfrm>
          <a:off x="628650" y="2211233"/>
          <a:ext cx="78867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0"/>
          </a:xfrm>
          <a:prstGeom prst="rect">
            <a:avLst/>
          </a:prstGeom>
          <a:solidFill>
            <a:srgbClr val="3B8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1" name="Picture 20">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23" name="Freeform: Shape 22">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410" y="-3970"/>
            <a:ext cx="7748362" cy="6874811"/>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5" name="Content Placeholder 4" descr="A robot hand giving a heart sign&#10;&#10;AI-generated content may be incorrect.">
            <a:extLst>
              <a:ext uri="{FF2B5EF4-FFF2-40B4-BE49-F238E27FC236}">
                <a16:creationId xmlns:a16="http://schemas.microsoft.com/office/drawing/2014/main" id="{06B8CDAB-9BF9-74D1-AE56-579A5DBC8DF4}"/>
              </a:ext>
            </a:extLst>
          </p:cNvPr>
          <p:cNvPicPr>
            <a:picLocks noGrp="1" noChangeAspect="1"/>
          </p:cNvPicPr>
          <p:nvPr>
            <p:ph idx="1"/>
          </p:nvPr>
        </p:nvPicPr>
        <p:blipFill>
          <a:blip r:embed="rId3"/>
          <a:stretch>
            <a:fillRect/>
          </a:stretch>
        </p:blipFill>
        <p:spPr>
          <a:xfrm>
            <a:off x="1969171" y="1741117"/>
            <a:ext cx="5421465" cy="4215457"/>
          </a:xfrm>
          <a:prstGeom prst="rect">
            <a:avLst/>
          </a:prstGeom>
        </p:spPr>
      </p:pic>
    </p:spTree>
    <p:extLst>
      <p:ext uri="{BB962C8B-B14F-4D97-AF65-F5344CB8AC3E}">
        <p14:creationId xmlns:p14="http://schemas.microsoft.com/office/powerpoint/2010/main" val="4104970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1180</Words>
  <Application>Microsoft Office PowerPoint</Application>
  <PresentationFormat>On-screen Show (4:3)</PresentationFormat>
  <Paragraphs>118</Paragraphs>
  <Slides>22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Segoe Sans</vt:lpstr>
      <vt:lpstr>Wingdings</vt:lpstr>
      <vt:lpstr>Office Theme</vt:lpstr>
      <vt:lpstr>Machine Learning – Making Machines to Learn</vt:lpstr>
      <vt:lpstr>What is Machine Learning?</vt:lpstr>
      <vt:lpstr>Real Use Case of Machine Learning</vt:lpstr>
      <vt:lpstr>Walmart &amp; Hurricane Frances</vt:lpstr>
      <vt:lpstr>Why Machine Learning Matters</vt:lpstr>
      <vt:lpstr>Types of Machine Learning</vt:lpstr>
      <vt:lpstr>Supervised</vt:lpstr>
      <vt:lpstr>Real World Example of Supervised</vt:lpstr>
      <vt:lpstr>PowerPoint Presentation</vt:lpstr>
      <vt:lpstr>Unsupervised</vt:lpstr>
      <vt:lpstr>PowerPoint Presentation</vt:lpstr>
      <vt:lpstr>Real World Examples</vt:lpstr>
      <vt:lpstr>Reinforcement Learning</vt:lpstr>
      <vt:lpstr>PowerPoint Presentation</vt:lpstr>
      <vt:lpstr>Example for Reinforcement learning</vt:lpstr>
      <vt:lpstr>The ML Workflow</vt:lpstr>
      <vt:lpstr>Data is the Fuel</vt:lpstr>
      <vt:lpstr>Real-World Applications</vt:lpstr>
      <vt:lpstr>Challenges in Machine Learning</vt:lpstr>
      <vt:lpstr>Recap</vt:lpstr>
      <vt:lpstr>Next Session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Zaid Khan, Vodafone</dc:creator>
  <cp:keywords/>
  <dc:description>generated using python-pptx</dc:description>
  <cp:lastModifiedBy>Zaid Khan, Vodafone</cp:lastModifiedBy>
  <cp:revision>3</cp:revision>
  <dcterms:created xsi:type="dcterms:W3CDTF">2013-01-27T09:14:16Z</dcterms:created>
  <dcterms:modified xsi:type="dcterms:W3CDTF">2025-08-28T12:20:45Z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59f705-2ba0-454b-9cfc-6ce5bcaac040_Enabled">
    <vt:lpwstr>true</vt:lpwstr>
  </property>
  <property fmtid="{D5CDD505-2E9C-101B-9397-08002B2CF9AE}" pid="3" name="MSIP_Label_0359f705-2ba0-454b-9cfc-6ce5bcaac040_SetDate">
    <vt:lpwstr>2025-08-14T09:40:24Z</vt:lpwstr>
  </property>
  <property fmtid="{D5CDD505-2E9C-101B-9397-08002B2CF9AE}" pid="4" name="MSIP_Label_0359f705-2ba0-454b-9cfc-6ce5bcaac040_Method">
    <vt:lpwstr>Standard</vt:lpwstr>
  </property>
  <property fmtid="{D5CDD505-2E9C-101B-9397-08002B2CF9AE}" pid="5" name="MSIP_Label_0359f705-2ba0-454b-9cfc-6ce5bcaac040_Name">
    <vt:lpwstr>0359f705-2ba0-454b-9cfc-6ce5bcaac040</vt:lpwstr>
  </property>
  <property fmtid="{D5CDD505-2E9C-101B-9397-08002B2CF9AE}" pid="6" name="MSIP_Label_0359f705-2ba0-454b-9cfc-6ce5bcaac040_SiteId">
    <vt:lpwstr>68283f3b-8487-4c86-adb3-a5228f18b893</vt:lpwstr>
  </property>
  <property fmtid="{D5CDD505-2E9C-101B-9397-08002B2CF9AE}" pid="7" name="MSIP_Label_0359f705-2ba0-454b-9cfc-6ce5bcaac040_ActionId">
    <vt:lpwstr>af624dd8-88a0-4462-8c12-3f6ad26bb563</vt:lpwstr>
  </property>
  <property fmtid="{D5CDD505-2E9C-101B-9397-08002B2CF9AE}" pid="8" name="MSIP_Label_0359f705-2ba0-454b-9cfc-6ce5bcaac040_ContentBits">
    <vt:lpwstr>2</vt:lpwstr>
  </property>
  <property fmtid="{D5CDD505-2E9C-101B-9397-08002B2CF9AE}" pid="9" name="MSIP_Label_0359f705-2ba0-454b-9cfc-6ce5bcaac0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C2 General</vt:lpwstr>
  </property>
</Properties>
</file>