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561" r:id="rId2"/>
    <p:sldId id="2562" r:id="rId3"/>
    <p:sldId id="2563" r:id="rId4"/>
    <p:sldId id="2564" r:id="rId5"/>
    <p:sldId id="2565" r:id="rId6"/>
    <p:sldId id="2579" r:id="rId7"/>
    <p:sldId id="2567" r:id="rId8"/>
    <p:sldId id="649" r:id="rId9"/>
    <p:sldId id="2580" r:id="rId10"/>
    <p:sldId id="2569" r:id="rId11"/>
    <p:sldId id="2573" r:id="rId12"/>
    <p:sldId id="2574" r:id="rId13"/>
    <p:sldId id="652" r:id="rId14"/>
    <p:sldId id="2578" r:id="rId15"/>
    <p:sldId id="655" r:id="rId16"/>
    <p:sldId id="657" r:id="rId17"/>
    <p:sldId id="658" r:id="rId18"/>
    <p:sldId id="2570" r:id="rId19"/>
    <p:sldId id="2571" r:id="rId20"/>
    <p:sldId id="2572"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Generative AI – From Data to Creativity" id="{99D580FC-F06F-4975-BB70-7B8851EF1130}">
          <p14:sldIdLst>
            <p14:sldId id="2561"/>
          </p14:sldIdLst>
        </p14:section>
        <p14:section name="Introduction to Generative AI" id="{F3709F62-5A8F-439A-9CF7-736DA212E2DB}">
          <p14:sldIdLst>
            <p14:sldId id="2562"/>
            <p14:sldId id="2563"/>
            <p14:sldId id="2564"/>
          </p14:sldIdLst>
        </p14:section>
        <p14:section name="Technologies Behind Generative AI" id="{27070FBE-AA04-4884-9835-A197EB59AB2F}">
          <p14:sldIdLst>
            <p14:sldId id="2565"/>
            <p14:sldId id="2579"/>
          </p14:sldIdLst>
        </p14:section>
        <p14:section name="Applications and Examples" id="{50203304-E250-46BA-AD08-5C4C81972233}">
          <p14:sldIdLst>
            <p14:sldId id="2567"/>
            <p14:sldId id="649"/>
            <p14:sldId id="2580"/>
            <p14:sldId id="2569"/>
          </p14:sldIdLst>
        </p14:section>
        <p14:section name="Understanding GANs" id="{6F709BA5-564D-4C4E-95A3-40E7E476AE78}">
          <p14:sldIdLst>
            <p14:sldId id="2573"/>
            <p14:sldId id="2574"/>
            <p14:sldId id="652"/>
            <p14:sldId id="2578"/>
            <p14:sldId id="655"/>
            <p14:sldId id="657"/>
            <p14:sldId id="658"/>
          </p14:sldIdLst>
        </p14:section>
        <p14:section name="Benefits and Risks" id="{0C30B3E9-C99D-4AC3-9F26-2EC03DE102D1}">
          <p14:sldIdLst>
            <p14:sldId id="2570"/>
            <p14:sldId id="2571"/>
            <p14:sldId id="25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50" d="100"/>
          <a:sy n="50" d="100"/>
        </p:scale>
        <p:origin x="388" y="2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F53D187-3FB2-4DD9-96A6-5113C31FFD08}" type="datetimeFigureOut">
              <a:t>9/1/2025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7B4D9A4-E79E-4D0B-91F0-C9E11827FCCB}" type="slidenum">
              <a:t>‹#›</a:t>
            </a:fld>
            <a:endParaRPr lang="en-US"/>
          </a:p>
        </p:txBody>
      </p:sp>
    </p:spTree>
    <p:extLst>
      <p:ext uri="{BB962C8B-B14F-4D97-AF65-F5344CB8AC3E}">
        <p14:creationId xmlns:p14="http://schemas.microsoft.com/office/powerpoint/2010/main" val="26338910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3DEFB6B4-69B9-4EFF-8C02-A72B3F878F98}" type="slidenum">
              <a:t>1</a:t>
            </a:fld>
            <a:endParaRPr lang="en-US"/>
          </a:p>
        </p:txBody>
      </p:sp>
    </p:spTree>
    <p:extLst>
      <p:ext uri="{BB962C8B-B14F-4D97-AF65-F5344CB8AC3E}">
        <p14:creationId xmlns:p14="http://schemas.microsoft.com/office/powerpoint/2010/main" val="41678174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What is Generative AI?, How Does It Work?</a:t>
            </a:r>
          </a:p>
        </p:txBody>
      </p:sp>
      <p:sp>
        <p:nvSpPr>
          <p:cNvPr id="4" name="Slide Number Placeholder 3"/>
          <p:cNvSpPr>
            <a:spLocks noGrp="1"/>
          </p:cNvSpPr>
          <p:nvPr>
            <p:ph type="sldNum" sz="quarter" idx="5"/>
          </p:nvPr>
        </p:nvSpPr>
        <p:spPr/>
        <p:txBody>
          <a:bodyPr/>
          <a:lstStyle/>
          <a:p>
            <a:fld id="{3DEFB6B4-69B9-4EFF-8C02-A72B3F878F98}" type="slidenum">
              <a:t>2</a:t>
            </a:fld>
            <a:endParaRPr lang="en-US"/>
          </a:p>
        </p:txBody>
      </p:sp>
    </p:spTree>
    <p:extLst>
      <p:ext uri="{BB962C8B-B14F-4D97-AF65-F5344CB8AC3E}">
        <p14:creationId xmlns:p14="http://schemas.microsoft.com/office/powerpoint/2010/main" val="27192317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Generative AI refers to artificial intelligence systems capable of creating new content by learning patterns from existing data. Unlike traditional AI, which primarily focuses on classification or prediction tasks, generative AI is designed to produce original outputs such as text, images, music, code, and more. These systems analyze vast datasets to understand the underlying structure and semantics, enabling them to generate content that mimics human creativity. Popular examples include ChatGPT for text generation, DALL·E for image synthesis, and GitHub Copilot for code suggestions. These tools demonstrate how generative AI can emulate human-like creativity and provide innovative solutions across various domains.</a:t>
            </a:r>
          </a:p>
        </p:txBody>
      </p:sp>
      <p:sp>
        <p:nvSpPr>
          <p:cNvPr id="4" name="Slide Number Placeholder 3"/>
          <p:cNvSpPr>
            <a:spLocks noGrp="1"/>
          </p:cNvSpPr>
          <p:nvPr>
            <p:ph type="sldNum" sz="quarter" idx="5"/>
          </p:nvPr>
        </p:nvSpPr>
        <p:spPr/>
        <p:txBody>
          <a:bodyPr/>
          <a:lstStyle/>
          <a:p>
            <a:fld id="{3DEFB6B4-69B9-4EFF-8C02-A72B3F878F98}" type="slidenum">
              <a:t>3</a:t>
            </a:fld>
            <a:endParaRPr lang="en-US"/>
          </a:p>
        </p:txBody>
      </p:sp>
    </p:spTree>
    <p:extLst>
      <p:ext uri="{BB962C8B-B14F-4D97-AF65-F5344CB8AC3E}">
        <p14:creationId xmlns:p14="http://schemas.microsoft.com/office/powerpoint/2010/main" val="19767951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Generative AI operates by training on large datasets comprising text, images, audio, and other forms of data. It employs deep learning models, particularly Transformers, to learn the statistical patterns and relationships within the data. These models are trained to predict the next element in a sequence—be it a word, pixel, or musical note—based on the context provided by previous elements. Once trained, the AI generates new content by sampling from these learned patterns, effectively creating outputs that resemble the training data but are entirely new. This process allows generative AI to produce coherent and contextually relevant content, showcasing its ability to simulate human-like creativity.</a:t>
            </a:r>
          </a:p>
        </p:txBody>
      </p:sp>
      <p:sp>
        <p:nvSpPr>
          <p:cNvPr id="4" name="Slide Number Placeholder 3"/>
          <p:cNvSpPr>
            <a:spLocks noGrp="1"/>
          </p:cNvSpPr>
          <p:nvPr>
            <p:ph type="sldNum" sz="quarter" idx="5"/>
          </p:nvPr>
        </p:nvSpPr>
        <p:spPr/>
        <p:txBody>
          <a:bodyPr/>
          <a:lstStyle/>
          <a:p>
            <a:fld id="{3DEFB6B4-69B9-4EFF-8C02-A72B3F878F98}" type="slidenum">
              <a:t>4</a:t>
            </a:fld>
            <a:endParaRPr lang="en-US"/>
          </a:p>
        </p:txBody>
      </p:sp>
    </p:spTree>
    <p:extLst>
      <p:ext uri="{BB962C8B-B14F-4D97-AF65-F5344CB8AC3E}">
        <p14:creationId xmlns:p14="http://schemas.microsoft.com/office/powerpoint/2010/main" val="12842131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Technologies</a:t>
            </a:r>
          </a:p>
        </p:txBody>
      </p:sp>
      <p:sp>
        <p:nvSpPr>
          <p:cNvPr id="4" name="Slide Number Placeholder 3"/>
          <p:cNvSpPr>
            <a:spLocks noGrp="1"/>
          </p:cNvSpPr>
          <p:nvPr>
            <p:ph type="sldNum" sz="quarter" idx="5"/>
          </p:nvPr>
        </p:nvSpPr>
        <p:spPr/>
        <p:txBody>
          <a:bodyPr/>
          <a:lstStyle/>
          <a:p>
            <a:fld id="{3DEFB6B4-69B9-4EFF-8C02-A72B3F878F98}" type="slidenum">
              <a:t>5</a:t>
            </a:fld>
            <a:endParaRPr lang="en-US"/>
          </a:p>
        </p:txBody>
      </p:sp>
    </p:spTree>
    <p:extLst>
      <p:ext uri="{BB962C8B-B14F-4D97-AF65-F5344CB8AC3E}">
        <p14:creationId xmlns:p14="http://schemas.microsoft.com/office/powerpoint/2010/main" val="23795111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Generative AI is powered by several advanced technologies that enable its creative capabilities. Transformers are the backbone of modern generative models, revolutionizing how machines process and generate language. Large Language Models (LLMs) like GPT and BERT utilize transformer architectures to understand and produce human-like text. Diffusion Models are employed in image generation tasks, such as those performed by DALL·E and Midjourney, by iteratively refining noisy inputs into coherent images. Generative Adversarial Networks (GANs) are another critical technology, used in applications like deepfakes and digital art. These models work by pitting two neural networks against each other—a generator and a discriminator—to improve the realism of generated content.</a:t>
            </a:r>
          </a:p>
        </p:txBody>
      </p:sp>
      <p:sp>
        <p:nvSpPr>
          <p:cNvPr id="4" name="Slide Number Placeholder 3"/>
          <p:cNvSpPr>
            <a:spLocks noGrp="1"/>
          </p:cNvSpPr>
          <p:nvPr>
            <p:ph type="sldNum" sz="quarter" idx="5"/>
          </p:nvPr>
        </p:nvSpPr>
        <p:spPr/>
        <p:txBody>
          <a:bodyPr/>
          <a:lstStyle/>
          <a:p>
            <a:fld id="{3DEFB6B4-69B9-4EFF-8C02-A72B3F878F98}" type="slidenum">
              <a:t>6</a:t>
            </a:fld>
            <a:endParaRPr lang="en-US"/>
          </a:p>
        </p:txBody>
      </p:sp>
    </p:spTree>
    <p:extLst>
      <p:ext uri="{BB962C8B-B14F-4D97-AF65-F5344CB8AC3E}">
        <p14:creationId xmlns:p14="http://schemas.microsoft.com/office/powerpoint/2010/main" val="16153247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Applications of Generative AI, Real-World Examples</a:t>
            </a:r>
          </a:p>
        </p:txBody>
      </p:sp>
      <p:sp>
        <p:nvSpPr>
          <p:cNvPr id="4" name="Slide Number Placeholder 3"/>
          <p:cNvSpPr>
            <a:spLocks noGrp="1"/>
          </p:cNvSpPr>
          <p:nvPr>
            <p:ph type="sldNum" sz="quarter" idx="5"/>
          </p:nvPr>
        </p:nvSpPr>
        <p:spPr/>
        <p:txBody>
          <a:bodyPr/>
          <a:lstStyle/>
          <a:p>
            <a:fld id="{3DEFB6B4-69B9-4EFF-8C02-A72B3F878F98}" type="slidenum">
              <a:t>7</a:t>
            </a:fld>
            <a:endParaRPr lang="en-US"/>
          </a:p>
        </p:txBody>
      </p:sp>
    </p:spTree>
    <p:extLst>
      <p:ext uri="{BB962C8B-B14F-4D97-AF65-F5344CB8AC3E}">
        <p14:creationId xmlns:p14="http://schemas.microsoft.com/office/powerpoint/2010/main" val="23476598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Several real-world tools exemplify the capabilities of generative AI. ChatGPT is a conversational AI that generates human-like responses in dialogue. DALL·E creates images from textual prompts, showcasing the fusion of language and visual understanding. Runway ML offers video editing features powered by generative models, enabling creative professionals to manipulate video content with ease. GitHub Copilot assists programmers by suggesting code based on context, improving productivity. Adobe Firefly integrates generative AI into design workflows, allowing users to create and modify visuals using natural language commands. These examples highlight how generative AI is being integrated into everyday tools and workflows.</a:t>
            </a:r>
          </a:p>
        </p:txBody>
      </p:sp>
      <p:sp>
        <p:nvSpPr>
          <p:cNvPr id="4" name="Slide Number Placeholder 3"/>
          <p:cNvSpPr>
            <a:spLocks noGrp="1"/>
          </p:cNvSpPr>
          <p:nvPr>
            <p:ph type="sldNum" sz="quarter" idx="5"/>
          </p:nvPr>
        </p:nvSpPr>
        <p:spPr/>
        <p:txBody>
          <a:bodyPr/>
          <a:lstStyle/>
          <a:p>
            <a:fld id="{3DEFB6B4-69B9-4EFF-8C02-A72B3F878F98}" type="slidenum">
              <a:t>10</a:t>
            </a:fld>
            <a:endParaRPr lang="en-US"/>
          </a:p>
        </p:txBody>
      </p:sp>
    </p:spTree>
    <p:extLst>
      <p:ext uri="{BB962C8B-B14F-4D97-AF65-F5344CB8AC3E}">
        <p14:creationId xmlns:p14="http://schemas.microsoft.com/office/powerpoint/2010/main" val="16229077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Introduction to GANs, How GANs Work, Sample GAN Data Flow, GAN Applications</a:t>
            </a:r>
          </a:p>
        </p:txBody>
      </p:sp>
      <p:sp>
        <p:nvSpPr>
          <p:cNvPr id="4" name="Slide Number Placeholder 3"/>
          <p:cNvSpPr>
            <a:spLocks noGrp="1"/>
          </p:cNvSpPr>
          <p:nvPr>
            <p:ph type="sldNum" sz="quarter" idx="5"/>
          </p:nvPr>
        </p:nvSpPr>
        <p:spPr/>
        <p:txBody>
          <a:bodyPr/>
          <a:lstStyle/>
          <a:p>
            <a:fld id="{3DEFB6B4-69B9-4EFF-8C02-A72B3F878F98}" type="slidenum">
              <a:t>11</a:t>
            </a:fld>
            <a:endParaRPr lang="en-US"/>
          </a:p>
        </p:txBody>
      </p:sp>
    </p:spTree>
    <p:extLst>
      <p:ext uri="{BB962C8B-B14F-4D97-AF65-F5344CB8AC3E}">
        <p14:creationId xmlns:p14="http://schemas.microsoft.com/office/powerpoint/2010/main" val="4358146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Generative Adversarial Networks (GANs) are a class of generative models introduced by Ian Goodfellow in 2014. They consist of two neural networks: a generator and a discriminator. The generator creates fake data, while the discriminator evaluates whether the data is real or fake. These networks are trained in a competitive setting, where the generator aims to produce increasingly realistic data to fool the discriminator, and the discriminator strives to accurately distinguish between real and generated data. This adversarial process leads to the improvement of both models, resulting in highly realistic synthetic content. GANs have become a foundational technology in generative AI, particularly in image and video synthesis.</a:t>
            </a:r>
          </a:p>
        </p:txBody>
      </p:sp>
      <p:sp>
        <p:nvSpPr>
          <p:cNvPr id="4" name="Slide Number Placeholder 3"/>
          <p:cNvSpPr>
            <a:spLocks noGrp="1"/>
          </p:cNvSpPr>
          <p:nvPr>
            <p:ph type="sldNum" sz="quarter" idx="5"/>
          </p:nvPr>
        </p:nvSpPr>
        <p:spPr/>
        <p:txBody>
          <a:bodyPr/>
          <a:lstStyle/>
          <a:p>
            <a:fld id="{3DEFB6B4-69B9-4EFF-8C02-A72B3F878F98}" type="slidenum">
              <a:t>12</a:t>
            </a:fld>
            <a:endParaRPr lang="en-US"/>
          </a:p>
        </p:txBody>
      </p:sp>
    </p:spTree>
    <p:extLst>
      <p:ext uri="{BB962C8B-B14F-4D97-AF65-F5344CB8AC3E}">
        <p14:creationId xmlns:p14="http://schemas.microsoft.com/office/powerpoint/2010/main" val="19289776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B3E1866-6ABF-4414-AFB5-B91146A1FA19}" type="slidenum">
              <a:rPr lang="en-GB" smtClean="0"/>
              <a:pPr/>
              <a:t>16</a:t>
            </a:fld>
            <a:endParaRPr lang="en-GB" dirty="0"/>
          </a:p>
        </p:txBody>
      </p:sp>
    </p:spTree>
    <p:extLst>
      <p:ext uri="{BB962C8B-B14F-4D97-AF65-F5344CB8AC3E}">
        <p14:creationId xmlns:p14="http://schemas.microsoft.com/office/powerpoint/2010/main" val="41827067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Benefits of Generative AI, Risks and Challenges</a:t>
            </a:r>
          </a:p>
        </p:txBody>
      </p:sp>
      <p:sp>
        <p:nvSpPr>
          <p:cNvPr id="4" name="Slide Number Placeholder 3"/>
          <p:cNvSpPr>
            <a:spLocks noGrp="1"/>
          </p:cNvSpPr>
          <p:nvPr>
            <p:ph type="sldNum" sz="quarter" idx="5"/>
          </p:nvPr>
        </p:nvSpPr>
        <p:spPr/>
        <p:txBody>
          <a:bodyPr/>
          <a:lstStyle/>
          <a:p>
            <a:fld id="{3DEFB6B4-69B9-4EFF-8C02-A72B3F878F98}" type="slidenum">
              <a:t>18</a:t>
            </a:fld>
            <a:endParaRPr lang="en-US"/>
          </a:p>
        </p:txBody>
      </p:sp>
    </p:spTree>
    <p:extLst>
      <p:ext uri="{BB962C8B-B14F-4D97-AF65-F5344CB8AC3E}">
        <p14:creationId xmlns:p14="http://schemas.microsoft.com/office/powerpoint/2010/main" val="37137421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Generative AI offers numerous benefits that enhance creativity and productivity. It enables users to generate personalized content at scale, reducing the manual effort required in traditional content creation processes. By automating repetitive tasks, generative AI frees up time for more strategic and creative endeavors. It also opens new possibilities in fields like education, healthcare, and design, where customized and innovative solutions are increasingly valuable. The ability to produce high-quality content quickly and efficiently makes generative AI a powerful tool for individuals and organizations looking to innovate and stay competitive in a rapidly evolving digital landscape.</a:t>
            </a:r>
          </a:p>
        </p:txBody>
      </p:sp>
      <p:sp>
        <p:nvSpPr>
          <p:cNvPr id="4" name="Slide Number Placeholder 3"/>
          <p:cNvSpPr>
            <a:spLocks noGrp="1"/>
          </p:cNvSpPr>
          <p:nvPr>
            <p:ph type="sldNum" sz="quarter" idx="5"/>
          </p:nvPr>
        </p:nvSpPr>
        <p:spPr/>
        <p:txBody>
          <a:bodyPr/>
          <a:lstStyle/>
          <a:p>
            <a:fld id="{3DEFB6B4-69B9-4EFF-8C02-A72B3F878F98}" type="slidenum">
              <a:t>19</a:t>
            </a:fld>
            <a:endParaRPr lang="en-US"/>
          </a:p>
        </p:txBody>
      </p:sp>
    </p:spTree>
    <p:extLst>
      <p:ext uri="{BB962C8B-B14F-4D97-AF65-F5344CB8AC3E}">
        <p14:creationId xmlns:p14="http://schemas.microsoft.com/office/powerpoint/2010/main" val="409768484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Despite its advantages, generative AI poses several risks and challenges. One major concern is bias in generated content, which can perpetuate stereotypes and misinformation. The technology also facilitates the creation of deepfakes and other forms of deceptive media, raising ethical and legal issues. Copyright infringement is another challenge, as generative models may produce content that closely resembles existing works. Additionally, over-reliance on AI for creative tasks can diminish human creativity and critical thinking. Addressing these risks requires robust governance, transparency in model training, and ethical guidelines to ensure responsible use of generative AI technologies.</a:t>
            </a:r>
          </a:p>
        </p:txBody>
      </p:sp>
      <p:sp>
        <p:nvSpPr>
          <p:cNvPr id="4" name="Slide Number Placeholder 3"/>
          <p:cNvSpPr>
            <a:spLocks noGrp="1"/>
          </p:cNvSpPr>
          <p:nvPr>
            <p:ph type="sldNum" sz="quarter" idx="5"/>
          </p:nvPr>
        </p:nvSpPr>
        <p:spPr/>
        <p:txBody>
          <a:bodyPr/>
          <a:lstStyle/>
          <a:p>
            <a:fld id="{3DEFB6B4-69B9-4EFF-8C02-A72B3F878F98}" type="slidenum">
              <a:t>20</a:t>
            </a:fld>
            <a:endParaRPr lang="en-US"/>
          </a:p>
        </p:txBody>
      </p:sp>
    </p:spTree>
    <p:extLst>
      <p:ext uri="{BB962C8B-B14F-4D97-AF65-F5344CB8AC3E}">
        <p14:creationId xmlns:p14="http://schemas.microsoft.com/office/powerpoint/2010/main" val="36875283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jpg"/><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1">
    <p:bg>
      <p:bgPr>
        <a:solidFill>
          <a:schemeClr val="tx1"/>
        </a:solidFill>
        <a:effectLst/>
      </p:bgPr>
    </p:bg>
    <p:spTree>
      <p:nvGrpSpPr>
        <p:cNvPr id="1" name=""/>
        <p:cNvGrpSpPr/>
        <p:nvPr/>
      </p:nvGrpSpPr>
      <p:grpSpPr>
        <a:xfrm>
          <a:off x="0" y="0"/>
          <a:ext cx="0" cy="0"/>
          <a:chOff x="0" y="0"/>
          <a:chExt cx="0" cy="0"/>
        </a:xfrm>
      </p:grpSpPr>
      <p:sp>
        <p:nvSpPr>
          <p:cNvPr id="12" name="Oval 11">
            <a:extLst>
              <a:ext uri="{FF2B5EF4-FFF2-40B4-BE49-F238E27FC236}">
                <a16:creationId xmlns:a16="http://schemas.microsoft.com/office/drawing/2014/main" id="{4D0D36FE-2517-024E-B081-D0B2295EA3FA}"/>
              </a:ext>
              <a:ext uri="{C183D7F6-B498-43B3-948B-1728B52AA6E4}">
                <adec:decorative xmlns:adec="http://schemas.microsoft.com/office/drawing/2017/decorative" val="1"/>
              </a:ext>
            </a:extLst>
          </p:cNvPr>
          <p:cNvSpPr/>
          <p:nvPr/>
        </p:nvSpPr>
        <p:spPr>
          <a:xfrm>
            <a:off x="3417864" y="760144"/>
            <a:ext cx="5356272" cy="535627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Connector 12">
            <a:extLst>
              <a:ext uri="{FF2B5EF4-FFF2-40B4-BE49-F238E27FC236}">
                <a16:creationId xmlns:a16="http://schemas.microsoft.com/office/drawing/2014/main" id="{DB3AD774-9783-18D4-7A22-0650BD37C844}"/>
              </a:ext>
              <a:ext uri="{C183D7F6-B498-43B3-948B-1728B52AA6E4}">
                <adec:decorative xmlns:adec="http://schemas.microsoft.com/office/drawing/2017/decorative" val="1"/>
              </a:ext>
            </a:extLst>
          </p:cNvPr>
          <p:cNvCxnSpPr>
            <a:cxnSpLocks/>
          </p:cNvCxnSpPr>
          <p:nvPr/>
        </p:nvCxnSpPr>
        <p:spPr>
          <a:xfrm>
            <a:off x="5610423" y="3960586"/>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014216" y="1746504"/>
            <a:ext cx="4160520" cy="1883664"/>
          </a:xfrm>
          <a:prstGeom prst="rect">
            <a:avLst/>
          </a:prstGeom>
        </p:spPr>
        <p:txBody>
          <a:bodyPr anchor="b">
            <a:normAutofit/>
          </a:bodyPr>
          <a:lstStyle>
            <a:lvl1pPr algn="ctr">
              <a:lnSpc>
                <a:spcPct val="120000"/>
              </a:lnSpc>
              <a:defRPr sz="2800">
                <a:solidFill>
                  <a:schemeClr val="tx1"/>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489704" y="4288536"/>
            <a:ext cx="3218688" cy="1316736"/>
          </a:xfrm>
          <a:prstGeom prst="rect">
            <a:avLst/>
          </a:prstGeom>
        </p:spPr>
        <p:txBody>
          <a:bodyPr anchor="t">
            <a:normAutofit/>
          </a:bodyPr>
          <a:lstStyle>
            <a:lvl1pPr marL="0" indent="0" algn="ctr">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5" name="Footer Placeholder 14">
            <a:extLst>
              <a:ext uri="{FF2B5EF4-FFF2-40B4-BE49-F238E27FC236}">
                <a16:creationId xmlns:a16="http://schemas.microsoft.com/office/drawing/2014/main" id="{D728580C-8778-854F-6D1B-9AF8BF5B2FB6}"/>
              </a:ext>
            </a:extLst>
          </p:cNvPr>
          <p:cNvSpPr>
            <a:spLocks noGrp="1"/>
          </p:cNvSpPr>
          <p:nvPr>
            <p:ph type="ftr" sz="quarter" idx="11"/>
          </p:nvPr>
        </p:nvSpPr>
        <p:spPr>
          <a:xfrm rot="5400000">
            <a:off x="10469880" y="1609344"/>
            <a:ext cx="2670048" cy="365760"/>
          </a:xfrm>
          <a:prstGeom prst="rect">
            <a:avLst/>
          </a:prstGeom>
        </p:spPr>
        <p:txBody>
          <a:bodyPr/>
          <a:lstStyle>
            <a:lvl1pPr>
              <a:defRPr>
                <a:solidFill>
                  <a:schemeClr val="bg1"/>
                </a:solidFill>
              </a:defRPr>
            </a:lvl1pPr>
          </a:lstStyle>
          <a:p>
            <a:pPr algn="r"/>
            <a:r>
              <a:rPr lang="en-US"/>
              <a:t>Sample Footer Text</a:t>
            </a:r>
          </a:p>
        </p:txBody>
      </p:sp>
      <p:sp>
        <p:nvSpPr>
          <p:cNvPr id="16" name="Slide Number Placeholder 15">
            <a:extLst>
              <a:ext uri="{FF2B5EF4-FFF2-40B4-BE49-F238E27FC236}">
                <a16:creationId xmlns:a16="http://schemas.microsoft.com/office/drawing/2014/main" id="{73ECBF32-23F4-84AC-A92D-D9821052AF13}"/>
              </a:ext>
            </a:extLst>
          </p:cNvPr>
          <p:cNvSpPr>
            <a:spLocks noGrp="1"/>
          </p:cNvSpPr>
          <p:nvPr>
            <p:ph type="sldNum" sz="quarter" idx="12"/>
          </p:nvPr>
        </p:nvSpPr>
        <p:spPr>
          <a:xfrm>
            <a:off x="11494008" y="3218688"/>
            <a:ext cx="630936" cy="429768"/>
          </a:xfrm>
          <a:prstGeom prst="rect">
            <a:avLst/>
          </a:prstGeom>
        </p:spPr>
        <p:txBody>
          <a:bodyPr/>
          <a:lstStyle>
            <a:lvl1pPr>
              <a:defRPr>
                <a:solidFill>
                  <a:schemeClr val="bg1"/>
                </a:solidFill>
              </a:defRPr>
            </a:lvl1pPr>
          </a:lstStyle>
          <a:p>
            <a:pPr algn="ctr"/>
            <a:fld id="{CC057153-B650-4DEB-B370-79DDCFDCE934}" type="slidenum">
              <a:rPr lang="en-US" smtClean="0"/>
              <a:pPr algn="ctr"/>
              <a:t>‹#›</a:t>
            </a:fld>
            <a:endParaRPr lang="en-US"/>
          </a:p>
        </p:txBody>
      </p:sp>
      <p:sp>
        <p:nvSpPr>
          <p:cNvPr id="14" name="Date Placeholder 13">
            <a:extLst>
              <a:ext uri="{FF2B5EF4-FFF2-40B4-BE49-F238E27FC236}">
                <a16:creationId xmlns:a16="http://schemas.microsoft.com/office/drawing/2014/main" id="{ABA7367A-7087-E045-A8D9-1DB09D3DE13F}"/>
              </a:ext>
            </a:extLst>
          </p:cNvPr>
          <p:cNvSpPr>
            <a:spLocks noGrp="1"/>
          </p:cNvSpPr>
          <p:nvPr>
            <p:ph type="dt" sz="half" idx="10"/>
          </p:nvPr>
        </p:nvSpPr>
        <p:spPr>
          <a:xfrm rot="5400000">
            <a:off x="10469880" y="4892040"/>
            <a:ext cx="2670048" cy="365760"/>
          </a:xfrm>
          <a:prstGeom prst="rect">
            <a:avLst/>
          </a:prstGeom>
        </p:spPr>
        <p:txBody>
          <a:bodyPr/>
          <a:lstStyle>
            <a:lvl1pPr>
              <a:defRPr>
                <a:solidFill>
                  <a:schemeClr val="bg1"/>
                </a:solidFill>
              </a:defRPr>
            </a:lvl1pPr>
          </a:lstStyle>
          <a:p>
            <a:fld id="{04FFA8EE-2172-4D56-A955-977809E8E914}" type="datetime4">
              <a:rPr lang="en-US" smtClean="0"/>
              <a:t>September 1, 2025</a:t>
            </a:fld>
            <a:endParaRPr lang="en-US"/>
          </a:p>
        </p:txBody>
      </p:sp>
    </p:spTree>
    <p:extLst>
      <p:ext uri="{BB962C8B-B14F-4D97-AF65-F5344CB8AC3E}">
        <p14:creationId xmlns:p14="http://schemas.microsoft.com/office/powerpoint/2010/main" val="206123840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2">
    <p:bg>
      <p:bgRef idx="1001">
        <a:schemeClr val="bg1"/>
      </p:bgRef>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C940CC8-5401-3EF9-398C-2A2492181116}"/>
              </a:ext>
              <a:ext uri="{C183D7F6-B498-43B3-948B-1728B52AA6E4}">
                <adec:decorative xmlns:adec="http://schemas.microsoft.com/office/drawing/2017/decorative" val="1"/>
              </a:ext>
            </a:extLst>
          </p:cNvPr>
          <p:cNvSpPr/>
          <p:nvPr/>
        </p:nvSpPr>
        <p:spPr>
          <a:xfrm>
            <a:off x="762000" y="762000"/>
            <a:ext cx="10668000" cy="5334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id="{036142CE-648A-1FF7-D28A-1CDAA482192F}"/>
              </a:ext>
              <a:ext uri="{C183D7F6-B498-43B3-948B-1728B52AA6E4}">
                <adec:decorative xmlns:adec="http://schemas.microsoft.com/office/drawing/2017/decorative" val="1"/>
              </a:ext>
            </a:extLst>
          </p:cNvPr>
          <p:cNvCxnSpPr>
            <a:cxnSpLocks/>
          </p:cNvCxnSpPr>
          <p:nvPr/>
        </p:nvCxnSpPr>
        <p:spPr>
          <a:xfrm>
            <a:off x="5610423" y="3960586"/>
            <a:ext cx="971155" cy="0"/>
          </a:xfrm>
          <a:prstGeom prst="line">
            <a:avLst/>
          </a:prstGeom>
          <a:ln w="3175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286000" y="1746504"/>
            <a:ext cx="7616952" cy="1883664"/>
          </a:xfrm>
          <a:prstGeom prst="rect">
            <a:avLst/>
          </a:prstGeom>
        </p:spPr>
        <p:txBody>
          <a:bodyPr anchor="b">
            <a:normAutofit/>
          </a:bodyPr>
          <a:lstStyle>
            <a:lvl1pPr algn="ctr">
              <a:lnSpc>
                <a:spcPct val="120000"/>
              </a:lnSpc>
              <a:defRPr sz="2800">
                <a:solidFill>
                  <a:schemeClr val="bg1"/>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286000" y="4288536"/>
            <a:ext cx="7616952" cy="1042416"/>
          </a:xfrm>
          <a:prstGeom prst="rect">
            <a:avLst/>
          </a:prstGeom>
        </p:spPr>
        <p:txBody>
          <a:bodyPr anchor="t">
            <a:normAutofit/>
          </a:bodyPr>
          <a:lstStyle>
            <a:lvl1pPr marL="0" indent="0" algn="ctr">
              <a:buNone/>
              <a:defRPr sz="1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8" name="Footer Placeholder 7">
            <a:extLst>
              <a:ext uri="{FF2B5EF4-FFF2-40B4-BE49-F238E27FC236}">
                <a16:creationId xmlns:a16="http://schemas.microsoft.com/office/drawing/2014/main" id="{93384EBF-3E88-4A0B-FB51-6F3F98FA7426}"/>
              </a:ext>
            </a:extLst>
          </p:cNvPr>
          <p:cNvSpPr>
            <a:spLocks noGrp="1"/>
          </p:cNvSpPr>
          <p:nvPr>
            <p:ph type="ftr" sz="quarter" idx="11"/>
          </p:nvPr>
        </p:nvSpPr>
        <p:spPr>
          <a:xfrm rot="5400000">
            <a:off x="10469880" y="1609344"/>
            <a:ext cx="2670048" cy="365760"/>
          </a:xfrm>
          <a:prstGeom prst="rect">
            <a:avLst/>
          </a:prstGeom>
        </p:spPr>
        <p:txBody>
          <a:bodyPr/>
          <a:lstStyle/>
          <a:p>
            <a:pPr algn="r"/>
            <a:r>
              <a:rPr lang="en-US"/>
              <a:t>Sample Footer Text</a:t>
            </a:r>
          </a:p>
        </p:txBody>
      </p:sp>
      <p:sp>
        <p:nvSpPr>
          <p:cNvPr id="9" name="Slide Number Placeholder 8">
            <a:extLst>
              <a:ext uri="{FF2B5EF4-FFF2-40B4-BE49-F238E27FC236}">
                <a16:creationId xmlns:a16="http://schemas.microsoft.com/office/drawing/2014/main" id="{F9351BD1-E526-ACBD-4244-F9E89D083E69}"/>
              </a:ext>
            </a:extLst>
          </p:cNvPr>
          <p:cNvSpPr>
            <a:spLocks noGrp="1"/>
          </p:cNvSpPr>
          <p:nvPr>
            <p:ph type="sldNum" sz="quarter" idx="12"/>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a:p>
        </p:txBody>
      </p:sp>
      <p:sp>
        <p:nvSpPr>
          <p:cNvPr id="7" name="Date Placeholder 6">
            <a:extLst>
              <a:ext uri="{FF2B5EF4-FFF2-40B4-BE49-F238E27FC236}">
                <a16:creationId xmlns:a16="http://schemas.microsoft.com/office/drawing/2014/main" id="{D8F249E0-8120-4E46-8D3C-FFDE09A5C3F0}"/>
              </a:ext>
            </a:extLst>
          </p:cNvPr>
          <p:cNvSpPr>
            <a:spLocks noGrp="1"/>
          </p:cNvSpPr>
          <p:nvPr>
            <p:ph type="dt" sz="half" idx="10"/>
          </p:nvPr>
        </p:nvSpPr>
        <p:spPr>
          <a:xfrm rot="5400000">
            <a:off x="10469880" y="4892040"/>
            <a:ext cx="2670048" cy="365760"/>
          </a:xfrm>
          <a:prstGeom prst="rect">
            <a:avLst/>
          </a:prstGeom>
        </p:spPr>
        <p:txBody>
          <a:bodyPr/>
          <a:lstStyle/>
          <a:p>
            <a:fld id="{A2AE6C5D-24D6-447C-983C-8076C54F4633}" type="datetime4">
              <a:rPr lang="en-US" smtClean="0"/>
              <a:t>September 1, 2025</a:t>
            </a:fld>
            <a:endParaRPr lang="en-US"/>
          </a:p>
        </p:txBody>
      </p:sp>
    </p:spTree>
    <p:extLst>
      <p:ext uri="{BB962C8B-B14F-4D97-AF65-F5344CB8AC3E}">
        <p14:creationId xmlns:p14="http://schemas.microsoft.com/office/powerpoint/2010/main" val="249057707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3">
    <p:bg>
      <p:bgRef idx="1001">
        <a:schemeClr val="bg1"/>
      </p:bgRef>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C940CC8-5401-3EF9-398C-2A2492181116}"/>
              </a:ext>
              <a:ext uri="{C183D7F6-B498-43B3-948B-1728B52AA6E4}">
                <adec:decorative xmlns:adec="http://schemas.microsoft.com/office/drawing/2017/decorative" val="1"/>
              </a:ext>
            </a:extLst>
          </p:cNvPr>
          <p:cNvSpPr/>
          <p:nvPr/>
        </p:nvSpPr>
        <p:spPr>
          <a:xfrm>
            <a:off x="762000" y="762000"/>
            <a:ext cx="10668000" cy="5334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id="{036142CE-648A-1FF7-D28A-1CDAA482192F}"/>
              </a:ext>
              <a:ext uri="{C183D7F6-B498-43B3-948B-1728B52AA6E4}">
                <adec:decorative xmlns:adec="http://schemas.microsoft.com/office/drawing/2017/decorative" val="1"/>
              </a:ext>
            </a:extLst>
          </p:cNvPr>
          <p:cNvCxnSpPr>
            <a:cxnSpLocks/>
          </p:cNvCxnSpPr>
          <p:nvPr/>
        </p:nvCxnSpPr>
        <p:spPr>
          <a:xfrm>
            <a:off x="5610423" y="3960586"/>
            <a:ext cx="971155" cy="0"/>
          </a:xfrm>
          <a:prstGeom prst="line">
            <a:avLst/>
          </a:prstGeom>
          <a:ln w="3175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286000" y="1746504"/>
            <a:ext cx="7616952" cy="1883664"/>
          </a:xfrm>
          <a:prstGeom prst="rect">
            <a:avLst/>
          </a:prstGeom>
        </p:spPr>
        <p:txBody>
          <a:bodyPr anchor="ctr">
            <a:normAutofit/>
          </a:bodyPr>
          <a:lstStyle>
            <a:lvl1pPr algn="ctr">
              <a:lnSpc>
                <a:spcPct val="120000"/>
              </a:lnSpc>
              <a:defRPr sz="4400">
                <a:solidFill>
                  <a:schemeClr val="bg1"/>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286000" y="4288536"/>
            <a:ext cx="7616952" cy="1042416"/>
          </a:xfrm>
          <a:prstGeom prst="rect">
            <a:avLst/>
          </a:prstGeom>
        </p:spPr>
        <p:txBody>
          <a:bodyPr anchor="ctr">
            <a:normAutofit/>
          </a:bodyPr>
          <a:lstStyle>
            <a:lvl1pPr marL="0" indent="0" algn="ctr">
              <a:buNone/>
              <a:defRPr sz="1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8" name="Footer Placeholder 7">
            <a:extLst>
              <a:ext uri="{FF2B5EF4-FFF2-40B4-BE49-F238E27FC236}">
                <a16:creationId xmlns:a16="http://schemas.microsoft.com/office/drawing/2014/main" id="{93384EBF-3E88-4A0B-FB51-6F3F98FA7426}"/>
              </a:ext>
            </a:extLst>
          </p:cNvPr>
          <p:cNvSpPr>
            <a:spLocks noGrp="1"/>
          </p:cNvSpPr>
          <p:nvPr>
            <p:ph type="ftr" sz="quarter" idx="11"/>
          </p:nvPr>
        </p:nvSpPr>
        <p:spPr>
          <a:xfrm rot="5400000">
            <a:off x="10469880" y="1609344"/>
            <a:ext cx="2670048" cy="365760"/>
          </a:xfrm>
          <a:prstGeom prst="rect">
            <a:avLst/>
          </a:prstGeom>
        </p:spPr>
        <p:txBody>
          <a:bodyPr/>
          <a:lstStyle/>
          <a:p>
            <a:pPr algn="r"/>
            <a:r>
              <a:rPr lang="en-US"/>
              <a:t>Sample Footer Text</a:t>
            </a:r>
          </a:p>
        </p:txBody>
      </p:sp>
      <p:sp>
        <p:nvSpPr>
          <p:cNvPr id="9" name="Slide Number Placeholder 8">
            <a:extLst>
              <a:ext uri="{FF2B5EF4-FFF2-40B4-BE49-F238E27FC236}">
                <a16:creationId xmlns:a16="http://schemas.microsoft.com/office/drawing/2014/main" id="{F9351BD1-E526-ACBD-4244-F9E89D083E69}"/>
              </a:ext>
            </a:extLst>
          </p:cNvPr>
          <p:cNvSpPr>
            <a:spLocks noGrp="1"/>
          </p:cNvSpPr>
          <p:nvPr>
            <p:ph type="sldNum" sz="quarter" idx="12"/>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a:p>
        </p:txBody>
      </p:sp>
      <p:sp>
        <p:nvSpPr>
          <p:cNvPr id="7" name="Date Placeholder 6">
            <a:extLst>
              <a:ext uri="{FF2B5EF4-FFF2-40B4-BE49-F238E27FC236}">
                <a16:creationId xmlns:a16="http://schemas.microsoft.com/office/drawing/2014/main" id="{D8F249E0-8120-4E46-8D3C-FFDE09A5C3F0}"/>
              </a:ext>
            </a:extLst>
          </p:cNvPr>
          <p:cNvSpPr>
            <a:spLocks noGrp="1"/>
          </p:cNvSpPr>
          <p:nvPr>
            <p:ph type="dt" sz="half" idx="10"/>
          </p:nvPr>
        </p:nvSpPr>
        <p:spPr>
          <a:xfrm rot="5400000">
            <a:off x="10469880" y="4892040"/>
            <a:ext cx="2670048" cy="365760"/>
          </a:xfrm>
          <a:prstGeom prst="rect">
            <a:avLst/>
          </a:prstGeom>
        </p:spPr>
        <p:txBody>
          <a:bodyPr/>
          <a:lstStyle/>
          <a:p>
            <a:fld id="{990C99E4-5640-4B3E-A97D-2F1D970847AA}" type="datetime4">
              <a:rPr lang="en-US" smtClean="0"/>
              <a:t>September 1, 2025</a:t>
            </a:fld>
            <a:endParaRPr lang="en-US"/>
          </a:p>
        </p:txBody>
      </p:sp>
    </p:spTree>
    <p:extLst>
      <p:ext uri="{BB962C8B-B14F-4D97-AF65-F5344CB8AC3E}">
        <p14:creationId xmlns:p14="http://schemas.microsoft.com/office/powerpoint/2010/main" val="345563664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4">
    <p:bg>
      <p:bgPr>
        <a:solidFill>
          <a:schemeClr val="tx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C940CC8-5401-3EF9-398C-2A2492181116}"/>
              </a:ext>
              <a:ext uri="{C183D7F6-B498-43B3-948B-1728B52AA6E4}">
                <adec:decorative xmlns:adec="http://schemas.microsoft.com/office/drawing/2017/decorative" val="1"/>
              </a:ext>
            </a:extLst>
          </p:cNvPr>
          <p:cNvSpPr/>
          <p:nvPr/>
        </p:nvSpPr>
        <p:spPr>
          <a:xfrm>
            <a:off x="762000" y="762000"/>
            <a:ext cx="10668000" cy="5334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353313" y="1231637"/>
            <a:ext cx="6137453" cy="2698456"/>
          </a:xfrm>
          <a:prstGeom prst="rect">
            <a:avLst/>
          </a:prstGeom>
        </p:spPr>
        <p:txBody>
          <a:bodyPr anchor="t">
            <a:normAutofit/>
          </a:bodyPr>
          <a:lstStyle>
            <a:lvl1pPr algn="l">
              <a:lnSpc>
                <a:spcPct val="120000"/>
              </a:lnSpc>
              <a:defRPr sz="4000">
                <a:solidFill>
                  <a:schemeClr val="tx1"/>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353315" y="5010911"/>
            <a:ext cx="6137452" cy="819302"/>
          </a:xfrm>
          <a:prstGeom prst="rect">
            <a:avLst/>
          </a:prstGeom>
        </p:spPr>
        <p:txBody>
          <a:bodyPr anchor="t">
            <a:normAutofit/>
          </a:bodyPr>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cxnSp>
        <p:nvCxnSpPr>
          <p:cNvPr id="10" name="Straight Connector 9">
            <a:extLst>
              <a:ext uri="{FF2B5EF4-FFF2-40B4-BE49-F238E27FC236}">
                <a16:creationId xmlns:a16="http://schemas.microsoft.com/office/drawing/2014/main" id="{C23037B3-8974-2599-9C16-662BA59487C4}"/>
              </a:ext>
              <a:ext uri="{C183D7F6-B498-43B3-948B-1728B52AA6E4}">
                <adec:decorative xmlns:adec="http://schemas.microsoft.com/office/drawing/2017/decorative" val="1"/>
              </a:ext>
            </a:extLst>
          </p:cNvPr>
          <p:cNvCxnSpPr>
            <a:cxnSpLocks/>
          </p:cNvCxnSpPr>
          <p:nvPr/>
        </p:nvCxnSpPr>
        <p:spPr>
          <a:xfrm>
            <a:off x="1459441" y="4804589"/>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Footer Placeholder 14">
            <a:extLst>
              <a:ext uri="{FF2B5EF4-FFF2-40B4-BE49-F238E27FC236}">
                <a16:creationId xmlns:a16="http://schemas.microsoft.com/office/drawing/2014/main" id="{D728580C-8778-854F-6D1B-9AF8BF5B2FB6}"/>
              </a:ext>
            </a:extLst>
          </p:cNvPr>
          <p:cNvSpPr>
            <a:spLocks noGrp="1"/>
          </p:cNvSpPr>
          <p:nvPr>
            <p:ph type="ftr" sz="quarter" idx="11"/>
          </p:nvPr>
        </p:nvSpPr>
        <p:spPr>
          <a:xfrm rot="5400000">
            <a:off x="10469880" y="1609344"/>
            <a:ext cx="2670048" cy="365760"/>
          </a:xfrm>
          <a:prstGeom prst="rect">
            <a:avLst/>
          </a:prstGeom>
        </p:spPr>
        <p:txBody>
          <a:bodyPr/>
          <a:lstStyle>
            <a:lvl1pPr>
              <a:defRPr>
                <a:solidFill>
                  <a:schemeClr val="bg1"/>
                </a:solidFill>
              </a:defRPr>
            </a:lvl1pPr>
          </a:lstStyle>
          <a:p>
            <a:pPr algn="r"/>
            <a:r>
              <a:rPr lang="en-US"/>
              <a:t>Sample Footer Text</a:t>
            </a:r>
          </a:p>
        </p:txBody>
      </p:sp>
      <p:sp>
        <p:nvSpPr>
          <p:cNvPr id="16" name="Slide Number Placeholder 15">
            <a:extLst>
              <a:ext uri="{FF2B5EF4-FFF2-40B4-BE49-F238E27FC236}">
                <a16:creationId xmlns:a16="http://schemas.microsoft.com/office/drawing/2014/main" id="{73ECBF32-23F4-84AC-A92D-D9821052AF13}"/>
              </a:ext>
            </a:extLst>
          </p:cNvPr>
          <p:cNvSpPr>
            <a:spLocks noGrp="1"/>
          </p:cNvSpPr>
          <p:nvPr>
            <p:ph type="sldNum" sz="quarter" idx="12"/>
          </p:nvPr>
        </p:nvSpPr>
        <p:spPr>
          <a:xfrm>
            <a:off x="11494008" y="3218688"/>
            <a:ext cx="630936" cy="429768"/>
          </a:xfrm>
          <a:prstGeom prst="rect">
            <a:avLst/>
          </a:prstGeom>
        </p:spPr>
        <p:txBody>
          <a:bodyPr/>
          <a:lstStyle>
            <a:lvl1pPr>
              <a:defRPr>
                <a:solidFill>
                  <a:schemeClr val="bg1"/>
                </a:solidFill>
              </a:defRPr>
            </a:lvl1pPr>
          </a:lstStyle>
          <a:p>
            <a:pPr algn="ctr"/>
            <a:fld id="{CC057153-B650-4DEB-B370-79DDCFDCE934}" type="slidenum">
              <a:rPr lang="en-US" smtClean="0"/>
              <a:pPr algn="ctr"/>
              <a:t>‹#›</a:t>
            </a:fld>
            <a:endParaRPr lang="en-US"/>
          </a:p>
        </p:txBody>
      </p:sp>
      <p:sp>
        <p:nvSpPr>
          <p:cNvPr id="14" name="Date Placeholder 13">
            <a:extLst>
              <a:ext uri="{FF2B5EF4-FFF2-40B4-BE49-F238E27FC236}">
                <a16:creationId xmlns:a16="http://schemas.microsoft.com/office/drawing/2014/main" id="{ABA7367A-7087-E045-A8D9-1DB09D3DE13F}"/>
              </a:ext>
            </a:extLst>
          </p:cNvPr>
          <p:cNvSpPr>
            <a:spLocks noGrp="1"/>
          </p:cNvSpPr>
          <p:nvPr>
            <p:ph type="dt" sz="half" idx="10"/>
          </p:nvPr>
        </p:nvSpPr>
        <p:spPr>
          <a:xfrm rot="5400000">
            <a:off x="10469880" y="4892040"/>
            <a:ext cx="2670048" cy="365760"/>
          </a:xfrm>
          <a:prstGeom prst="rect">
            <a:avLst/>
          </a:prstGeom>
        </p:spPr>
        <p:txBody>
          <a:bodyPr/>
          <a:lstStyle>
            <a:lvl1pPr>
              <a:defRPr>
                <a:solidFill>
                  <a:schemeClr val="bg1"/>
                </a:solidFill>
              </a:defRPr>
            </a:lvl1pPr>
          </a:lstStyle>
          <a:p>
            <a:fld id="{13A0788F-C47A-4688-AAC9-8212EC625843}" type="datetime4">
              <a:rPr lang="en-US" smtClean="0"/>
              <a:t>September 1, 2025</a:t>
            </a:fld>
            <a:endParaRPr lang="en-US"/>
          </a:p>
        </p:txBody>
      </p:sp>
    </p:spTree>
    <p:extLst>
      <p:ext uri="{BB962C8B-B14F-4D97-AF65-F5344CB8AC3E}">
        <p14:creationId xmlns:p14="http://schemas.microsoft.com/office/powerpoint/2010/main" val="297216329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Photo 1">
    <p:bg>
      <p:bgRef idx="1001">
        <a:schemeClr val="bg1"/>
      </p:bgRef>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79752AE3-E97E-6381-3066-90B73D6C279A}"/>
              </a:ext>
              <a:ext uri="{C183D7F6-B498-43B3-948B-1728B52AA6E4}">
                <adec:decorative xmlns:adec="http://schemas.microsoft.com/office/drawing/2017/decorative" val="1"/>
              </a:ext>
            </a:extLst>
          </p:cNvPr>
          <p:cNvSpPr/>
          <p:nvPr/>
        </p:nvSpPr>
        <p:spPr>
          <a:xfrm>
            <a:off x="762000" y="762003"/>
            <a:ext cx="10667999" cy="533399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71FC1D47-D22E-C8B6-52EE-977FA326BC59}"/>
              </a:ext>
              <a:ext uri="{C183D7F6-B498-43B3-948B-1728B52AA6E4}">
                <adec:decorative xmlns:adec="http://schemas.microsoft.com/office/drawing/2017/decorative" val="1"/>
              </a:ext>
            </a:extLst>
          </p:cNvPr>
          <p:cNvCxnSpPr>
            <a:cxnSpLocks/>
          </p:cNvCxnSpPr>
          <p:nvPr/>
        </p:nvCxnSpPr>
        <p:spPr>
          <a:xfrm>
            <a:off x="1550741" y="4572000"/>
            <a:ext cx="971155" cy="0"/>
          </a:xfrm>
          <a:prstGeom prst="line">
            <a:avLst/>
          </a:prstGeom>
          <a:ln w="31750">
            <a:solidFill>
              <a:schemeClr val="bg1"/>
            </a:solidFill>
          </a:ln>
        </p:spPr>
        <p:style>
          <a:lnRef idx="1">
            <a:schemeClr val="accent1"/>
          </a:lnRef>
          <a:fillRef idx="0">
            <a:schemeClr val="accent1"/>
          </a:fillRef>
          <a:effectRef idx="0">
            <a:schemeClr val="accent1"/>
          </a:effectRef>
          <a:fontRef idx="minor">
            <a:schemeClr val="tx1"/>
          </a:fontRef>
        </p:style>
      </p:cxnSp>
      <p:sp>
        <p:nvSpPr>
          <p:cNvPr id="7" name="Oval 6">
            <a:extLst>
              <a:ext uri="{FF2B5EF4-FFF2-40B4-BE49-F238E27FC236}">
                <a16:creationId xmlns:a16="http://schemas.microsoft.com/office/drawing/2014/main" id="{C20D13D9-271B-1B45-E2B5-49ADC53F7EFB}"/>
              </a:ext>
            </a:extLst>
          </p:cNvPr>
          <p:cNvSpPr/>
          <p:nvPr/>
        </p:nvSpPr>
        <p:spPr>
          <a:xfrm>
            <a:off x="6590056" y="1283542"/>
            <a:ext cx="4306824" cy="430682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345999" y="1235176"/>
            <a:ext cx="4672584" cy="2841220"/>
          </a:xfrm>
          <a:prstGeom prst="rect">
            <a:avLst/>
          </a:prstGeom>
        </p:spPr>
        <p:txBody>
          <a:bodyPr anchor="t">
            <a:normAutofit/>
          </a:bodyPr>
          <a:lstStyle>
            <a:lvl1pPr algn="l">
              <a:defRPr sz="3100">
                <a:solidFill>
                  <a:schemeClr val="bg1"/>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345999" y="4983480"/>
            <a:ext cx="4672584" cy="786384"/>
          </a:xfrm>
          <a:prstGeom prst="rect">
            <a:avLst/>
          </a:prstGeom>
        </p:spPr>
        <p:txBody>
          <a:bodyPr anchor="t">
            <a:normAutofit/>
          </a:bodyPr>
          <a:lstStyle>
            <a:lvl1pPr marL="0" indent="0" algn="l">
              <a:buNone/>
              <a:defRPr sz="1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22" name="Picture Placeholder 20">
            <a:extLst>
              <a:ext uri="{FF2B5EF4-FFF2-40B4-BE49-F238E27FC236}">
                <a16:creationId xmlns:a16="http://schemas.microsoft.com/office/drawing/2014/main" id="{FBACAA98-741E-5E01-790D-22D994E62DDB}"/>
              </a:ext>
            </a:extLst>
          </p:cNvPr>
          <p:cNvSpPr>
            <a:spLocks noGrp="1"/>
          </p:cNvSpPr>
          <p:nvPr>
            <p:ph type="pic" sz="quarter" idx="17"/>
          </p:nvPr>
        </p:nvSpPr>
        <p:spPr>
          <a:xfrm>
            <a:off x="6581777" y="1264436"/>
            <a:ext cx="4329128" cy="4329128"/>
          </a:xfrm>
          <a:custGeom>
            <a:avLst/>
            <a:gdLst>
              <a:gd name="connsiteX0" fmla="*/ 2164564 w 4329128"/>
              <a:gd name="connsiteY0" fmla="*/ 0 h 4329128"/>
              <a:gd name="connsiteX1" fmla="*/ 4329128 w 4329128"/>
              <a:gd name="connsiteY1" fmla="*/ 2164564 h 4329128"/>
              <a:gd name="connsiteX2" fmla="*/ 2164564 w 4329128"/>
              <a:gd name="connsiteY2" fmla="*/ 4329128 h 4329128"/>
              <a:gd name="connsiteX3" fmla="*/ 0 w 4329128"/>
              <a:gd name="connsiteY3" fmla="*/ 2164564 h 4329128"/>
              <a:gd name="connsiteX4" fmla="*/ 2164564 w 4329128"/>
              <a:gd name="connsiteY4" fmla="*/ 0 h 43291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29128" h="4329128">
                <a:moveTo>
                  <a:pt x="2164564" y="0"/>
                </a:moveTo>
                <a:cubicBezTo>
                  <a:pt x="3360020" y="0"/>
                  <a:pt x="4329128" y="969108"/>
                  <a:pt x="4329128" y="2164564"/>
                </a:cubicBezTo>
                <a:cubicBezTo>
                  <a:pt x="4329128" y="3360020"/>
                  <a:pt x="3360020" y="4329128"/>
                  <a:pt x="2164564" y="4329128"/>
                </a:cubicBezTo>
                <a:cubicBezTo>
                  <a:pt x="969108" y="4329128"/>
                  <a:pt x="0" y="3360020"/>
                  <a:pt x="0" y="2164564"/>
                </a:cubicBezTo>
                <a:cubicBezTo>
                  <a:pt x="0" y="969108"/>
                  <a:pt x="969108" y="0"/>
                  <a:pt x="2164564" y="0"/>
                </a:cubicBezTo>
                <a:close/>
              </a:path>
            </a:pathLst>
          </a:custGeom>
          <a:blipFill dpi="0" rotWithShape="1">
            <a:blip r:embed="rId2" cstate="screen">
              <a:alphaModFix amt="80000"/>
              <a:extLst>
                <a:ext uri="{28A0092B-C50C-407E-A947-70E740481C1C}">
                  <a14:useLocalDpi xmlns:a14="http://schemas.microsoft.com/office/drawing/2010/main"/>
                </a:ext>
              </a:extLst>
            </a:blip>
            <a:srcRect/>
            <a:stretch>
              <a:fillRect/>
            </a:stretch>
          </a:blipFill>
        </p:spPr>
        <p:txBody>
          <a:bodyPr wrap="square">
            <a:noAutofit/>
          </a:bodyPr>
          <a:lstStyle/>
          <a:p>
            <a:r>
              <a:rPr lang="en-US"/>
              <a:t>Click icon to add picture</a:t>
            </a:r>
          </a:p>
        </p:txBody>
      </p:sp>
      <p:sp>
        <p:nvSpPr>
          <p:cNvPr id="5" name="Footer Placeholder 4">
            <a:extLst>
              <a:ext uri="{FF2B5EF4-FFF2-40B4-BE49-F238E27FC236}">
                <a16:creationId xmlns:a16="http://schemas.microsoft.com/office/drawing/2014/main" id="{1CC8C939-7FAD-347B-1591-43D9B3231526}"/>
              </a:ext>
            </a:extLst>
          </p:cNvPr>
          <p:cNvSpPr>
            <a:spLocks noGrp="1"/>
          </p:cNvSpPr>
          <p:nvPr>
            <p:ph type="ftr" sz="quarter" idx="19"/>
          </p:nvPr>
        </p:nvSpPr>
        <p:spPr/>
        <p:txBody>
          <a:bodyPr/>
          <a:lstStyle/>
          <a:p>
            <a:pPr algn="r"/>
            <a:r>
              <a:rPr lang="en-US"/>
              <a:t>Sample Footer Text</a:t>
            </a:r>
          </a:p>
        </p:txBody>
      </p:sp>
      <p:sp>
        <p:nvSpPr>
          <p:cNvPr id="6" name="Slide Number Placeholder 5">
            <a:extLst>
              <a:ext uri="{FF2B5EF4-FFF2-40B4-BE49-F238E27FC236}">
                <a16:creationId xmlns:a16="http://schemas.microsoft.com/office/drawing/2014/main" id="{85AAACDE-68BE-0B6C-22AE-1B3B232E2964}"/>
              </a:ext>
            </a:extLst>
          </p:cNvPr>
          <p:cNvSpPr>
            <a:spLocks noGrp="1"/>
          </p:cNvSpPr>
          <p:nvPr>
            <p:ph type="sldNum" sz="quarter" idx="20"/>
          </p:nvPr>
        </p:nvSpPr>
        <p:spPr/>
        <p:txBody>
          <a:bodyPr/>
          <a:lstStyle/>
          <a:p>
            <a:pPr algn="ctr"/>
            <a:fld id="{8D252C1B-CBF0-4A4D-8F57-7FB989103249}" type="slidenum">
              <a:rPr lang="en-US" smtClean="0"/>
              <a:pPr algn="ctr"/>
              <a:t>‹#›</a:t>
            </a:fld>
            <a:endParaRPr lang="en-US"/>
          </a:p>
        </p:txBody>
      </p:sp>
      <p:sp>
        <p:nvSpPr>
          <p:cNvPr id="4" name="Date Placeholder 3">
            <a:extLst>
              <a:ext uri="{FF2B5EF4-FFF2-40B4-BE49-F238E27FC236}">
                <a16:creationId xmlns:a16="http://schemas.microsoft.com/office/drawing/2014/main" id="{AFD31B72-8374-965C-518F-8B0878FD79D0}"/>
              </a:ext>
            </a:extLst>
          </p:cNvPr>
          <p:cNvSpPr>
            <a:spLocks noGrp="1"/>
          </p:cNvSpPr>
          <p:nvPr>
            <p:ph type="dt" sz="half" idx="18"/>
          </p:nvPr>
        </p:nvSpPr>
        <p:spPr/>
        <p:txBody>
          <a:bodyPr/>
          <a:lstStyle/>
          <a:p>
            <a:fld id="{05861B11-817A-478B-9F27-B7D56C03E9A1}" type="datetime4">
              <a:rPr lang="en-US" smtClean="0"/>
              <a:t>September 1, 2025</a:t>
            </a:fld>
            <a:endParaRPr lang="en-US"/>
          </a:p>
        </p:txBody>
      </p:sp>
    </p:spTree>
    <p:extLst>
      <p:ext uri="{BB962C8B-B14F-4D97-AF65-F5344CB8AC3E}">
        <p14:creationId xmlns:p14="http://schemas.microsoft.com/office/powerpoint/2010/main" val="78997037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Photo 2">
    <p:bg>
      <p:bgPr>
        <a:solidFill>
          <a:schemeClr val="tx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C940CC8-5401-3EF9-398C-2A2492181116}"/>
              </a:ext>
              <a:ext uri="{C183D7F6-B498-43B3-948B-1728B52AA6E4}">
                <adec:decorative xmlns:adec="http://schemas.microsoft.com/office/drawing/2017/decorative" val="1"/>
              </a:ext>
            </a:extLst>
          </p:cNvPr>
          <p:cNvSpPr/>
          <p:nvPr/>
        </p:nvSpPr>
        <p:spPr>
          <a:xfrm>
            <a:off x="762000" y="762000"/>
            <a:ext cx="5330953" cy="5334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345999" y="1236272"/>
            <a:ext cx="3959352" cy="2885843"/>
          </a:xfrm>
          <a:prstGeom prst="rect">
            <a:avLst/>
          </a:prstGeom>
        </p:spPr>
        <p:txBody>
          <a:bodyPr anchor="t">
            <a:normAutofit/>
          </a:bodyPr>
          <a:lstStyle>
            <a:lvl1pPr algn="l">
              <a:lnSpc>
                <a:spcPct val="120000"/>
              </a:lnSpc>
              <a:defRPr sz="4000">
                <a:solidFill>
                  <a:schemeClr val="tx1"/>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355143" y="5029200"/>
            <a:ext cx="3941064" cy="786384"/>
          </a:xfrm>
          <a:prstGeom prst="rect">
            <a:avLst/>
          </a:prstGeom>
        </p:spPr>
        <p:txBody>
          <a:bodyPr anchor="t">
            <a:normAutofit/>
          </a:bodyPr>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cxnSp>
        <p:nvCxnSpPr>
          <p:cNvPr id="7" name="Straight Connector 6">
            <a:extLst>
              <a:ext uri="{FF2B5EF4-FFF2-40B4-BE49-F238E27FC236}">
                <a16:creationId xmlns:a16="http://schemas.microsoft.com/office/drawing/2014/main" id="{12230C97-C8C3-2142-5720-3E811CE1E63C}"/>
              </a:ext>
              <a:ext uri="{C183D7F6-B498-43B3-948B-1728B52AA6E4}">
                <adec:decorative xmlns:adec="http://schemas.microsoft.com/office/drawing/2017/decorative" val="1"/>
              </a:ext>
            </a:extLst>
          </p:cNvPr>
          <p:cNvCxnSpPr>
            <a:cxnSpLocks/>
          </p:cNvCxnSpPr>
          <p:nvPr/>
        </p:nvCxnSpPr>
        <p:spPr>
          <a:xfrm>
            <a:off x="1463059" y="4732259"/>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Picture Placeholder 8">
            <a:extLst>
              <a:ext uri="{FF2B5EF4-FFF2-40B4-BE49-F238E27FC236}">
                <a16:creationId xmlns:a16="http://schemas.microsoft.com/office/drawing/2014/main" id="{7081DABC-6343-A24F-FE45-96400F8FB4BD}"/>
              </a:ext>
            </a:extLst>
          </p:cNvPr>
          <p:cNvSpPr>
            <a:spLocks noGrp="1"/>
          </p:cNvSpPr>
          <p:nvPr>
            <p:ph type="pic" sz="quarter" idx="13"/>
          </p:nvPr>
        </p:nvSpPr>
        <p:spPr>
          <a:xfrm>
            <a:off x="6099048" y="758951"/>
            <a:ext cx="5340096" cy="5333995"/>
          </a:xfrm>
          <a:prstGeom prst="rect">
            <a:avLst/>
          </a:prstGeom>
          <a:blipFill>
            <a:blip r:embed="rId2" cstate="screen">
              <a:alphaModFix amt="80000"/>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a:t>Click icon to add picture</a:t>
            </a:r>
          </a:p>
        </p:txBody>
      </p:sp>
      <p:sp>
        <p:nvSpPr>
          <p:cNvPr id="15" name="Footer Placeholder 14">
            <a:extLst>
              <a:ext uri="{FF2B5EF4-FFF2-40B4-BE49-F238E27FC236}">
                <a16:creationId xmlns:a16="http://schemas.microsoft.com/office/drawing/2014/main" id="{D728580C-8778-854F-6D1B-9AF8BF5B2FB6}"/>
              </a:ext>
            </a:extLst>
          </p:cNvPr>
          <p:cNvSpPr>
            <a:spLocks noGrp="1"/>
          </p:cNvSpPr>
          <p:nvPr>
            <p:ph type="ftr" sz="quarter" idx="11"/>
          </p:nvPr>
        </p:nvSpPr>
        <p:spPr>
          <a:xfrm rot="5400000">
            <a:off x="10469880" y="1609344"/>
            <a:ext cx="2670048" cy="365760"/>
          </a:xfrm>
          <a:prstGeom prst="rect">
            <a:avLst/>
          </a:prstGeom>
        </p:spPr>
        <p:txBody>
          <a:bodyPr/>
          <a:lstStyle>
            <a:lvl1pPr>
              <a:defRPr>
                <a:solidFill>
                  <a:schemeClr val="bg1"/>
                </a:solidFill>
              </a:defRPr>
            </a:lvl1pPr>
          </a:lstStyle>
          <a:p>
            <a:pPr algn="r"/>
            <a:r>
              <a:rPr lang="en-US"/>
              <a:t>Sample Footer Text</a:t>
            </a:r>
          </a:p>
        </p:txBody>
      </p:sp>
      <p:sp>
        <p:nvSpPr>
          <p:cNvPr id="16" name="Slide Number Placeholder 15">
            <a:extLst>
              <a:ext uri="{FF2B5EF4-FFF2-40B4-BE49-F238E27FC236}">
                <a16:creationId xmlns:a16="http://schemas.microsoft.com/office/drawing/2014/main" id="{73ECBF32-23F4-84AC-A92D-D9821052AF13}"/>
              </a:ext>
            </a:extLst>
          </p:cNvPr>
          <p:cNvSpPr>
            <a:spLocks noGrp="1"/>
          </p:cNvSpPr>
          <p:nvPr>
            <p:ph type="sldNum" sz="quarter" idx="12"/>
          </p:nvPr>
        </p:nvSpPr>
        <p:spPr>
          <a:xfrm>
            <a:off x="11494008" y="3218688"/>
            <a:ext cx="630936" cy="429768"/>
          </a:xfrm>
          <a:prstGeom prst="rect">
            <a:avLst/>
          </a:prstGeom>
        </p:spPr>
        <p:txBody>
          <a:bodyPr/>
          <a:lstStyle>
            <a:lvl1pPr>
              <a:defRPr>
                <a:solidFill>
                  <a:schemeClr val="bg1"/>
                </a:solidFill>
              </a:defRPr>
            </a:lvl1pPr>
          </a:lstStyle>
          <a:p>
            <a:pPr algn="ctr"/>
            <a:fld id="{CC057153-B650-4DEB-B370-79DDCFDCE934}" type="slidenum">
              <a:rPr lang="en-US" smtClean="0"/>
              <a:pPr algn="ctr"/>
              <a:t>‹#›</a:t>
            </a:fld>
            <a:endParaRPr lang="en-US"/>
          </a:p>
        </p:txBody>
      </p:sp>
      <p:sp>
        <p:nvSpPr>
          <p:cNvPr id="14" name="Date Placeholder 13">
            <a:extLst>
              <a:ext uri="{FF2B5EF4-FFF2-40B4-BE49-F238E27FC236}">
                <a16:creationId xmlns:a16="http://schemas.microsoft.com/office/drawing/2014/main" id="{ABA7367A-7087-E045-A8D9-1DB09D3DE13F}"/>
              </a:ext>
            </a:extLst>
          </p:cNvPr>
          <p:cNvSpPr>
            <a:spLocks noGrp="1"/>
          </p:cNvSpPr>
          <p:nvPr>
            <p:ph type="dt" sz="half" idx="10"/>
          </p:nvPr>
        </p:nvSpPr>
        <p:spPr>
          <a:xfrm rot="5400000">
            <a:off x="10469880" y="4892040"/>
            <a:ext cx="2670048" cy="365760"/>
          </a:xfrm>
          <a:prstGeom prst="rect">
            <a:avLst/>
          </a:prstGeom>
        </p:spPr>
        <p:txBody>
          <a:bodyPr/>
          <a:lstStyle>
            <a:lvl1pPr>
              <a:defRPr>
                <a:solidFill>
                  <a:schemeClr val="bg1"/>
                </a:solidFill>
              </a:defRPr>
            </a:lvl1pPr>
          </a:lstStyle>
          <a:p>
            <a:fld id="{DF4E192D-1418-4101-9BFA-55C137A025CB}" type="datetime4">
              <a:rPr lang="en-US" smtClean="0"/>
              <a:t>September 1, 2025</a:t>
            </a:fld>
            <a:endParaRPr lang="en-US"/>
          </a:p>
        </p:txBody>
      </p:sp>
    </p:spTree>
    <p:extLst>
      <p:ext uri="{BB962C8B-B14F-4D97-AF65-F5344CB8AC3E}">
        <p14:creationId xmlns:p14="http://schemas.microsoft.com/office/powerpoint/2010/main" val="109572857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Photo 3">
    <p:bg>
      <p:bgRef idx="1001">
        <a:schemeClr val="bg1"/>
      </p:bgRef>
    </p:bg>
    <p:spTree>
      <p:nvGrpSpPr>
        <p:cNvPr id="1" name=""/>
        <p:cNvGrpSpPr/>
        <p:nvPr/>
      </p:nvGrpSpPr>
      <p:grpSpPr>
        <a:xfrm>
          <a:off x="0" y="0"/>
          <a:ext cx="0" cy="0"/>
          <a:chOff x="0" y="0"/>
          <a:chExt cx="0" cy="0"/>
        </a:xfrm>
      </p:grpSpPr>
      <p:sp useBgFill="1">
        <p:nvSpPr>
          <p:cNvPr id="15" name="Oval 14">
            <a:extLst>
              <a:ext uri="{FF2B5EF4-FFF2-40B4-BE49-F238E27FC236}">
                <a16:creationId xmlns:a16="http://schemas.microsoft.com/office/drawing/2014/main" id="{D9699E7E-EA95-258E-EE85-5B6712A5D963}"/>
              </a:ext>
              <a:ext uri="{C183D7F6-B498-43B3-948B-1728B52AA6E4}">
                <adec:decorative xmlns:adec="http://schemas.microsoft.com/office/drawing/2017/decorative" val="1"/>
              </a:ext>
            </a:extLst>
          </p:cNvPr>
          <p:cNvSpPr/>
          <p:nvPr/>
        </p:nvSpPr>
        <p:spPr>
          <a:xfrm>
            <a:off x="695096" y="1082040"/>
            <a:ext cx="4692243" cy="4692243"/>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088136" y="2212848"/>
            <a:ext cx="3941064" cy="1426464"/>
          </a:xfrm>
          <a:prstGeom prst="rect">
            <a:avLst/>
          </a:prstGeom>
        </p:spPr>
        <p:txBody>
          <a:bodyPr anchor="b">
            <a:noAutofit/>
          </a:bodyPr>
          <a:lstStyle>
            <a:lvl1pPr algn="ctr">
              <a:lnSpc>
                <a:spcPct val="120000"/>
              </a:lnSpc>
              <a:defRPr sz="3600">
                <a:solidFill>
                  <a:schemeClr val="tx1"/>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527048" y="4251960"/>
            <a:ext cx="3044952" cy="877824"/>
          </a:xfrm>
          <a:prstGeom prst="rect">
            <a:avLst/>
          </a:prstGeom>
        </p:spPr>
        <p:txBody>
          <a:bodyPr anchor="t">
            <a:normAutofit/>
          </a:bodyPr>
          <a:lstStyle>
            <a:lvl1pPr marL="0" indent="0" algn="ctr">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3" name="Picture Placeholder 12">
            <a:extLst>
              <a:ext uri="{FF2B5EF4-FFF2-40B4-BE49-F238E27FC236}">
                <a16:creationId xmlns:a16="http://schemas.microsoft.com/office/drawing/2014/main" id="{360E5C64-41A3-7E7F-EE42-A3FC02532B17}"/>
              </a:ext>
            </a:extLst>
          </p:cNvPr>
          <p:cNvSpPr>
            <a:spLocks noGrp="1"/>
          </p:cNvSpPr>
          <p:nvPr>
            <p:ph type="pic" sz="quarter" idx="13"/>
          </p:nvPr>
        </p:nvSpPr>
        <p:spPr>
          <a:xfrm>
            <a:off x="0" y="0"/>
            <a:ext cx="12192000" cy="6858000"/>
          </a:xfrm>
          <a:custGeom>
            <a:avLst/>
            <a:gdLst>
              <a:gd name="connsiteX0" fmla="*/ 3048000 w 12192000"/>
              <a:gd name="connsiteY0" fmla="*/ 1114197 h 6858000"/>
              <a:gd name="connsiteX1" fmla="*/ 733197 w 12192000"/>
              <a:gd name="connsiteY1" fmla="*/ 3429000 h 6858000"/>
              <a:gd name="connsiteX2" fmla="*/ 3048000 w 12192000"/>
              <a:gd name="connsiteY2" fmla="*/ 5743803 h 6858000"/>
              <a:gd name="connsiteX3" fmla="*/ 5362803 w 12192000"/>
              <a:gd name="connsiteY3" fmla="*/ 3429000 h 6858000"/>
              <a:gd name="connsiteX4" fmla="*/ 3048000 w 12192000"/>
              <a:gd name="connsiteY4" fmla="*/ 1114197 h 6858000"/>
              <a:gd name="connsiteX5" fmla="*/ 0 w 12192000"/>
              <a:gd name="connsiteY5" fmla="*/ 0 h 6858000"/>
              <a:gd name="connsiteX6" fmla="*/ 12192000 w 12192000"/>
              <a:gd name="connsiteY6" fmla="*/ 0 h 6858000"/>
              <a:gd name="connsiteX7" fmla="*/ 12192000 w 12192000"/>
              <a:gd name="connsiteY7" fmla="*/ 6858000 h 6858000"/>
              <a:gd name="connsiteX8" fmla="*/ 0 w 12192000"/>
              <a:gd name="connsiteY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0" h="6858000">
                <a:moveTo>
                  <a:pt x="3048000" y="1114197"/>
                </a:moveTo>
                <a:cubicBezTo>
                  <a:pt x="1769570" y="1114197"/>
                  <a:pt x="733197" y="2150570"/>
                  <a:pt x="733197" y="3429000"/>
                </a:cubicBezTo>
                <a:cubicBezTo>
                  <a:pt x="733197" y="4707430"/>
                  <a:pt x="1769570" y="5743803"/>
                  <a:pt x="3048000" y="5743803"/>
                </a:cubicBezTo>
                <a:cubicBezTo>
                  <a:pt x="4326430" y="5743803"/>
                  <a:pt x="5362803" y="4707430"/>
                  <a:pt x="5362803" y="3429000"/>
                </a:cubicBezTo>
                <a:cubicBezTo>
                  <a:pt x="5362803" y="2150570"/>
                  <a:pt x="4326430" y="1114197"/>
                  <a:pt x="3048000" y="1114197"/>
                </a:cubicBezTo>
                <a:close/>
                <a:moveTo>
                  <a:pt x="0" y="0"/>
                </a:moveTo>
                <a:lnTo>
                  <a:pt x="12192000" y="0"/>
                </a:lnTo>
                <a:lnTo>
                  <a:pt x="12192000" y="6858000"/>
                </a:lnTo>
                <a:lnTo>
                  <a:pt x="0" y="6858000"/>
                </a:lnTo>
                <a:close/>
              </a:path>
            </a:pathLst>
          </a:custGeom>
          <a:blipFill>
            <a:blip r:embed="rId2" cstate="screen">
              <a:alphaModFix amt="80000"/>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p>
        </p:txBody>
      </p:sp>
      <p:cxnSp>
        <p:nvCxnSpPr>
          <p:cNvPr id="8" name="Straight Connector 7">
            <a:extLst>
              <a:ext uri="{FF2B5EF4-FFF2-40B4-BE49-F238E27FC236}">
                <a16:creationId xmlns:a16="http://schemas.microsoft.com/office/drawing/2014/main" id="{C57A2E3A-6DE5-8378-A089-49E8A2E29D17}"/>
              </a:ext>
              <a:ext uri="{C183D7F6-B498-43B3-948B-1728B52AA6E4}">
                <adec:decorative xmlns:adec="http://schemas.microsoft.com/office/drawing/2017/decorative" val="1"/>
              </a:ext>
            </a:extLst>
          </p:cNvPr>
          <p:cNvCxnSpPr>
            <a:cxnSpLocks/>
          </p:cNvCxnSpPr>
          <p:nvPr/>
        </p:nvCxnSpPr>
        <p:spPr>
          <a:xfrm>
            <a:off x="2562423" y="3960586"/>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Footer Placeholder 8">
            <a:extLst>
              <a:ext uri="{FF2B5EF4-FFF2-40B4-BE49-F238E27FC236}">
                <a16:creationId xmlns:a16="http://schemas.microsoft.com/office/drawing/2014/main" id="{09FA0CB7-81FD-E5AB-555F-E1C775A249E1}"/>
              </a:ext>
            </a:extLst>
          </p:cNvPr>
          <p:cNvSpPr>
            <a:spLocks noGrp="1"/>
          </p:cNvSpPr>
          <p:nvPr>
            <p:ph type="ftr" sz="quarter" idx="11"/>
          </p:nvPr>
        </p:nvSpPr>
        <p:spPr>
          <a:xfrm rot="5400000">
            <a:off x="10469880" y="1609344"/>
            <a:ext cx="2670048" cy="365760"/>
          </a:xfrm>
          <a:prstGeom prst="rect">
            <a:avLst/>
          </a:prstGeom>
        </p:spPr>
        <p:txBody>
          <a:bodyPr/>
          <a:lstStyle>
            <a:lvl1pPr>
              <a:defRPr>
                <a:solidFill>
                  <a:schemeClr val="bg1"/>
                </a:solidFill>
                <a:effectLst>
                  <a:outerShdw blurRad="38100" dist="38100" dir="2700000" algn="tl">
                    <a:srgbClr val="000000">
                      <a:alpha val="43137"/>
                    </a:srgbClr>
                  </a:outerShdw>
                </a:effectLst>
              </a:defRPr>
            </a:lvl1pPr>
          </a:lstStyle>
          <a:p>
            <a:pPr algn="r"/>
            <a:r>
              <a:rPr lang="en-US"/>
              <a:t>Sample Footer Text</a:t>
            </a:r>
          </a:p>
        </p:txBody>
      </p:sp>
      <p:sp>
        <p:nvSpPr>
          <p:cNvPr id="10" name="Slide Number Placeholder 9">
            <a:extLst>
              <a:ext uri="{FF2B5EF4-FFF2-40B4-BE49-F238E27FC236}">
                <a16:creationId xmlns:a16="http://schemas.microsoft.com/office/drawing/2014/main" id="{214A870A-A927-4B80-CF98-DCEAE185B2E6}"/>
              </a:ext>
            </a:extLst>
          </p:cNvPr>
          <p:cNvSpPr>
            <a:spLocks noGrp="1"/>
          </p:cNvSpPr>
          <p:nvPr>
            <p:ph type="sldNum" sz="quarter" idx="12"/>
          </p:nvPr>
        </p:nvSpPr>
        <p:spPr>
          <a:xfrm>
            <a:off x="11494008" y="3218688"/>
            <a:ext cx="630936" cy="429768"/>
          </a:xfrm>
          <a:prstGeom prst="rect">
            <a:avLst/>
          </a:prstGeom>
        </p:spPr>
        <p:txBody>
          <a:bodyPr/>
          <a:lstStyle>
            <a:lvl1pPr>
              <a:defRPr>
                <a:solidFill>
                  <a:schemeClr val="bg1"/>
                </a:solidFill>
                <a:effectLst>
                  <a:outerShdw blurRad="38100" dist="38100" dir="2700000" algn="tl">
                    <a:srgbClr val="000000">
                      <a:alpha val="43137"/>
                    </a:srgbClr>
                  </a:outerShdw>
                </a:effectLst>
              </a:defRPr>
            </a:lvl1pPr>
          </a:lstStyle>
          <a:p>
            <a:pPr algn="ctr"/>
            <a:fld id="{CC057153-B650-4DEB-B370-79DDCFDCE934}" type="slidenum">
              <a:rPr lang="en-US" smtClean="0"/>
              <a:pPr algn="ctr"/>
              <a:t>‹#›</a:t>
            </a:fld>
            <a:endParaRPr lang="en-US"/>
          </a:p>
        </p:txBody>
      </p:sp>
      <p:sp>
        <p:nvSpPr>
          <p:cNvPr id="7" name="Date Placeholder 6">
            <a:extLst>
              <a:ext uri="{FF2B5EF4-FFF2-40B4-BE49-F238E27FC236}">
                <a16:creationId xmlns:a16="http://schemas.microsoft.com/office/drawing/2014/main" id="{1C479C96-7BEB-F059-03DB-852A6D2778BB}"/>
              </a:ext>
            </a:extLst>
          </p:cNvPr>
          <p:cNvSpPr>
            <a:spLocks noGrp="1"/>
          </p:cNvSpPr>
          <p:nvPr>
            <p:ph type="dt" sz="half" idx="10"/>
          </p:nvPr>
        </p:nvSpPr>
        <p:spPr>
          <a:xfrm rot="5400000">
            <a:off x="10469880" y="4892040"/>
            <a:ext cx="2670048" cy="365760"/>
          </a:xfrm>
          <a:prstGeom prst="rect">
            <a:avLst/>
          </a:prstGeom>
        </p:spPr>
        <p:txBody>
          <a:bodyPr/>
          <a:lstStyle>
            <a:lvl1pPr>
              <a:defRPr>
                <a:solidFill>
                  <a:schemeClr val="bg1"/>
                </a:solidFill>
                <a:effectLst>
                  <a:outerShdw blurRad="38100" dist="38100" dir="2700000" algn="tl">
                    <a:srgbClr val="000000">
                      <a:alpha val="43137"/>
                    </a:srgbClr>
                  </a:outerShdw>
                </a:effectLst>
              </a:defRPr>
            </a:lvl1pPr>
          </a:lstStyle>
          <a:p>
            <a:fld id="{198E39E0-F096-42B0-9F1A-210D01A1F008}" type="datetime4">
              <a:rPr lang="en-US" smtClean="0"/>
              <a:t>September 1, 2025</a:t>
            </a:fld>
            <a:endParaRPr lang="en-US"/>
          </a:p>
        </p:txBody>
      </p:sp>
    </p:spTree>
    <p:extLst>
      <p:ext uri="{BB962C8B-B14F-4D97-AF65-F5344CB8AC3E}">
        <p14:creationId xmlns:p14="http://schemas.microsoft.com/office/powerpoint/2010/main" val="222138927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Photo 4">
    <p:bg>
      <p:bgPr>
        <a:solidFill>
          <a:schemeClr val="tx1"/>
        </a:solidFill>
        <a:effectLst/>
      </p:bgPr>
    </p:bg>
    <p:spTree>
      <p:nvGrpSpPr>
        <p:cNvPr id="1" name=""/>
        <p:cNvGrpSpPr/>
        <p:nvPr/>
      </p:nvGrpSpPr>
      <p:grpSpPr>
        <a:xfrm>
          <a:off x="0" y="0"/>
          <a:ext cx="0" cy="0"/>
          <a:chOff x="0" y="0"/>
          <a:chExt cx="0" cy="0"/>
        </a:xfrm>
      </p:grpSpPr>
      <p:sp>
        <p:nvSpPr>
          <p:cNvPr id="5" name="Oval 4">
            <a:extLst>
              <a:ext uri="{FF2B5EF4-FFF2-40B4-BE49-F238E27FC236}">
                <a16:creationId xmlns:a16="http://schemas.microsoft.com/office/drawing/2014/main" id="{9EC672D3-D8F8-3D61-3C4C-5C95F5E2613C}"/>
              </a:ext>
              <a:ext uri="{C183D7F6-B498-43B3-948B-1728B52AA6E4}">
                <adec:decorative xmlns:adec="http://schemas.microsoft.com/office/drawing/2017/decorative" val="1"/>
              </a:ext>
            </a:extLst>
          </p:cNvPr>
          <p:cNvSpPr/>
          <p:nvPr/>
        </p:nvSpPr>
        <p:spPr>
          <a:xfrm>
            <a:off x="733197" y="1113411"/>
            <a:ext cx="4629606" cy="462960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id="{1538975B-8704-9783-3024-A904B1D27242}"/>
              </a:ext>
              <a:ext uri="{C183D7F6-B498-43B3-948B-1728B52AA6E4}">
                <adec:decorative xmlns:adec="http://schemas.microsoft.com/office/drawing/2017/decorative" val="1"/>
              </a:ext>
            </a:extLst>
          </p:cNvPr>
          <p:cNvCxnSpPr>
            <a:cxnSpLocks/>
          </p:cNvCxnSpPr>
          <p:nvPr/>
        </p:nvCxnSpPr>
        <p:spPr>
          <a:xfrm>
            <a:off x="2562423" y="3960586"/>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088136" y="2286000"/>
            <a:ext cx="3941064" cy="1353312"/>
          </a:xfrm>
          <a:prstGeom prst="rect">
            <a:avLst/>
          </a:prstGeom>
        </p:spPr>
        <p:txBody>
          <a:bodyPr anchor="b">
            <a:normAutofit/>
          </a:bodyPr>
          <a:lstStyle>
            <a:lvl1pPr algn="ctr">
              <a:lnSpc>
                <a:spcPct val="120000"/>
              </a:lnSpc>
              <a:defRPr sz="2800">
                <a:solidFill>
                  <a:schemeClr val="tx1"/>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527048" y="4251960"/>
            <a:ext cx="3044952" cy="877824"/>
          </a:xfrm>
          <a:prstGeom prst="rect">
            <a:avLst/>
          </a:prstGeom>
        </p:spPr>
        <p:txBody>
          <a:bodyPr anchor="t">
            <a:normAutofit/>
          </a:bodyPr>
          <a:lstStyle>
            <a:lvl1pPr marL="0" indent="0" algn="ctr">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4" name="Picture Placeholder 13">
            <a:extLst>
              <a:ext uri="{FF2B5EF4-FFF2-40B4-BE49-F238E27FC236}">
                <a16:creationId xmlns:a16="http://schemas.microsoft.com/office/drawing/2014/main" id="{A4FC6076-33D1-25E4-ECF0-EBA6547E6F66}"/>
              </a:ext>
            </a:extLst>
          </p:cNvPr>
          <p:cNvSpPr>
            <a:spLocks noGrp="1"/>
          </p:cNvSpPr>
          <p:nvPr>
            <p:ph type="pic" sz="quarter" idx="13"/>
          </p:nvPr>
        </p:nvSpPr>
        <p:spPr>
          <a:xfrm>
            <a:off x="6099048" y="0"/>
            <a:ext cx="6099048" cy="6858000"/>
          </a:xfrm>
          <a:prstGeom prst="rect">
            <a:avLst/>
          </a:prstGeom>
          <a:blipFill>
            <a:blip r:embed="rId2" cstate="screen">
              <a:alphaModFix amt="80000"/>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a:t>Click icon to add picture</a:t>
            </a:r>
          </a:p>
        </p:txBody>
      </p:sp>
      <p:sp>
        <p:nvSpPr>
          <p:cNvPr id="17" name="Footer Placeholder 16">
            <a:extLst>
              <a:ext uri="{FF2B5EF4-FFF2-40B4-BE49-F238E27FC236}">
                <a16:creationId xmlns:a16="http://schemas.microsoft.com/office/drawing/2014/main" id="{AC1630BD-E1B7-AF29-7C4B-B85965A099D7}"/>
              </a:ext>
            </a:extLst>
          </p:cNvPr>
          <p:cNvSpPr>
            <a:spLocks noGrp="1"/>
          </p:cNvSpPr>
          <p:nvPr>
            <p:ph type="ftr" sz="quarter" idx="15"/>
          </p:nvPr>
        </p:nvSpPr>
        <p:spPr>
          <a:xfrm rot="5400000">
            <a:off x="10469880" y="1609344"/>
            <a:ext cx="2670048" cy="365760"/>
          </a:xfrm>
          <a:prstGeom prst="rect">
            <a:avLst/>
          </a:prstGeom>
        </p:spPr>
        <p:txBody>
          <a:bodyPr/>
          <a:lstStyle>
            <a:lvl1pPr>
              <a:defRPr>
                <a:solidFill>
                  <a:schemeClr val="bg1"/>
                </a:solidFill>
                <a:effectLst>
                  <a:outerShdw blurRad="38100" dist="38100" dir="2700000" algn="tl">
                    <a:srgbClr val="000000">
                      <a:alpha val="43137"/>
                    </a:srgbClr>
                  </a:outerShdw>
                </a:effectLst>
              </a:defRPr>
            </a:lvl1pPr>
          </a:lstStyle>
          <a:p>
            <a:pPr algn="r"/>
            <a:r>
              <a:rPr lang="en-US"/>
              <a:t>Sample Footer Text</a:t>
            </a:r>
          </a:p>
        </p:txBody>
      </p:sp>
      <p:sp>
        <p:nvSpPr>
          <p:cNvPr id="18" name="Slide Number Placeholder 17">
            <a:extLst>
              <a:ext uri="{FF2B5EF4-FFF2-40B4-BE49-F238E27FC236}">
                <a16:creationId xmlns:a16="http://schemas.microsoft.com/office/drawing/2014/main" id="{984E9A52-4A3D-D4E9-EB81-3D3DF57174E8}"/>
              </a:ext>
            </a:extLst>
          </p:cNvPr>
          <p:cNvSpPr>
            <a:spLocks noGrp="1"/>
          </p:cNvSpPr>
          <p:nvPr>
            <p:ph type="sldNum" sz="quarter" idx="16"/>
          </p:nvPr>
        </p:nvSpPr>
        <p:spPr>
          <a:xfrm>
            <a:off x="11494008" y="3218688"/>
            <a:ext cx="630936" cy="429768"/>
          </a:xfrm>
          <a:prstGeom prst="rect">
            <a:avLst/>
          </a:prstGeom>
        </p:spPr>
        <p:txBody>
          <a:bodyPr/>
          <a:lstStyle>
            <a:lvl1pPr>
              <a:defRPr>
                <a:solidFill>
                  <a:schemeClr val="bg1"/>
                </a:solidFill>
                <a:effectLst>
                  <a:outerShdw blurRad="38100" dist="38100" dir="2700000" algn="tl">
                    <a:srgbClr val="000000">
                      <a:alpha val="43137"/>
                    </a:srgbClr>
                  </a:outerShdw>
                </a:effectLst>
              </a:defRPr>
            </a:lvl1pPr>
          </a:lstStyle>
          <a:p>
            <a:pPr algn="ctr"/>
            <a:fld id="{CC057153-B650-4DEB-B370-79DDCFDCE934}" type="slidenum">
              <a:rPr lang="en-US" smtClean="0"/>
              <a:pPr algn="ctr"/>
              <a:t>‹#›</a:t>
            </a:fld>
            <a:endParaRPr lang="en-US"/>
          </a:p>
        </p:txBody>
      </p:sp>
      <p:sp>
        <p:nvSpPr>
          <p:cNvPr id="16" name="Date Placeholder 15">
            <a:extLst>
              <a:ext uri="{FF2B5EF4-FFF2-40B4-BE49-F238E27FC236}">
                <a16:creationId xmlns:a16="http://schemas.microsoft.com/office/drawing/2014/main" id="{BBD33975-EBFD-2750-DA6E-80E55F7B5DC4}"/>
              </a:ext>
            </a:extLst>
          </p:cNvPr>
          <p:cNvSpPr>
            <a:spLocks noGrp="1"/>
          </p:cNvSpPr>
          <p:nvPr>
            <p:ph type="dt" sz="half" idx="14"/>
          </p:nvPr>
        </p:nvSpPr>
        <p:spPr>
          <a:xfrm rot="5400000">
            <a:off x="10469880" y="4892040"/>
            <a:ext cx="2670048" cy="365760"/>
          </a:xfrm>
          <a:prstGeom prst="rect">
            <a:avLst/>
          </a:prstGeom>
        </p:spPr>
        <p:txBody>
          <a:bodyPr/>
          <a:lstStyle>
            <a:lvl1pPr>
              <a:defRPr>
                <a:solidFill>
                  <a:schemeClr val="bg1"/>
                </a:solidFill>
                <a:effectLst>
                  <a:outerShdw blurRad="38100" dist="38100" dir="2700000" algn="tl">
                    <a:srgbClr val="000000">
                      <a:alpha val="43137"/>
                    </a:srgbClr>
                  </a:outerShdw>
                </a:effectLst>
              </a:defRPr>
            </a:lvl1pPr>
          </a:lstStyle>
          <a:p>
            <a:fld id="{980C1F5F-6B70-4E44-A8D8-9F024A0B017D}" type="datetime4">
              <a:rPr lang="en-US" smtClean="0"/>
              <a:t>September 1, 2025</a:t>
            </a:fld>
            <a:endParaRPr lang="en-US"/>
          </a:p>
        </p:txBody>
      </p:sp>
    </p:spTree>
    <p:extLst>
      <p:ext uri="{BB962C8B-B14F-4D97-AF65-F5344CB8AC3E}">
        <p14:creationId xmlns:p14="http://schemas.microsoft.com/office/powerpoint/2010/main" val="238734065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1">
    <p:bg>
      <p:bgPr>
        <a:solidFill>
          <a:schemeClr val="tx1"/>
        </a:solidFill>
        <a:effectLst/>
      </p:bgPr>
    </p:bg>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DD080AD5-EDF0-8614-3A6E-738026A999B2}"/>
              </a:ext>
              <a:ext uri="{C183D7F6-B498-43B3-948B-1728B52AA6E4}">
                <adec:decorative xmlns:adec="http://schemas.microsoft.com/office/drawing/2017/decorative" val="1"/>
              </a:ext>
            </a:extLst>
          </p:cNvPr>
          <p:cNvCxnSpPr>
            <a:cxnSpLocks/>
          </p:cNvCxnSpPr>
          <p:nvPr/>
        </p:nvCxnSpPr>
        <p:spPr>
          <a:xfrm>
            <a:off x="1099874" y="972179"/>
            <a:ext cx="971155" cy="0"/>
          </a:xfrm>
          <a:prstGeom prst="line">
            <a:avLst/>
          </a:prstGeom>
          <a:ln w="3175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992091" y="3072384"/>
            <a:ext cx="6812280" cy="2889504"/>
          </a:xfrm>
          <a:prstGeom prst="rect">
            <a:avLst/>
          </a:prstGeom>
        </p:spPr>
        <p:txBody>
          <a:bodyPr vert="horz" lIns="91440" tIns="45720" rIns="91440" bIns="45720" rtlCol="0" anchor="b">
            <a:noAutofit/>
          </a:bodyPr>
          <a:lstStyle>
            <a:lvl1pPr>
              <a:defRPr lang="en-US" sz="4400" dirty="0">
                <a:solidFill>
                  <a:schemeClr val="bg1"/>
                </a:solidFill>
              </a:defRPr>
            </a:lvl1pPr>
          </a:lstStyle>
          <a:p>
            <a:pPr lvl="0">
              <a:lnSpc>
                <a:spcPct val="120000"/>
              </a:lnSpc>
            </a:pPr>
            <a:r>
              <a:rPr lang="en-US"/>
              <a:t>Click to edit Master title style</a:t>
            </a:r>
          </a:p>
        </p:txBody>
      </p:sp>
    </p:spTree>
    <p:extLst>
      <p:ext uri="{BB962C8B-B14F-4D97-AF65-F5344CB8AC3E}">
        <p14:creationId xmlns:p14="http://schemas.microsoft.com/office/powerpoint/2010/main" val="244113833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Header 2">
    <p:bg>
      <p:bgPr>
        <a:solidFill>
          <a:schemeClr val="tx1"/>
        </a:solidFill>
        <a:effectLst/>
      </p:bgPr>
    </p:bg>
    <p:spTree>
      <p:nvGrpSpPr>
        <p:cNvPr id="1" name=""/>
        <p:cNvGrpSpPr/>
        <p:nvPr/>
      </p:nvGrpSpPr>
      <p:grpSpPr>
        <a:xfrm>
          <a:off x="0" y="0"/>
          <a:ext cx="0" cy="0"/>
          <a:chOff x="0" y="0"/>
          <a:chExt cx="0" cy="0"/>
        </a:xfrm>
      </p:grpSpPr>
      <p:sp>
        <p:nvSpPr>
          <p:cNvPr id="8" name="Oval 7">
            <a:extLst>
              <a:ext uri="{FF2B5EF4-FFF2-40B4-BE49-F238E27FC236}">
                <a16:creationId xmlns:a16="http://schemas.microsoft.com/office/drawing/2014/main" id="{7B311658-326E-8930-CE47-FD49EE7B39B5}"/>
              </a:ext>
              <a:ext uri="{C183D7F6-B498-43B3-948B-1728B52AA6E4}">
                <adec:decorative xmlns:adec="http://schemas.microsoft.com/office/drawing/2017/decorative" val="1"/>
              </a:ext>
            </a:extLst>
          </p:cNvPr>
          <p:cNvSpPr/>
          <p:nvPr/>
        </p:nvSpPr>
        <p:spPr>
          <a:xfrm>
            <a:off x="3417864" y="750864"/>
            <a:ext cx="5356272" cy="535627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ooter Placeholder 9">
            <a:extLst>
              <a:ext uri="{FF2B5EF4-FFF2-40B4-BE49-F238E27FC236}">
                <a16:creationId xmlns:a16="http://schemas.microsoft.com/office/drawing/2014/main" id="{35FCFEE1-80FB-1203-A596-BBE1536FB9B7}"/>
              </a:ext>
            </a:extLst>
          </p:cNvPr>
          <p:cNvSpPr>
            <a:spLocks noGrp="1"/>
          </p:cNvSpPr>
          <p:nvPr>
            <p:ph type="ftr" sz="quarter" idx="11"/>
          </p:nvPr>
        </p:nvSpPr>
        <p:spPr>
          <a:xfrm rot="5400000">
            <a:off x="10469880" y="1609344"/>
            <a:ext cx="2670048" cy="365760"/>
          </a:xfrm>
          <a:prstGeom prst="rect">
            <a:avLst/>
          </a:prstGeom>
        </p:spPr>
        <p:txBody>
          <a:bodyPr/>
          <a:lstStyle>
            <a:lvl1pPr>
              <a:defRPr>
                <a:solidFill>
                  <a:schemeClr val="bg1"/>
                </a:solidFill>
              </a:defRPr>
            </a:lvl1pPr>
          </a:lstStyle>
          <a:p>
            <a:pPr algn="r"/>
            <a:r>
              <a:rPr lang="en-US"/>
              <a:t>Sample Footer Text</a:t>
            </a:r>
          </a:p>
        </p:txBody>
      </p:sp>
      <p:sp>
        <p:nvSpPr>
          <p:cNvPr id="11" name="Slide Number Placeholder 10">
            <a:extLst>
              <a:ext uri="{FF2B5EF4-FFF2-40B4-BE49-F238E27FC236}">
                <a16:creationId xmlns:a16="http://schemas.microsoft.com/office/drawing/2014/main" id="{0E7E0F55-068E-56E0-8F55-92F1DDFB854A}"/>
              </a:ext>
            </a:extLst>
          </p:cNvPr>
          <p:cNvSpPr>
            <a:spLocks noGrp="1"/>
          </p:cNvSpPr>
          <p:nvPr>
            <p:ph type="sldNum" sz="quarter" idx="12"/>
          </p:nvPr>
        </p:nvSpPr>
        <p:spPr>
          <a:xfrm>
            <a:off x="11494008" y="3218688"/>
            <a:ext cx="630936" cy="429768"/>
          </a:xfrm>
          <a:prstGeom prst="rect">
            <a:avLst/>
          </a:prstGeom>
        </p:spPr>
        <p:txBody>
          <a:bodyPr/>
          <a:lstStyle>
            <a:lvl1pPr>
              <a:defRPr>
                <a:solidFill>
                  <a:schemeClr val="bg1"/>
                </a:solidFill>
              </a:defRPr>
            </a:lvl1pPr>
          </a:lstStyle>
          <a:p>
            <a:pPr algn="ctr"/>
            <a:fld id="{CC057153-B650-4DEB-B370-79DDCFDCE934}" type="slidenum">
              <a:rPr lang="en-US" smtClean="0"/>
              <a:pPr algn="ctr"/>
              <a:t>‹#›</a:t>
            </a:fld>
            <a:endParaRPr lang="en-US"/>
          </a:p>
        </p:txBody>
      </p:sp>
      <p:sp>
        <p:nvSpPr>
          <p:cNvPr id="9" name="Date Placeholder 8">
            <a:extLst>
              <a:ext uri="{FF2B5EF4-FFF2-40B4-BE49-F238E27FC236}">
                <a16:creationId xmlns:a16="http://schemas.microsoft.com/office/drawing/2014/main" id="{AD804B75-28A8-B638-C43D-B5CD2E5BA868}"/>
              </a:ext>
            </a:extLst>
          </p:cNvPr>
          <p:cNvSpPr>
            <a:spLocks noGrp="1"/>
          </p:cNvSpPr>
          <p:nvPr>
            <p:ph type="dt" sz="half" idx="10"/>
          </p:nvPr>
        </p:nvSpPr>
        <p:spPr>
          <a:xfrm rot="5400000">
            <a:off x="10469880" y="4892040"/>
            <a:ext cx="2670048" cy="365760"/>
          </a:xfrm>
          <a:prstGeom prst="rect">
            <a:avLst/>
          </a:prstGeom>
        </p:spPr>
        <p:txBody>
          <a:bodyPr/>
          <a:lstStyle>
            <a:lvl1pPr>
              <a:defRPr>
                <a:solidFill>
                  <a:schemeClr val="bg1"/>
                </a:solidFill>
              </a:defRPr>
            </a:lvl1pPr>
          </a:lstStyle>
          <a:p>
            <a:fld id="{A925DAD9-7C57-4EE5-8C19-7CC0CB966ECE}" type="datetime4">
              <a:rPr lang="en-US" smtClean="0"/>
              <a:t>September 1, 2025</a:t>
            </a:fld>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3862426" y="1984248"/>
            <a:ext cx="4462272" cy="2889504"/>
          </a:xfrm>
          <a:prstGeom prst="rect">
            <a:avLst/>
          </a:prstGeom>
        </p:spPr>
        <p:txBody>
          <a:bodyPr anchor="ctr">
            <a:normAutofit/>
          </a:bodyPr>
          <a:lstStyle>
            <a:lvl1pPr algn="ctr">
              <a:lnSpc>
                <a:spcPct val="120000"/>
              </a:lnSpc>
              <a:defRPr sz="4400">
                <a:solidFill>
                  <a:schemeClr val="tx1"/>
                </a:solidFill>
              </a:defRPr>
            </a:lvl1pPr>
          </a:lstStyle>
          <a:p>
            <a:r>
              <a:rPr lang="en-US"/>
              <a:t>Click to edit Master title style</a:t>
            </a:r>
          </a:p>
        </p:txBody>
      </p:sp>
    </p:spTree>
    <p:extLst>
      <p:ext uri="{BB962C8B-B14F-4D97-AF65-F5344CB8AC3E}">
        <p14:creationId xmlns:p14="http://schemas.microsoft.com/office/powerpoint/2010/main" val="45800788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Section Header 3">
    <p:bg>
      <p:bgRef idx="1001">
        <a:schemeClr val="bg1"/>
      </p:bgRef>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EEE2A7A0-B9EE-41A8-8016-28E5803F20B2}" type="datetime1">
              <a:rPr lang="en-US" smtClean="0"/>
              <a:t>9/1/2025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65176" y="484632"/>
            <a:ext cx="7772400" cy="594360"/>
          </a:xfrm>
        </p:spPr>
        <p:txBody>
          <a:bodyPr anchor="t">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74320" y="1801368"/>
            <a:ext cx="7772400" cy="4572000"/>
          </a:xfrm>
        </p:spPr>
        <p:txBody>
          <a:bodyPr anchor="b">
            <a:normAutofit/>
          </a:bodyPr>
          <a:lstStyle>
            <a:lvl1pPr algn="l">
              <a:defRPr sz="7400"/>
            </a:lvl1pPr>
          </a:lstStyle>
          <a:p>
            <a:r>
              <a:rPr lang="en-US"/>
              <a:t>Click to edit Master title style</a:t>
            </a:r>
          </a:p>
        </p:txBody>
      </p:sp>
    </p:spTree>
    <p:extLst>
      <p:ext uri="{BB962C8B-B14F-4D97-AF65-F5344CB8AC3E}">
        <p14:creationId xmlns:p14="http://schemas.microsoft.com/office/powerpoint/2010/main" val="162316769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Agenda">
    <p:bg>
      <p:bgRef idx="1001">
        <a:schemeClr val="bg1"/>
      </p:bgRef>
    </p:bg>
    <p:spTree>
      <p:nvGrpSpPr>
        <p:cNvPr id="1" name=""/>
        <p:cNvGrpSpPr/>
        <p:nvPr/>
      </p:nvGrpSpPr>
      <p:grpSpPr>
        <a:xfrm>
          <a:off x="0" y="0"/>
          <a:ext cx="0" cy="0"/>
          <a:chOff x="0" y="0"/>
          <a:chExt cx="0" cy="0"/>
        </a:xfrm>
      </p:grpSpPr>
      <p:sp>
        <p:nvSpPr>
          <p:cNvPr id="4" name="Oval 3">
            <a:extLst>
              <a:ext uri="{FF2B5EF4-FFF2-40B4-BE49-F238E27FC236}">
                <a16:creationId xmlns:a16="http://schemas.microsoft.com/office/drawing/2014/main" id="{7A713FDA-ABFC-FBE4-9C4A-3A90A222245B}"/>
              </a:ext>
              <a:ext uri="{C183D7F6-B498-43B3-948B-1728B52AA6E4}">
                <adec:decorative xmlns:adec="http://schemas.microsoft.com/office/drawing/2017/decorative" val="1"/>
              </a:ext>
            </a:extLst>
          </p:cNvPr>
          <p:cNvSpPr/>
          <p:nvPr/>
        </p:nvSpPr>
        <p:spPr>
          <a:xfrm>
            <a:off x="733197" y="1114197"/>
            <a:ext cx="4629606" cy="462960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244803" y="1987906"/>
            <a:ext cx="3606394" cy="2882188"/>
          </a:xfrm>
          <a:prstGeom prst="rect">
            <a:avLst/>
          </a:prstGeom>
        </p:spPr>
        <p:txBody>
          <a:bodyPr anchor="ctr">
            <a:noAutofit/>
          </a:bodyPr>
          <a:lstStyle>
            <a:lvl1pPr algn="ctr">
              <a:lnSpc>
                <a:spcPct val="100000"/>
              </a:lnSpc>
              <a:defRPr sz="4400">
                <a:solidFill>
                  <a:schemeClr val="bg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166715" y="608991"/>
            <a:ext cx="4943704" cy="5640019"/>
          </a:xfrm>
          <a:prstGeom prst="rect">
            <a:avLst/>
          </a:prstGeom>
        </p:spPr>
        <p:txBody>
          <a:bodyPr vert="horz" lIns="91440" tIns="45720" rIns="91440" bIns="45720" rtlCol="0" anchor="ctr">
            <a:normAutofit/>
          </a:bodyPr>
          <a:lstStyle>
            <a:lvl1pPr marL="342900" indent="-342900">
              <a:buFont typeface="+mj-lt"/>
              <a:buAutoNum type="arabicPeriod"/>
              <a:defRPr lang="en-US" dirty="0"/>
            </a:lvl1pPr>
            <a:lvl2pPr marL="571500" indent="-342900">
              <a:buFont typeface="+mj-lt"/>
              <a:buAutoNum type="arabicPeriod"/>
              <a:defRPr lang="en-US" dirty="0"/>
            </a:lvl2pPr>
            <a:lvl3pPr marL="800100" indent="-342900">
              <a:buFont typeface="+mj-lt"/>
              <a:buAutoNum type="arabicPeriod"/>
              <a:defRPr lang="en-US" dirty="0"/>
            </a:lvl3pPr>
            <a:lvl4pPr>
              <a:buFont typeface="+mj-lt"/>
              <a:buAutoNum type="arabicPeriod"/>
              <a:defRPr lang="en-US" dirty="0"/>
            </a:lvl4pPr>
            <a:lvl5pPr>
              <a:buFont typeface="+mj-lt"/>
              <a:buAutoNum type="arabicPeriod"/>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p>
        </p:txBody>
      </p:sp>
      <p:sp>
        <p:nvSpPr>
          <p:cNvPr id="11" name="Footer Placeholder 10">
            <a:extLst>
              <a:ext uri="{FF2B5EF4-FFF2-40B4-BE49-F238E27FC236}">
                <a16:creationId xmlns:a16="http://schemas.microsoft.com/office/drawing/2014/main" id="{580D44E4-BAE9-45B9-6C67-A2C19D45908B}"/>
              </a:ext>
            </a:extLst>
          </p:cNvPr>
          <p:cNvSpPr>
            <a:spLocks noGrp="1"/>
          </p:cNvSpPr>
          <p:nvPr>
            <p:ph type="ftr" sz="quarter" idx="15"/>
          </p:nvPr>
        </p:nvSpPr>
        <p:spPr>
          <a:xfrm rot="5400000">
            <a:off x="10469880" y="1609344"/>
            <a:ext cx="2670048" cy="365760"/>
          </a:xfrm>
          <a:prstGeom prst="rect">
            <a:avLst/>
          </a:prstGeom>
        </p:spPr>
        <p:txBody>
          <a:bodyPr/>
          <a:lstStyle/>
          <a:p>
            <a:pPr algn="r"/>
            <a:r>
              <a:rPr lang="en-US"/>
              <a:t>Sample Footer Text</a:t>
            </a:r>
          </a:p>
        </p:txBody>
      </p:sp>
      <p:sp>
        <p:nvSpPr>
          <p:cNvPr id="12" name="Slide Number Placeholder 11">
            <a:extLst>
              <a:ext uri="{FF2B5EF4-FFF2-40B4-BE49-F238E27FC236}">
                <a16:creationId xmlns:a16="http://schemas.microsoft.com/office/drawing/2014/main" id="{A76D5F1B-44E3-F258-DAEF-5F05DA2DC80D}"/>
              </a:ext>
            </a:extLst>
          </p:cNvPr>
          <p:cNvSpPr>
            <a:spLocks noGrp="1"/>
          </p:cNvSpPr>
          <p:nvPr>
            <p:ph type="sldNum" sz="quarter" idx="16"/>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a:p>
        </p:txBody>
      </p:sp>
      <p:sp>
        <p:nvSpPr>
          <p:cNvPr id="10" name="Date Placeholder 9">
            <a:extLst>
              <a:ext uri="{FF2B5EF4-FFF2-40B4-BE49-F238E27FC236}">
                <a16:creationId xmlns:a16="http://schemas.microsoft.com/office/drawing/2014/main" id="{385486D6-8955-5E05-F3AA-A1190FAD74A9}"/>
              </a:ext>
            </a:extLst>
          </p:cNvPr>
          <p:cNvSpPr>
            <a:spLocks noGrp="1"/>
          </p:cNvSpPr>
          <p:nvPr>
            <p:ph type="dt" sz="half" idx="14"/>
          </p:nvPr>
        </p:nvSpPr>
        <p:spPr>
          <a:xfrm rot="5400000">
            <a:off x="10469880" y="4892040"/>
            <a:ext cx="2670048" cy="365760"/>
          </a:xfrm>
          <a:prstGeom prst="rect">
            <a:avLst/>
          </a:prstGeom>
        </p:spPr>
        <p:txBody>
          <a:bodyPr/>
          <a:lstStyle/>
          <a:p>
            <a:fld id="{F987B6F1-20E0-4730-B472-4F9747DD0066}" type="datetime4">
              <a:rPr lang="en-US" smtClean="0"/>
              <a:t>September 1, 2025</a:t>
            </a:fld>
            <a:endParaRPr lang="en-US"/>
          </a:p>
        </p:txBody>
      </p:sp>
    </p:spTree>
    <p:extLst>
      <p:ext uri="{BB962C8B-B14F-4D97-AF65-F5344CB8AC3E}">
        <p14:creationId xmlns:p14="http://schemas.microsoft.com/office/powerpoint/2010/main" val="2842857312"/>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Agenda 2">
    <p:bg>
      <p:bgRef idx="1001">
        <a:schemeClr val="bg1"/>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CD08455-64EF-6D3F-F544-C7CBF0D5756A}"/>
              </a:ext>
              <a:ext uri="{C183D7F6-B498-43B3-948B-1728B52AA6E4}">
                <adec:decorative xmlns:adec="http://schemas.microsoft.com/office/drawing/2017/decorative" val="1"/>
              </a:ext>
            </a:extLst>
          </p:cNvPr>
          <p:cNvSpPr/>
          <p:nvPr/>
        </p:nvSpPr>
        <p:spPr>
          <a:xfrm>
            <a:off x="1" y="0"/>
            <a:ext cx="6093256"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819302" y="2357324"/>
            <a:ext cx="4396436" cy="2143353"/>
          </a:xfrm>
          <a:prstGeom prst="rect">
            <a:avLst/>
          </a:prstGeom>
        </p:spPr>
        <p:txBody>
          <a:bodyPr anchor="ctr">
            <a:normAutofit/>
          </a:bodyPr>
          <a:lstStyle>
            <a:lvl1pPr algn="ctr">
              <a:lnSpc>
                <a:spcPct val="100000"/>
              </a:lnSpc>
              <a:defRPr sz="6000">
                <a:solidFill>
                  <a:schemeClr val="bg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830568" y="608991"/>
            <a:ext cx="4325112" cy="5640019"/>
          </a:xfrm>
          <a:prstGeom prst="rect">
            <a:avLst/>
          </a:prstGeom>
        </p:spPr>
        <p:txBody>
          <a:bodyPr vert="horz" lIns="91440" tIns="45720" rIns="91440" bIns="45720" rtlCol="0" anchor="ctr">
            <a:normAutofit/>
          </a:bodyPr>
          <a:lstStyle>
            <a:lvl1pPr marL="342900" indent="-342900">
              <a:buFont typeface="+mj-lt"/>
              <a:buAutoNum type="arabicPeriod"/>
              <a:defRPr lang="en-US" dirty="0"/>
            </a:lvl1pPr>
            <a:lvl2pPr marL="571500" indent="-342900">
              <a:buFont typeface="+mj-lt"/>
              <a:buAutoNum type="alphaLcPeriod"/>
              <a:defRPr lang="en-US" dirty="0"/>
            </a:lvl2pPr>
            <a:lvl3pPr marL="800100" indent="-342900">
              <a:buFont typeface="+mj-lt"/>
              <a:buAutoNum type="romanLcPeriod"/>
              <a:defRPr lang="en-US" dirty="0"/>
            </a:lvl3pPr>
            <a:lvl4pPr marL="914400" indent="-228600">
              <a:buFont typeface="+mj-lt"/>
              <a:buAutoNum type="arabicParenR"/>
              <a:defRPr lang="en-US" dirty="0"/>
            </a:lvl4pPr>
            <a:lvl5pPr marL="1143000" indent="-228600">
              <a:buFont typeface="+mj-lt"/>
              <a:buAutoNum type="alphaLcParen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p>
        </p:txBody>
      </p:sp>
      <p:sp>
        <p:nvSpPr>
          <p:cNvPr id="11" name="Footer Placeholder 10">
            <a:extLst>
              <a:ext uri="{FF2B5EF4-FFF2-40B4-BE49-F238E27FC236}">
                <a16:creationId xmlns:a16="http://schemas.microsoft.com/office/drawing/2014/main" id="{580D44E4-BAE9-45B9-6C67-A2C19D45908B}"/>
              </a:ext>
            </a:extLst>
          </p:cNvPr>
          <p:cNvSpPr>
            <a:spLocks noGrp="1"/>
          </p:cNvSpPr>
          <p:nvPr>
            <p:ph type="ftr" sz="quarter" idx="15"/>
          </p:nvPr>
        </p:nvSpPr>
        <p:spPr>
          <a:xfrm rot="5400000">
            <a:off x="10469880" y="1609344"/>
            <a:ext cx="2670048" cy="365760"/>
          </a:xfrm>
          <a:prstGeom prst="rect">
            <a:avLst/>
          </a:prstGeom>
        </p:spPr>
        <p:txBody>
          <a:bodyPr/>
          <a:lstStyle/>
          <a:p>
            <a:pPr algn="r"/>
            <a:r>
              <a:rPr lang="en-US"/>
              <a:t>Sample Footer Text</a:t>
            </a:r>
          </a:p>
        </p:txBody>
      </p:sp>
      <p:sp>
        <p:nvSpPr>
          <p:cNvPr id="12" name="Slide Number Placeholder 11">
            <a:extLst>
              <a:ext uri="{FF2B5EF4-FFF2-40B4-BE49-F238E27FC236}">
                <a16:creationId xmlns:a16="http://schemas.microsoft.com/office/drawing/2014/main" id="{A76D5F1B-44E3-F258-DAEF-5F05DA2DC80D}"/>
              </a:ext>
            </a:extLst>
          </p:cNvPr>
          <p:cNvSpPr>
            <a:spLocks noGrp="1"/>
          </p:cNvSpPr>
          <p:nvPr>
            <p:ph type="sldNum" sz="quarter" idx="16"/>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a:p>
        </p:txBody>
      </p:sp>
      <p:sp>
        <p:nvSpPr>
          <p:cNvPr id="10" name="Date Placeholder 9">
            <a:extLst>
              <a:ext uri="{FF2B5EF4-FFF2-40B4-BE49-F238E27FC236}">
                <a16:creationId xmlns:a16="http://schemas.microsoft.com/office/drawing/2014/main" id="{385486D6-8955-5E05-F3AA-A1190FAD74A9}"/>
              </a:ext>
            </a:extLst>
          </p:cNvPr>
          <p:cNvSpPr>
            <a:spLocks noGrp="1"/>
          </p:cNvSpPr>
          <p:nvPr>
            <p:ph type="dt" sz="half" idx="14"/>
          </p:nvPr>
        </p:nvSpPr>
        <p:spPr>
          <a:xfrm rot="5400000">
            <a:off x="10469880" y="4892040"/>
            <a:ext cx="2670048" cy="365760"/>
          </a:xfrm>
          <a:prstGeom prst="rect">
            <a:avLst/>
          </a:prstGeom>
        </p:spPr>
        <p:txBody>
          <a:bodyPr/>
          <a:lstStyle/>
          <a:p>
            <a:fld id="{F987B6F1-20E0-4730-B472-4F9747DD0066}" type="datetime4">
              <a:rPr lang="en-US" smtClean="0"/>
              <a:t>September 1, 2025</a:t>
            </a:fld>
            <a:endParaRPr lang="en-US"/>
          </a:p>
        </p:txBody>
      </p:sp>
    </p:spTree>
    <p:extLst>
      <p:ext uri="{BB962C8B-B14F-4D97-AF65-F5344CB8AC3E}">
        <p14:creationId xmlns:p14="http://schemas.microsoft.com/office/powerpoint/2010/main" val="4067557837"/>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Agenda Photo">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200467" y="2320290"/>
            <a:ext cx="3691890" cy="2217420"/>
          </a:xfrm>
          <a:prstGeom prst="rect">
            <a:avLst/>
          </a:prstGeom>
        </p:spPr>
        <p:txBody>
          <a:bodyPr anchor="ctr">
            <a:normAutofit/>
          </a:bodyPr>
          <a:lstStyle>
            <a:lvl1pPr algn="ctr">
              <a:lnSpc>
                <a:spcPct val="100000"/>
              </a:lnSpc>
              <a:defRPr sz="4000">
                <a:solidFill>
                  <a:schemeClr val="bg1"/>
                </a:solidFill>
              </a:defRPr>
            </a:lvl1pPr>
          </a:lstStyle>
          <a:p>
            <a:r>
              <a:rPr lang="en-US"/>
              <a:t>Click to edit Master title style</a:t>
            </a:r>
          </a:p>
        </p:txBody>
      </p:sp>
      <p:sp>
        <p:nvSpPr>
          <p:cNvPr id="6" name="Picture Placeholder 5">
            <a:extLst>
              <a:ext uri="{FF2B5EF4-FFF2-40B4-BE49-F238E27FC236}">
                <a16:creationId xmlns:a16="http://schemas.microsoft.com/office/drawing/2014/main" id="{02FB81A4-D995-C460-96DC-F799CEACAB9A}"/>
              </a:ext>
            </a:extLst>
          </p:cNvPr>
          <p:cNvSpPr>
            <a:spLocks noGrp="1"/>
          </p:cNvSpPr>
          <p:nvPr>
            <p:ph type="pic" sz="quarter" idx="17"/>
          </p:nvPr>
        </p:nvSpPr>
        <p:spPr>
          <a:xfrm>
            <a:off x="0" y="0"/>
            <a:ext cx="6092825" cy="6858000"/>
          </a:xfrm>
          <a:custGeom>
            <a:avLst/>
            <a:gdLst>
              <a:gd name="connsiteX0" fmla="*/ 3046412 w 6092825"/>
              <a:gd name="connsiteY0" fmla="*/ 1298448 h 6858000"/>
              <a:gd name="connsiteX1" fmla="*/ 915860 w 6092825"/>
              <a:gd name="connsiteY1" fmla="*/ 3429000 h 6858000"/>
              <a:gd name="connsiteX2" fmla="*/ 3046412 w 6092825"/>
              <a:gd name="connsiteY2" fmla="*/ 5559552 h 6858000"/>
              <a:gd name="connsiteX3" fmla="*/ 5176964 w 6092825"/>
              <a:gd name="connsiteY3" fmla="*/ 3429000 h 6858000"/>
              <a:gd name="connsiteX4" fmla="*/ 3046412 w 6092825"/>
              <a:gd name="connsiteY4" fmla="*/ 1298448 h 6858000"/>
              <a:gd name="connsiteX5" fmla="*/ 0 w 6092825"/>
              <a:gd name="connsiteY5" fmla="*/ 0 h 6858000"/>
              <a:gd name="connsiteX6" fmla="*/ 6092825 w 6092825"/>
              <a:gd name="connsiteY6" fmla="*/ 0 h 6858000"/>
              <a:gd name="connsiteX7" fmla="*/ 6092825 w 6092825"/>
              <a:gd name="connsiteY7" fmla="*/ 6858000 h 6858000"/>
              <a:gd name="connsiteX8" fmla="*/ 0 w 6092825"/>
              <a:gd name="connsiteY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92825" h="6858000">
                <a:moveTo>
                  <a:pt x="3046412" y="1298448"/>
                </a:moveTo>
                <a:cubicBezTo>
                  <a:pt x="1869741" y="1298448"/>
                  <a:pt x="915860" y="2252329"/>
                  <a:pt x="915860" y="3429000"/>
                </a:cubicBezTo>
                <a:cubicBezTo>
                  <a:pt x="915860" y="4605671"/>
                  <a:pt x="1869741" y="5559552"/>
                  <a:pt x="3046412" y="5559552"/>
                </a:cubicBezTo>
                <a:cubicBezTo>
                  <a:pt x="4223083" y="5559552"/>
                  <a:pt x="5176964" y="4605671"/>
                  <a:pt x="5176964" y="3429000"/>
                </a:cubicBezTo>
                <a:cubicBezTo>
                  <a:pt x="5176964" y="2252329"/>
                  <a:pt x="4223083" y="1298448"/>
                  <a:pt x="3046412" y="1298448"/>
                </a:cubicBezTo>
                <a:close/>
                <a:moveTo>
                  <a:pt x="0" y="0"/>
                </a:moveTo>
                <a:lnTo>
                  <a:pt x="6092825" y="0"/>
                </a:lnTo>
                <a:lnTo>
                  <a:pt x="6092825" y="6858000"/>
                </a:lnTo>
                <a:lnTo>
                  <a:pt x="0" y="6858000"/>
                </a:lnTo>
                <a:close/>
              </a:path>
            </a:pathLst>
          </a:custGeom>
          <a:blipFill>
            <a:blip r:embed="rId2" cstate="screen">
              <a:alphaModFix amt="80000"/>
              <a:extLst>
                <a:ext uri="{28A0092B-C50C-407E-A947-70E740481C1C}">
                  <a14:useLocalDpi xmlns:a14="http://schemas.microsoft.com/office/drawing/2010/main"/>
                </a:ext>
              </a:extLst>
            </a:blip>
            <a:stretch>
              <a:fillRect/>
            </a:stretch>
          </a:blipFill>
        </p:spPr>
        <p:txBody>
          <a:bodyPr wrap="square">
            <a:noAutofit/>
          </a:bodyPr>
          <a:lstStyle>
            <a:lvl1pPr marL="0" indent="0">
              <a:buNone/>
              <a:defRPr>
                <a:solidFill>
                  <a:schemeClr val="bg1"/>
                </a:solidFill>
              </a:defRPr>
            </a:lvl1pPr>
          </a:lstStyle>
          <a:p>
            <a:r>
              <a:rPr lang="en-US"/>
              <a:t>Click icon to add picture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830568" y="608991"/>
            <a:ext cx="4427524" cy="5640019"/>
          </a:xfrm>
          <a:prstGeom prst="rect">
            <a:avLst/>
          </a:prstGeom>
        </p:spPr>
        <p:txBody>
          <a:bodyPr vert="horz" lIns="91440" tIns="45720" rIns="91440" bIns="45720" rtlCol="0" anchor="ctr">
            <a:normAutofit/>
          </a:bodyPr>
          <a:lstStyle>
            <a:lvl1pPr marL="342900" indent="-342900">
              <a:buFont typeface="+mj-lt"/>
              <a:buAutoNum type="arabicPeriod"/>
              <a:defRPr lang="en-US" dirty="0">
                <a:solidFill>
                  <a:schemeClr val="bg1"/>
                </a:solidFill>
              </a:defRPr>
            </a:lvl1pPr>
            <a:lvl2pPr marL="571500" indent="-342900">
              <a:buFont typeface="+mj-lt"/>
              <a:buAutoNum type="alphaLcPeriod"/>
              <a:defRPr lang="en-US" dirty="0">
                <a:solidFill>
                  <a:schemeClr val="bg1"/>
                </a:solidFill>
              </a:defRPr>
            </a:lvl2pPr>
            <a:lvl3pPr marL="800100" indent="-342900">
              <a:buFont typeface="+mj-lt"/>
              <a:buAutoNum type="romanLcPeriod"/>
              <a:defRPr lang="en-US" dirty="0">
                <a:solidFill>
                  <a:schemeClr val="bg1"/>
                </a:solidFill>
              </a:defRPr>
            </a:lvl3pPr>
            <a:lvl4pPr marL="914400" indent="-228600">
              <a:buFont typeface="+mj-lt"/>
              <a:buAutoNum type="arabicParenR"/>
              <a:defRPr lang="en-US" dirty="0">
                <a:solidFill>
                  <a:schemeClr val="bg1"/>
                </a:solidFill>
              </a:defRPr>
            </a:lvl4pPr>
            <a:lvl5pPr marL="1143000" indent="-228600">
              <a:buFont typeface="+mj-lt"/>
              <a:buAutoNum type="alphaLcParenR"/>
              <a:defRPr lang="en-US" dirty="0">
                <a:solidFill>
                  <a:schemeClr val="bg1"/>
                </a:solidFill>
              </a:defRPr>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p>
        </p:txBody>
      </p:sp>
      <p:sp>
        <p:nvSpPr>
          <p:cNvPr id="11" name="Footer Placeholder 10">
            <a:extLst>
              <a:ext uri="{FF2B5EF4-FFF2-40B4-BE49-F238E27FC236}">
                <a16:creationId xmlns:a16="http://schemas.microsoft.com/office/drawing/2014/main" id="{580D44E4-BAE9-45B9-6C67-A2C19D45908B}"/>
              </a:ext>
            </a:extLst>
          </p:cNvPr>
          <p:cNvSpPr>
            <a:spLocks noGrp="1"/>
          </p:cNvSpPr>
          <p:nvPr>
            <p:ph type="ftr" sz="quarter" idx="15"/>
          </p:nvPr>
        </p:nvSpPr>
        <p:spPr>
          <a:xfrm rot="5400000">
            <a:off x="10469880" y="1609344"/>
            <a:ext cx="2670048" cy="365760"/>
          </a:xfrm>
          <a:prstGeom prst="rect">
            <a:avLst/>
          </a:prstGeom>
        </p:spPr>
        <p:txBody>
          <a:bodyPr/>
          <a:lstStyle>
            <a:lvl1pPr>
              <a:defRPr>
                <a:solidFill>
                  <a:schemeClr val="bg1"/>
                </a:solidFill>
              </a:defRPr>
            </a:lvl1pPr>
          </a:lstStyle>
          <a:p>
            <a:r>
              <a:rPr lang="en-US"/>
              <a:t>Sample Footer Text</a:t>
            </a:r>
          </a:p>
        </p:txBody>
      </p:sp>
      <p:sp>
        <p:nvSpPr>
          <p:cNvPr id="12" name="Slide Number Placeholder 11">
            <a:extLst>
              <a:ext uri="{FF2B5EF4-FFF2-40B4-BE49-F238E27FC236}">
                <a16:creationId xmlns:a16="http://schemas.microsoft.com/office/drawing/2014/main" id="{A76D5F1B-44E3-F258-DAEF-5F05DA2DC80D}"/>
              </a:ext>
            </a:extLst>
          </p:cNvPr>
          <p:cNvSpPr>
            <a:spLocks noGrp="1"/>
          </p:cNvSpPr>
          <p:nvPr>
            <p:ph type="sldNum" sz="quarter" idx="16"/>
          </p:nvPr>
        </p:nvSpPr>
        <p:spPr>
          <a:xfrm>
            <a:off x="11494008" y="3218688"/>
            <a:ext cx="630936" cy="429768"/>
          </a:xfrm>
          <a:prstGeom prst="rect">
            <a:avLst/>
          </a:prstGeom>
        </p:spPr>
        <p:txBody>
          <a:bodyPr/>
          <a:lstStyle>
            <a:lvl1pPr>
              <a:defRPr>
                <a:solidFill>
                  <a:schemeClr val="bg1"/>
                </a:solidFill>
              </a:defRPr>
            </a:lvl1pPr>
          </a:lstStyle>
          <a:p>
            <a:fld id="{CC057153-B650-4DEB-B370-79DDCFDCE934}" type="slidenum">
              <a:rPr lang="en-US" smtClean="0"/>
              <a:pPr/>
              <a:t>‹#›</a:t>
            </a:fld>
            <a:endParaRPr lang="en-US"/>
          </a:p>
        </p:txBody>
      </p:sp>
      <p:sp>
        <p:nvSpPr>
          <p:cNvPr id="10" name="Date Placeholder 9">
            <a:extLst>
              <a:ext uri="{FF2B5EF4-FFF2-40B4-BE49-F238E27FC236}">
                <a16:creationId xmlns:a16="http://schemas.microsoft.com/office/drawing/2014/main" id="{385486D6-8955-5E05-F3AA-A1190FAD74A9}"/>
              </a:ext>
            </a:extLst>
          </p:cNvPr>
          <p:cNvSpPr>
            <a:spLocks noGrp="1"/>
          </p:cNvSpPr>
          <p:nvPr>
            <p:ph type="dt" sz="half" idx="14"/>
          </p:nvPr>
        </p:nvSpPr>
        <p:spPr>
          <a:xfrm rot="5400000">
            <a:off x="10469880" y="4892040"/>
            <a:ext cx="2670048" cy="365760"/>
          </a:xfrm>
          <a:prstGeom prst="rect">
            <a:avLst/>
          </a:prstGeom>
        </p:spPr>
        <p:txBody>
          <a:bodyPr/>
          <a:lstStyle>
            <a:lvl1pPr>
              <a:defRPr>
                <a:solidFill>
                  <a:schemeClr val="bg1"/>
                </a:solidFill>
              </a:defRPr>
            </a:lvl1pPr>
          </a:lstStyle>
          <a:p>
            <a:fld id="{F987B6F1-20E0-4730-B472-4F9747DD0066}" type="datetime4">
              <a:rPr lang="en-US" smtClean="0"/>
              <a:pPr/>
              <a:t>September 1, 2025</a:t>
            </a:fld>
            <a:endParaRPr lang="en-US"/>
          </a:p>
        </p:txBody>
      </p:sp>
    </p:spTree>
    <p:extLst>
      <p:ext uri="{BB962C8B-B14F-4D97-AF65-F5344CB8AC3E}">
        <p14:creationId xmlns:p14="http://schemas.microsoft.com/office/powerpoint/2010/main" val="2667981017"/>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1 (Max)">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37159" y="151598"/>
            <a:ext cx="11924209" cy="528186"/>
          </a:xfrm>
          <a:prstGeom prst="rect">
            <a:avLst/>
          </a:prstGeom>
        </p:spPr>
        <p:txBody>
          <a:bodyPr anchor="ctr">
            <a:normAutofit/>
          </a:bodyPr>
          <a:lstStyle>
            <a:lvl1pPr>
              <a:lnSpc>
                <a:spcPct val="120000"/>
              </a:lnSpc>
              <a:defRPr sz="2400"/>
            </a:lvl1p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137159" y="776036"/>
            <a:ext cx="11924209" cy="5676965"/>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p>
        </p:txBody>
      </p:sp>
      <p:sp>
        <p:nvSpPr>
          <p:cNvPr id="6" name="Footer Placeholder 5">
            <a:extLst>
              <a:ext uri="{FF2B5EF4-FFF2-40B4-BE49-F238E27FC236}">
                <a16:creationId xmlns:a16="http://schemas.microsoft.com/office/drawing/2014/main" id="{1E4982EE-7EF5-2FCA-4FED-13EAB746A4C0}"/>
              </a:ext>
            </a:extLst>
          </p:cNvPr>
          <p:cNvSpPr>
            <a:spLocks noGrp="1"/>
          </p:cNvSpPr>
          <p:nvPr>
            <p:ph type="ftr" sz="quarter" idx="11"/>
          </p:nvPr>
        </p:nvSpPr>
        <p:spPr>
          <a:xfrm>
            <a:off x="137160" y="6492240"/>
            <a:ext cx="3657600" cy="365125"/>
          </a:xfrm>
        </p:spPr>
        <p:txBody>
          <a:bodyPr/>
          <a:lstStyle>
            <a:lvl1pPr algn="l">
              <a:defRPr/>
            </a:lvl1pPr>
          </a:lstStyle>
          <a:p>
            <a:r>
              <a:rPr lang="en-US"/>
              <a:t>Sample Footer Text</a:t>
            </a:r>
          </a:p>
        </p:txBody>
      </p:sp>
      <p:sp>
        <p:nvSpPr>
          <p:cNvPr id="10" name="Slide Number Placeholder 9">
            <a:extLst>
              <a:ext uri="{FF2B5EF4-FFF2-40B4-BE49-F238E27FC236}">
                <a16:creationId xmlns:a16="http://schemas.microsoft.com/office/drawing/2014/main" id="{D0E446A1-A859-B438-0A68-770468ED9846}"/>
              </a:ext>
            </a:extLst>
          </p:cNvPr>
          <p:cNvSpPr>
            <a:spLocks noGrp="1"/>
          </p:cNvSpPr>
          <p:nvPr>
            <p:ph type="sldNum" sz="quarter" idx="12"/>
          </p:nvPr>
        </p:nvSpPr>
        <p:spPr>
          <a:xfrm>
            <a:off x="5779008" y="6455664"/>
            <a:ext cx="630936" cy="429768"/>
          </a:xfrm>
        </p:spPr>
        <p:txBody>
          <a:bodyPr/>
          <a:lstStyle/>
          <a:p>
            <a:pPr algn="ctr"/>
            <a:fld id="{CC057153-B650-4DEB-B370-79DDCFDCE934}" type="slidenum">
              <a:rPr lang="en-US" smtClean="0"/>
              <a:pPr algn="ctr"/>
              <a:t>‹#›</a:t>
            </a:fld>
            <a:endParaRPr lang="en-US"/>
          </a:p>
        </p:txBody>
      </p:sp>
      <p:sp>
        <p:nvSpPr>
          <p:cNvPr id="5" name="Date Placeholder 4">
            <a:extLst>
              <a:ext uri="{FF2B5EF4-FFF2-40B4-BE49-F238E27FC236}">
                <a16:creationId xmlns:a16="http://schemas.microsoft.com/office/drawing/2014/main" id="{29BFEF04-4D1E-3014-0055-82DE245039DE}"/>
              </a:ext>
            </a:extLst>
          </p:cNvPr>
          <p:cNvSpPr>
            <a:spLocks noGrp="1"/>
          </p:cNvSpPr>
          <p:nvPr>
            <p:ph type="dt" sz="half" idx="10"/>
          </p:nvPr>
        </p:nvSpPr>
        <p:spPr>
          <a:xfrm>
            <a:off x="8394192" y="6483096"/>
            <a:ext cx="3657600" cy="365125"/>
          </a:xfrm>
        </p:spPr>
        <p:txBody>
          <a:bodyPr/>
          <a:lstStyle>
            <a:lvl1pPr algn="r">
              <a:defRPr/>
            </a:lvl1pPr>
          </a:lstStyle>
          <a:p>
            <a:fld id="{3968F040-9A2D-487C-9838-D433833E9BE2}" type="datetime4">
              <a:rPr lang="en-US" smtClean="0"/>
              <a:t>September 1, 2025</a:t>
            </a:fld>
            <a:endParaRPr lang="en-US"/>
          </a:p>
        </p:txBody>
      </p:sp>
    </p:spTree>
    <p:extLst>
      <p:ext uri="{BB962C8B-B14F-4D97-AF65-F5344CB8AC3E}">
        <p14:creationId xmlns:p14="http://schemas.microsoft.com/office/powerpoint/2010/main" val="100835959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Only (Max)">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41248" y="-1325880"/>
            <a:ext cx="10515600" cy="1325880"/>
          </a:xfrm>
          <a:prstGeom prst="rect">
            <a:avLst/>
          </a:prstGeom>
        </p:spPr>
        <p:txBody>
          <a:bodyPr anchor="b">
            <a:normAutofit/>
          </a:bodyPr>
          <a:lstStyle>
            <a:lvl1pPr>
              <a:lnSpc>
                <a:spcPct val="120000"/>
              </a:lnSpc>
              <a:defRPr sz="2400"/>
            </a:lvl1p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137159" y="329450"/>
            <a:ext cx="11924209" cy="6199100"/>
          </a:xfrm>
          <a:prstGeom prst="rect">
            <a:avLst/>
          </a:prstGeom>
        </p:spPr>
        <p:txBody>
          <a:bodyPr vert="horz" lIns="91440" tIns="45720" rIns="91440" bIns="45720" rtlCol="0">
            <a:normAutofit/>
          </a:bodyPr>
          <a:lstStyle>
            <a:lvl1pPr>
              <a:defRPr lang="en-US"/>
            </a:lvl1pPr>
            <a:lvl2pPr>
              <a:defRPr lang="en-US"/>
            </a:lvl2pPr>
            <a:lvl3pPr>
              <a:defRPr lang="en-US"/>
            </a:lvl3pPr>
            <a:lvl4pPr>
              <a:defRPr lang="en-US"/>
            </a:lvl4pPr>
            <a:lvl5pPr>
              <a:defRPr lang="en-US"/>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137160" y="6492240"/>
            <a:ext cx="3657600" cy="365760"/>
          </a:xfrm>
          <a:prstGeom prst="rect">
            <a:avLst/>
          </a:prstGeom>
        </p:spPr>
        <p:txBody>
          <a:bodyPr/>
          <a:lstStyle>
            <a:lvl1pPr algn="l">
              <a:defRPr/>
            </a:lvl1p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5780532" y="6455664"/>
            <a:ext cx="630936" cy="429768"/>
          </a:xfrm>
          <a:prstGeom prst="rect">
            <a:avLst/>
          </a:prstGeom>
        </p:spPr>
        <p:txBody>
          <a:bodyPr/>
          <a:lstStyle>
            <a:lvl1pPr algn="ctr">
              <a:defRPr/>
            </a:lvl1pPr>
          </a:lstStyle>
          <a:p>
            <a:fld id="{CC057153-B650-4DEB-B370-79DDCFDCE934}" type="slidenum">
              <a:rPr lang="en-US" smtClean="0"/>
              <a:pPr/>
              <a:t>‹#›</a:t>
            </a:fld>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8397240" y="6492240"/>
            <a:ext cx="3657600" cy="365760"/>
          </a:xfrm>
          <a:prstGeom prst="rect">
            <a:avLst/>
          </a:prstGeom>
        </p:spPr>
        <p:txBody>
          <a:bodyPr/>
          <a:lstStyle>
            <a:lvl1pPr algn="r">
              <a:defRPr/>
            </a:lvl1pPr>
          </a:lstStyle>
          <a:p>
            <a:fld id="{CF743D32-6A3E-4A64-8C79-B02CFF48A7E1}" type="datetime4">
              <a:rPr lang="en-US" smtClean="0"/>
              <a:t>September 1, 2025</a:t>
            </a:fld>
            <a:endParaRPr lang="en-US"/>
          </a:p>
        </p:txBody>
      </p:sp>
    </p:spTree>
    <p:extLst>
      <p:ext uri="{BB962C8B-B14F-4D97-AF65-F5344CB8AC3E}">
        <p14:creationId xmlns:p14="http://schemas.microsoft.com/office/powerpoint/2010/main" val="331966081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Conten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48640" y="402336"/>
            <a:ext cx="10634472" cy="1088136"/>
          </a:xfrm>
          <a:prstGeom prst="rect">
            <a:avLst/>
          </a:prstGeom>
        </p:spPr>
        <p:txBody>
          <a:bodyPr anchor="ctr"/>
          <a:lstStyle>
            <a:lvl1pPr>
              <a:lnSpc>
                <a:spcPct val="120000"/>
              </a:lnSpc>
              <a:defRPr/>
            </a:lvl1p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544068" y="1771561"/>
            <a:ext cx="10639044" cy="4738237"/>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p>
        </p:txBody>
      </p:sp>
      <p:sp>
        <p:nvSpPr>
          <p:cNvPr id="9" name="Footer Placeholder 8">
            <a:extLst>
              <a:ext uri="{FF2B5EF4-FFF2-40B4-BE49-F238E27FC236}">
                <a16:creationId xmlns:a16="http://schemas.microsoft.com/office/drawing/2014/main" id="{1C13AFFC-4568-3E17-7C33-09B92BCA6D9E}"/>
              </a:ext>
            </a:extLst>
          </p:cNvPr>
          <p:cNvSpPr>
            <a:spLocks noGrp="1"/>
          </p:cNvSpPr>
          <p:nvPr>
            <p:ph type="ftr" sz="quarter" idx="11"/>
          </p:nvPr>
        </p:nvSpPr>
        <p:spPr>
          <a:xfrm rot="5400000">
            <a:off x="10469880" y="1609344"/>
            <a:ext cx="2670048" cy="365760"/>
          </a:xfrm>
          <a:prstGeom prst="rect">
            <a:avLst/>
          </a:prstGeom>
        </p:spPr>
        <p:txBody>
          <a:bodyPr/>
          <a:lstStyle/>
          <a:p>
            <a:pPr algn="r"/>
            <a:r>
              <a:rPr lang="en-US"/>
              <a:t>Sample Footer Text</a:t>
            </a:r>
          </a:p>
        </p:txBody>
      </p:sp>
      <p:sp>
        <p:nvSpPr>
          <p:cNvPr id="10" name="Slide Number Placeholder 9">
            <a:extLst>
              <a:ext uri="{FF2B5EF4-FFF2-40B4-BE49-F238E27FC236}">
                <a16:creationId xmlns:a16="http://schemas.microsoft.com/office/drawing/2014/main" id="{DDB5C042-810A-BFD3-4734-36B6D4034FEF}"/>
              </a:ext>
            </a:extLst>
          </p:cNvPr>
          <p:cNvSpPr>
            <a:spLocks noGrp="1"/>
          </p:cNvSpPr>
          <p:nvPr>
            <p:ph type="sldNum" sz="quarter" idx="12"/>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a:p>
        </p:txBody>
      </p:sp>
      <p:sp>
        <p:nvSpPr>
          <p:cNvPr id="8" name="Date Placeholder 7">
            <a:extLst>
              <a:ext uri="{FF2B5EF4-FFF2-40B4-BE49-F238E27FC236}">
                <a16:creationId xmlns:a16="http://schemas.microsoft.com/office/drawing/2014/main" id="{F6179C94-72AD-605C-3C39-C90A5F2E89D3}"/>
              </a:ext>
            </a:extLst>
          </p:cNvPr>
          <p:cNvSpPr>
            <a:spLocks noGrp="1"/>
          </p:cNvSpPr>
          <p:nvPr>
            <p:ph type="dt" sz="half" idx="10"/>
          </p:nvPr>
        </p:nvSpPr>
        <p:spPr>
          <a:xfrm rot="5400000">
            <a:off x="10469880" y="4892040"/>
            <a:ext cx="2670048" cy="365760"/>
          </a:xfrm>
          <a:prstGeom prst="rect">
            <a:avLst/>
          </a:prstGeom>
        </p:spPr>
        <p:txBody>
          <a:bodyPr/>
          <a:lstStyle/>
          <a:p>
            <a:fld id="{82A871AB-7ED5-4D4E-8A6F-E8F3178D2332}" type="datetime4">
              <a:rPr lang="en-US" smtClean="0"/>
              <a:t>September 1, 2025</a:t>
            </a:fld>
            <a:endParaRPr lang="en-US"/>
          </a:p>
        </p:txBody>
      </p:sp>
    </p:spTree>
    <p:extLst>
      <p:ext uri="{BB962C8B-B14F-4D97-AF65-F5344CB8AC3E}">
        <p14:creationId xmlns:p14="http://schemas.microsoft.com/office/powerpoint/2010/main" val="374192836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itle, Content 2">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754332BD-3B0A-AAC1-7FB3-E6D50A1D4E61}"/>
              </a:ext>
              <a:ext uri="{C183D7F6-B498-43B3-948B-1728B52AA6E4}">
                <adec:decorative xmlns:adec="http://schemas.microsoft.com/office/drawing/2017/decorative" val="1"/>
              </a:ext>
            </a:extLst>
          </p:cNvPr>
          <p:cNvCxnSpPr>
            <a:cxnSpLocks/>
          </p:cNvCxnSpPr>
          <p:nvPr/>
        </p:nvCxnSpPr>
        <p:spPr>
          <a:xfrm>
            <a:off x="5610422" y="3429000"/>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44952" y="950976"/>
            <a:ext cx="6108192" cy="2039112"/>
          </a:xfrm>
          <a:prstGeom prst="rect">
            <a:avLst/>
          </a:prstGeom>
        </p:spPr>
        <p:txBody>
          <a:bodyPr anchor="b">
            <a:normAutofit/>
          </a:bodyPr>
          <a:lstStyle>
            <a:lvl1pPr algn="ctr">
              <a:lnSpc>
                <a:spcPct val="120000"/>
              </a:lnSpc>
              <a:defRPr sz="3600"/>
            </a:lvl1pPr>
          </a:lstStyle>
          <a:p>
            <a:r>
              <a:rPr lang="en-US"/>
              <a:t>Click to edit Master title style</a:t>
            </a:r>
          </a:p>
        </p:txBody>
      </p:sp>
      <p:sp>
        <p:nvSpPr>
          <p:cNvPr id="11" name="Content Placeholder 10">
            <a:extLst>
              <a:ext uri="{FF2B5EF4-FFF2-40B4-BE49-F238E27FC236}">
                <a16:creationId xmlns:a16="http://schemas.microsoft.com/office/drawing/2014/main" id="{A15E685B-79A8-DE9F-775F-AF1351EBAD5E}"/>
              </a:ext>
            </a:extLst>
          </p:cNvPr>
          <p:cNvSpPr>
            <a:spLocks noGrp="1"/>
          </p:cNvSpPr>
          <p:nvPr>
            <p:ph sz="quarter" idx="17"/>
          </p:nvPr>
        </p:nvSpPr>
        <p:spPr>
          <a:xfrm>
            <a:off x="3667125" y="3849688"/>
            <a:ext cx="4864100" cy="1719262"/>
          </a:xfrm>
          <a:prstGeom prst="rect">
            <a:avLst/>
          </a:prstGeom>
        </p:spPr>
        <p:txBody>
          <a:bodyPr/>
          <a:lstStyle>
            <a:lvl1pPr marL="0" indent="0" algn="ctr">
              <a:lnSpc>
                <a:spcPct val="130000"/>
              </a:lnSpc>
              <a:buNone/>
              <a:defRPr/>
            </a:lvl1pPr>
            <a:lvl2pPr marL="457200" indent="0" algn="ctr">
              <a:lnSpc>
                <a:spcPct val="130000"/>
              </a:lnSpc>
              <a:buNone/>
              <a:defRPr/>
            </a:lvl2pPr>
            <a:lvl3pPr marL="914400" indent="0" algn="ctr">
              <a:lnSpc>
                <a:spcPct val="130000"/>
              </a:lnSpc>
              <a:buNone/>
              <a:defRPr/>
            </a:lvl3pPr>
            <a:lvl4pPr marL="1371600" indent="0" algn="ctr">
              <a:lnSpc>
                <a:spcPct val="130000"/>
              </a:lnSpc>
              <a:buNone/>
              <a:defRPr/>
            </a:lvl4pPr>
            <a:lvl5pPr marL="1828800" indent="0" algn="ctr">
              <a:lnSpc>
                <a:spcPct val="130000"/>
              </a:lnSpc>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6">
            <a:extLst>
              <a:ext uri="{FF2B5EF4-FFF2-40B4-BE49-F238E27FC236}">
                <a16:creationId xmlns:a16="http://schemas.microsoft.com/office/drawing/2014/main" id="{5EE581FC-7877-B0CE-121D-A868F22C5195}"/>
              </a:ext>
            </a:extLst>
          </p:cNvPr>
          <p:cNvSpPr>
            <a:spLocks noGrp="1"/>
          </p:cNvSpPr>
          <p:nvPr>
            <p:ph type="ftr" sz="quarter" idx="15"/>
          </p:nvPr>
        </p:nvSpPr>
        <p:spPr>
          <a:xfrm rot="5400000">
            <a:off x="10469880" y="1609344"/>
            <a:ext cx="2670048" cy="365760"/>
          </a:xfrm>
          <a:prstGeom prst="rect">
            <a:avLst/>
          </a:prstGeom>
        </p:spPr>
        <p:txBody>
          <a:bodyPr/>
          <a:lstStyle/>
          <a:p>
            <a:pPr algn="r"/>
            <a:r>
              <a:rPr lang="en-US"/>
              <a:t>Sample Footer Text</a:t>
            </a:r>
          </a:p>
        </p:txBody>
      </p:sp>
      <p:sp>
        <p:nvSpPr>
          <p:cNvPr id="9" name="Slide Number Placeholder 8">
            <a:extLst>
              <a:ext uri="{FF2B5EF4-FFF2-40B4-BE49-F238E27FC236}">
                <a16:creationId xmlns:a16="http://schemas.microsoft.com/office/drawing/2014/main" id="{E12274D3-BE15-58C3-8621-19800A18B961}"/>
              </a:ext>
            </a:extLst>
          </p:cNvPr>
          <p:cNvSpPr>
            <a:spLocks noGrp="1"/>
          </p:cNvSpPr>
          <p:nvPr>
            <p:ph type="sldNum" sz="quarter" idx="16"/>
          </p:nvPr>
        </p:nvSpPr>
        <p:spPr>
          <a:xfrm>
            <a:off x="11494008" y="3218688"/>
            <a:ext cx="630936" cy="429768"/>
          </a:xfrm>
          <a:prstGeom prst="rect">
            <a:avLst/>
          </a:prstGeom>
        </p:spPr>
        <p:txBody>
          <a:bodyPr/>
          <a:lstStyle/>
          <a:p>
            <a:pPr algn="ctr"/>
            <a:fld id="{8D252C1B-CBF0-4A4D-8F57-7FB989103249}" type="slidenum">
              <a:rPr lang="en-US" smtClean="0"/>
              <a:pPr algn="ctr"/>
              <a:t>‹#›</a:t>
            </a:fld>
            <a:endParaRPr lang="en-US"/>
          </a:p>
        </p:txBody>
      </p:sp>
      <p:sp>
        <p:nvSpPr>
          <p:cNvPr id="3" name="Date Placeholder 2">
            <a:extLst>
              <a:ext uri="{FF2B5EF4-FFF2-40B4-BE49-F238E27FC236}">
                <a16:creationId xmlns:a16="http://schemas.microsoft.com/office/drawing/2014/main" id="{E280F01D-414D-407C-1408-9645303C8BAC}"/>
              </a:ext>
            </a:extLst>
          </p:cNvPr>
          <p:cNvSpPr>
            <a:spLocks noGrp="1"/>
          </p:cNvSpPr>
          <p:nvPr>
            <p:ph type="dt" sz="half" idx="14"/>
          </p:nvPr>
        </p:nvSpPr>
        <p:spPr>
          <a:xfrm rot="5400000">
            <a:off x="10469880" y="4892040"/>
            <a:ext cx="2670048" cy="365760"/>
          </a:xfrm>
          <a:prstGeom prst="rect">
            <a:avLst/>
          </a:prstGeom>
        </p:spPr>
        <p:txBody>
          <a:bodyPr/>
          <a:lstStyle/>
          <a:p>
            <a:fld id="{05861B11-817A-478B-9F27-B7D56C03E9A1}" type="datetime4">
              <a:rPr lang="en-US" smtClean="0"/>
              <a:t>September 1, 2025</a:t>
            </a:fld>
            <a:endParaRPr lang="en-US"/>
          </a:p>
        </p:txBody>
      </p:sp>
    </p:spTree>
    <p:extLst>
      <p:ext uri="{BB962C8B-B14F-4D97-AF65-F5344CB8AC3E}">
        <p14:creationId xmlns:p14="http://schemas.microsoft.com/office/powerpoint/2010/main" val="1326622257"/>
      </p:ext>
    </p:extLst>
  </p:cSld>
  <p:clrMapOvr>
    <a:masterClrMapping/>
  </p:clrMapOvr>
  <p:hf hdr="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426464" y="1856232"/>
            <a:ext cx="3904488" cy="2176272"/>
          </a:xfrm>
          <a:prstGeom prst="rect">
            <a:avLst/>
          </a:prstGeom>
        </p:spPr>
        <p:txBody>
          <a:bodyPr anchor="t">
            <a:normAutofit/>
          </a:bodyPr>
          <a:lstStyle>
            <a:lvl1pPr algn="l">
              <a:lnSpc>
                <a:spcPct val="120000"/>
              </a:lnSpc>
              <a:defRPr sz="3200"/>
            </a:lvl1pPr>
          </a:lstStyle>
          <a:p>
            <a:r>
              <a:rPr lang="en-US"/>
              <a:t>Click to edit Master title style</a:t>
            </a:r>
          </a:p>
        </p:txBody>
      </p:sp>
      <p:sp>
        <p:nvSpPr>
          <p:cNvPr id="11" name="Content Placeholder 10">
            <a:extLst>
              <a:ext uri="{FF2B5EF4-FFF2-40B4-BE49-F238E27FC236}">
                <a16:creationId xmlns:a16="http://schemas.microsoft.com/office/drawing/2014/main" id="{A15E685B-79A8-DE9F-775F-AF1351EBAD5E}"/>
              </a:ext>
            </a:extLst>
          </p:cNvPr>
          <p:cNvSpPr>
            <a:spLocks noGrp="1"/>
          </p:cNvSpPr>
          <p:nvPr>
            <p:ph sz="quarter" idx="17"/>
          </p:nvPr>
        </p:nvSpPr>
        <p:spPr>
          <a:xfrm>
            <a:off x="6099048" y="1856232"/>
            <a:ext cx="4480560" cy="3822192"/>
          </a:xfrm>
          <a:prstGeom prst="rect">
            <a:avLst/>
          </a:prstGeom>
        </p:spPr>
        <p:txBody>
          <a:bodyPr vert="horz" lIns="91440" tIns="45720" rIns="91440" bIns="45720" rtlCol="0">
            <a:normAutofit/>
          </a:bodyPr>
          <a:lstStyle>
            <a:lvl1pPr>
              <a:defRPr lang="en-US"/>
            </a:lvl1pPr>
            <a:lvl2pPr>
              <a:defRPr lang="en-US"/>
            </a:lvl2pPr>
            <a:lvl3pPr>
              <a:defRPr lang="en-US"/>
            </a:lvl3pPr>
            <a:lvl4pPr>
              <a:defRPr lang="en-US"/>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6">
            <a:extLst>
              <a:ext uri="{FF2B5EF4-FFF2-40B4-BE49-F238E27FC236}">
                <a16:creationId xmlns:a16="http://schemas.microsoft.com/office/drawing/2014/main" id="{5EE581FC-7877-B0CE-121D-A868F22C5195}"/>
              </a:ext>
            </a:extLst>
          </p:cNvPr>
          <p:cNvSpPr>
            <a:spLocks noGrp="1"/>
          </p:cNvSpPr>
          <p:nvPr>
            <p:ph type="ftr" sz="quarter" idx="15"/>
          </p:nvPr>
        </p:nvSpPr>
        <p:spPr>
          <a:xfrm rot="5400000">
            <a:off x="10469880" y="1609344"/>
            <a:ext cx="2670048" cy="365760"/>
          </a:xfrm>
          <a:prstGeom prst="rect">
            <a:avLst/>
          </a:prstGeom>
        </p:spPr>
        <p:txBody>
          <a:bodyPr/>
          <a:lstStyle/>
          <a:p>
            <a:pPr algn="r"/>
            <a:r>
              <a:rPr lang="en-US"/>
              <a:t>Sample Footer Text</a:t>
            </a:r>
          </a:p>
        </p:txBody>
      </p:sp>
      <p:sp>
        <p:nvSpPr>
          <p:cNvPr id="9" name="Slide Number Placeholder 8">
            <a:extLst>
              <a:ext uri="{FF2B5EF4-FFF2-40B4-BE49-F238E27FC236}">
                <a16:creationId xmlns:a16="http://schemas.microsoft.com/office/drawing/2014/main" id="{E12274D3-BE15-58C3-8621-19800A18B961}"/>
              </a:ext>
            </a:extLst>
          </p:cNvPr>
          <p:cNvSpPr>
            <a:spLocks noGrp="1"/>
          </p:cNvSpPr>
          <p:nvPr>
            <p:ph type="sldNum" sz="quarter" idx="16"/>
          </p:nvPr>
        </p:nvSpPr>
        <p:spPr>
          <a:xfrm>
            <a:off x="11494008" y="3218688"/>
            <a:ext cx="630936" cy="429768"/>
          </a:xfrm>
          <a:prstGeom prst="rect">
            <a:avLst/>
          </a:prstGeom>
        </p:spPr>
        <p:txBody>
          <a:bodyPr/>
          <a:lstStyle/>
          <a:p>
            <a:pPr algn="ctr"/>
            <a:fld id="{8D252C1B-CBF0-4A4D-8F57-7FB989103249}" type="slidenum">
              <a:rPr lang="en-US" smtClean="0"/>
              <a:pPr algn="ctr"/>
              <a:t>‹#›</a:t>
            </a:fld>
            <a:endParaRPr lang="en-US"/>
          </a:p>
        </p:txBody>
      </p:sp>
      <p:sp>
        <p:nvSpPr>
          <p:cNvPr id="3" name="Date Placeholder 2">
            <a:extLst>
              <a:ext uri="{FF2B5EF4-FFF2-40B4-BE49-F238E27FC236}">
                <a16:creationId xmlns:a16="http://schemas.microsoft.com/office/drawing/2014/main" id="{E280F01D-414D-407C-1408-9645303C8BAC}"/>
              </a:ext>
            </a:extLst>
          </p:cNvPr>
          <p:cNvSpPr>
            <a:spLocks noGrp="1"/>
          </p:cNvSpPr>
          <p:nvPr>
            <p:ph type="dt" sz="half" idx="14"/>
          </p:nvPr>
        </p:nvSpPr>
        <p:spPr>
          <a:xfrm rot="5400000">
            <a:off x="10469880" y="4892040"/>
            <a:ext cx="2670048" cy="365760"/>
          </a:xfrm>
          <a:prstGeom prst="rect">
            <a:avLst/>
          </a:prstGeom>
        </p:spPr>
        <p:txBody>
          <a:bodyPr/>
          <a:lstStyle/>
          <a:p>
            <a:fld id="{05861B11-817A-478B-9F27-B7D56C03E9A1}" type="datetime4">
              <a:rPr lang="en-US" smtClean="0"/>
              <a:t>September 1, 2025</a:t>
            </a:fld>
            <a:endParaRPr lang="en-US"/>
          </a:p>
        </p:txBody>
      </p:sp>
    </p:spTree>
    <p:extLst>
      <p:ext uri="{BB962C8B-B14F-4D97-AF65-F5344CB8AC3E}">
        <p14:creationId xmlns:p14="http://schemas.microsoft.com/office/powerpoint/2010/main" val="2259848251"/>
      </p:ext>
    </p:extLst>
  </p:cSld>
  <p:clrMapOvr>
    <a:masterClrMapping/>
  </p:clrMapOvr>
  <p:hf hdr="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itle, Content 4">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382DE3D-8384-2ED9-7C71-665F47AAD429}"/>
              </a:ext>
              <a:ext uri="{C183D7F6-B498-43B3-948B-1728B52AA6E4}">
                <adec:decorative xmlns:adec="http://schemas.microsoft.com/office/drawing/2017/decorative" val="1"/>
              </a:ext>
            </a:extLst>
          </p:cNvPr>
          <p:cNvSpPr/>
          <p:nvPr/>
        </p:nvSpPr>
        <p:spPr>
          <a:xfrm>
            <a:off x="0" y="0"/>
            <a:ext cx="722376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18388" y="2002536"/>
            <a:ext cx="5586984" cy="2898648"/>
          </a:xfrm>
          <a:prstGeom prst="rect">
            <a:avLst/>
          </a:prstGeom>
        </p:spPr>
        <p:txBody>
          <a:bodyPr anchor="ctr">
            <a:normAutofit/>
          </a:bodyPr>
          <a:lstStyle>
            <a:lvl1pPr algn="ctr">
              <a:lnSpc>
                <a:spcPct val="120000"/>
              </a:lnSpc>
              <a:defRPr sz="2800">
                <a:solidFill>
                  <a:schemeClr val="bg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7891272" y="758952"/>
            <a:ext cx="3200400" cy="5330952"/>
          </a:xfrm>
          <a:prstGeom prst="rect">
            <a:avLst/>
          </a:prstGeom>
        </p:spPr>
        <p:txBody>
          <a:bodyPr vert="horz" lIns="91440" tIns="45720" rIns="91440" bIns="45720" rtlCol="0" anchor="ctr">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10">
            <a:extLst>
              <a:ext uri="{FF2B5EF4-FFF2-40B4-BE49-F238E27FC236}">
                <a16:creationId xmlns:a16="http://schemas.microsoft.com/office/drawing/2014/main" id="{FAA9F39B-6447-60F2-A02B-7241C415ABA1}"/>
              </a:ext>
            </a:extLst>
          </p:cNvPr>
          <p:cNvSpPr>
            <a:spLocks noGrp="1"/>
          </p:cNvSpPr>
          <p:nvPr>
            <p:ph type="ftr" sz="quarter" idx="15"/>
          </p:nvPr>
        </p:nvSpPr>
        <p:spPr>
          <a:xfrm rot="5400000">
            <a:off x="10469880" y="1609344"/>
            <a:ext cx="2670048" cy="365760"/>
          </a:xfrm>
          <a:prstGeom prst="rect">
            <a:avLst/>
          </a:prstGeom>
        </p:spPr>
        <p:txBody>
          <a:bodyPr/>
          <a:lstStyle/>
          <a:p>
            <a:pPr algn="r"/>
            <a:r>
              <a:rPr lang="en-US"/>
              <a:t>Sample Footer Text</a:t>
            </a:r>
          </a:p>
        </p:txBody>
      </p:sp>
      <p:sp>
        <p:nvSpPr>
          <p:cNvPr id="12" name="Slide Number Placeholder 11">
            <a:extLst>
              <a:ext uri="{FF2B5EF4-FFF2-40B4-BE49-F238E27FC236}">
                <a16:creationId xmlns:a16="http://schemas.microsoft.com/office/drawing/2014/main" id="{23154C80-9BCD-5911-3E82-CB97ECBB41E3}"/>
              </a:ext>
            </a:extLst>
          </p:cNvPr>
          <p:cNvSpPr>
            <a:spLocks noGrp="1"/>
          </p:cNvSpPr>
          <p:nvPr>
            <p:ph type="sldNum" sz="quarter" idx="16"/>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a:p>
        </p:txBody>
      </p:sp>
      <p:sp>
        <p:nvSpPr>
          <p:cNvPr id="10" name="Date Placeholder 9">
            <a:extLst>
              <a:ext uri="{FF2B5EF4-FFF2-40B4-BE49-F238E27FC236}">
                <a16:creationId xmlns:a16="http://schemas.microsoft.com/office/drawing/2014/main" id="{B16BA4B7-B6C7-185E-7431-9A13D584D752}"/>
              </a:ext>
            </a:extLst>
          </p:cNvPr>
          <p:cNvSpPr>
            <a:spLocks noGrp="1"/>
          </p:cNvSpPr>
          <p:nvPr>
            <p:ph type="dt" sz="half" idx="14"/>
          </p:nvPr>
        </p:nvSpPr>
        <p:spPr>
          <a:xfrm rot="5400000">
            <a:off x="10469880" y="4892040"/>
            <a:ext cx="2670048" cy="365760"/>
          </a:xfrm>
          <a:prstGeom prst="rect">
            <a:avLst/>
          </a:prstGeom>
        </p:spPr>
        <p:txBody>
          <a:bodyPr/>
          <a:lstStyle/>
          <a:p>
            <a:fld id="{22E6E2B2-89ED-4010-BF21-01AAF1B26176}" type="datetime4">
              <a:rPr lang="en-US" smtClean="0"/>
              <a:t>September 1, 2025</a:t>
            </a:fld>
            <a:endParaRPr lang="en-US"/>
          </a:p>
        </p:txBody>
      </p:sp>
    </p:spTree>
    <p:extLst>
      <p:ext uri="{BB962C8B-B14F-4D97-AF65-F5344CB8AC3E}">
        <p14:creationId xmlns:p14="http://schemas.microsoft.com/office/powerpoint/2010/main" val="201999289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itle, 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48641" y="1344168"/>
            <a:ext cx="3986784" cy="3813048"/>
          </a:xfrm>
          <a:prstGeom prst="rect">
            <a:avLst/>
          </a:prstGeom>
        </p:spPr>
        <p:txBody>
          <a:bodyPr anchor="t">
            <a:normAutofit/>
          </a:bodyPr>
          <a:lstStyle>
            <a:lvl1pPr>
              <a:lnSpc>
                <a:spcPct val="120000"/>
              </a:lnSpc>
              <a:defRPr sz="2800"/>
            </a:lvl1pPr>
          </a:lstStyle>
          <a:p>
            <a:r>
              <a:rPr lang="en-US"/>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330952" y="1344168"/>
            <a:ext cx="5486400" cy="4581144"/>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p>
        </p:txBody>
      </p:sp>
      <p:sp>
        <p:nvSpPr>
          <p:cNvPr id="7" name="Footer Placeholder 6">
            <a:extLst>
              <a:ext uri="{FF2B5EF4-FFF2-40B4-BE49-F238E27FC236}">
                <a16:creationId xmlns:a16="http://schemas.microsoft.com/office/drawing/2014/main" id="{34BCAAF6-AC06-E7D8-D0C6-D9D520E07E69}"/>
              </a:ext>
            </a:extLst>
          </p:cNvPr>
          <p:cNvSpPr>
            <a:spLocks noGrp="1"/>
          </p:cNvSpPr>
          <p:nvPr>
            <p:ph type="ftr" sz="quarter" idx="15"/>
          </p:nvPr>
        </p:nvSpPr>
        <p:spPr>
          <a:xfrm rot="5400000">
            <a:off x="10469880" y="1609344"/>
            <a:ext cx="2670048" cy="365760"/>
          </a:xfrm>
          <a:prstGeom prst="rect">
            <a:avLst/>
          </a:prstGeom>
        </p:spPr>
        <p:txBody>
          <a:bodyPr/>
          <a:lstStyle/>
          <a:p>
            <a:pPr algn="r"/>
            <a:r>
              <a:rPr lang="en-US"/>
              <a:t>Sample Footer Text</a:t>
            </a:r>
          </a:p>
        </p:txBody>
      </p:sp>
      <p:sp>
        <p:nvSpPr>
          <p:cNvPr id="9" name="Slide Number Placeholder 8">
            <a:extLst>
              <a:ext uri="{FF2B5EF4-FFF2-40B4-BE49-F238E27FC236}">
                <a16:creationId xmlns:a16="http://schemas.microsoft.com/office/drawing/2014/main" id="{73D48925-A360-AD49-BC43-5262EA064BDC}"/>
              </a:ext>
            </a:extLst>
          </p:cNvPr>
          <p:cNvSpPr>
            <a:spLocks noGrp="1"/>
          </p:cNvSpPr>
          <p:nvPr>
            <p:ph type="sldNum" sz="quarter" idx="16"/>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a:p>
        </p:txBody>
      </p:sp>
      <p:sp>
        <p:nvSpPr>
          <p:cNvPr id="3" name="Date Placeholder 2">
            <a:extLst>
              <a:ext uri="{FF2B5EF4-FFF2-40B4-BE49-F238E27FC236}">
                <a16:creationId xmlns:a16="http://schemas.microsoft.com/office/drawing/2014/main" id="{78585171-F384-B8C1-2D82-898DAB291C88}"/>
              </a:ext>
            </a:extLst>
          </p:cNvPr>
          <p:cNvSpPr>
            <a:spLocks noGrp="1"/>
          </p:cNvSpPr>
          <p:nvPr>
            <p:ph type="dt" sz="half" idx="14"/>
          </p:nvPr>
        </p:nvSpPr>
        <p:spPr>
          <a:xfrm rot="5400000">
            <a:off x="10469880" y="4892040"/>
            <a:ext cx="2670048" cy="365760"/>
          </a:xfrm>
          <a:prstGeom prst="rect">
            <a:avLst/>
          </a:prstGeom>
        </p:spPr>
        <p:txBody>
          <a:bodyPr/>
          <a:lstStyle/>
          <a:p>
            <a:fld id="{8C1E04B3-6EFC-4A78-AA6A-60832F17CF00}" type="datetime4">
              <a:rPr lang="en-US" smtClean="0"/>
              <a:t>September 1, 2025</a:t>
            </a:fld>
            <a:endParaRPr lang="en-US"/>
          </a:p>
        </p:txBody>
      </p:sp>
    </p:spTree>
    <p:extLst>
      <p:ext uri="{BB962C8B-B14F-4D97-AF65-F5344CB8AC3E}">
        <p14:creationId xmlns:p14="http://schemas.microsoft.com/office/powerpoint/2010/main" val="236558683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Content 6">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4E3C4E9-3EF9-F1D7-9682-F8F8A212835E}"/>
              </a:ext>
              <a:ext uri="{C183D7F6-B498-43B3-948B-1728B52AA6E4}">
                <adec:decorative xmlns:adec="http://schemas.microsoft.com/office/drawing/2017/decorative" val="1"/>
              </a:ext>
            </a:extLst>
          </p:cNvPr>
          <p:cNvSpPr/>
          <p:nvPr/>
        </p:nvSpPr>
        <p:spPr>
          <a:xfrm>
            <a:off x="0" y="0"/>
            <a:ext cx="6096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6" name="Oval 5">
            <a:extLst>
              <a:ext uri="{FF2B5EF4-FFF2-40B4-BE49-F238E27FC236}">
                <a16:creationId xmlns:a16="http://schemas.microsoft.com/office/drawing/2014/main" id="{E6D9E92F-86F7-70EE-6794-AB1238672DBD}"/>
              </a:ext>
              <a:ext uri="{C183D7F6-B498-43B3-948B-1728B52AA6E4}">
                <adec:decorative xmlns:adec="http://schemas.microsoft.com/office/drawing/2017/decorative" val="1"/>
              </a:ext>
            </a:extLst>
          </p:cNvPr>
          <p:cNvSpPr/>
          <p:nvPr/>
        </p:nvSpPr>
        <p:spPr>
          <a:xfrm>
            <a:off x="733197" y="1113411"/>
            <a:ext cx="4629606" cy="4629606"/>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42416" y="2286000"/>
            <a:ext cx="3968496" cy="2286000"/>
          </a:xfrm>
          <a:prstGeom prst="rect">
            <a:avLst/>
          </a:prstGeom>
        </p:spPr>
        <p:txBody>
          <a:bodyPr anchor="ctr">
            <a:normAutofit/>
          </a:bodyPr>
          <a:lstStyle>
            <a:lvl1pPr algn="ctr">
              <a:lnSpc>
                <a:spcPct val="120000"/>
              </a:lnSpc>
              <a:defRPr sz="2800"/>
            </a:lvl1p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6830568" y="758952"/>
            <a:ext cx="4398264" cy="5330952"/>
          </a:xfrm>
          <a:prstGeom prst="rect">
            <a:avLst/>
          </a:prstGeom>
        </p:spPr>
        <p:txBody>
          <a:bodyPr vert="horz" lIns="91440" tIns="45720" rIns="91440" bIns="45720" rtlCol="0" anchor="ctr">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p>
        </p:txBody>
      </p:sp>
      <p:sp>
        <p:nvSpPr>
          <p:cNvPr id="14" name="Footer Placeholder 13">
            <a:extLst>
              <a:ext uri="{FF2B5EF4-FFF2-40B4-BE49-F238E27FC236}">
                <a16:creationId xmlns:a16="http://schemas.microsoft.com/office/drawing/2014/main" id="{6B6EFBAA-5DC1-29BB-5E7C-D3161CE848C9}"/>
              </a:ext>
            </a:extLst>
          </p:cNvPr>
          <p:cNvSpPr>
            <a:spLocks noGrp="1"/>
          </p:cNvSpPr>
          <p:nvPr>
            <p:ph type="ftr" sz="quarter" idx="15"/>
          </p:nvPr>
        </p:nvSpPr>
        <p:spPr>
          <a:xfrm rot="5400000">
            <a:off x="10469880" y="1609344"/>
            <a:ext cx="2670048" cy="365760"/>
          </a:xfrm>
          <a:prstGeom prst="rect">
            <a:avLst/>
          </a:prstGeom>
        </p:spPr>
        <p:txBody>
          <a:bodyPr/>
          <a:lstStyle/>
          <a:p>
            <a:pPr algn="r"/>
            <a:r>
              <a:rPr lang="en-US"/>
              <a:t>Sample Footer Text</a:t>
            </a:r>
          </a:p>
        </p:txBody>
      </p:sp>
      <p:sp>
        <p:nvSpPr>
          <p:cNvPr id="15" name="Slide Number Placeholder 14">
            <a:extLst>
              <a:ext uri="{FF2B5EF4-FFF2-40B4-BE49-F238E27FC236}">
                <a16:creationId xmlns:a16="http://schemas.microsoft.com/office/drawing/2014/main" id="{2AB4F126-3659-1B8C-0217-AAEB427F481F}"/>
              </a:ext>
            </a:extLst>
          </p:cNvPr>
          <p:cNvSpPr>
            <a:spLocks noGrp="1"/>
          </p:cNvSpPr>
          <p:nvPr>
            <p:ph type="sldNum" sz="quarter" idx="16"/>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a:p>
        </p:txBody>
      </p:sp>
      <p:sp>
        <p:nvSpPr>
          <p:cNvPr id="13" name="Date Placeholder 12">
            <a:extLst>
              <a:ext uri="{FF2B5EF4-FFF2-40B4-BE49-F238E27FC236}">
                <a16:creationId xmlns:a16="http://schemas.microsoft.com/office/drawing/2014/main" id="{C5560928-8A30-5E32-D337-B8F5011C0680}"/>
              </a:ext>
            </a:extLst>
          </p:cNvPr>
          <p:cNvSpPr>
            <a:spLocks noGrp="1"/>
          </p:cNvSpPr>
          <p:nvPr>
            <p:ph type="dt" sz="half" idx="14"/>
          </p:nvPr>
        </p:nvSpPr>
        <p:spPr>
          <a:xfrm rot="5400000">
            <a:off x="10469880" y="4892040"/>
            <a:ext cx="2670048" cy="365760"/>
          </a:xfrm>
          <a:prstGeom prst="rect">
            <a:avLst/>
          </a:prstGeom>
        </p:spPr>
        <p:txBody>
          <a:bodyPr/>
          <a:lstStyle/>
          <a:p>
            <a:fld id="{56C8F4CF-B70B-4C15-984E-A2819317B9BC}" type="datetime4">
              <a:rPr lang="en-US" smtClean="0"/>
              <a:t>September 1, 2025</a:t>
            </a:fld>
            <a:endParaRPr lang="en-US"/>
          </a:p>
        </p:txBody>
      </p:sp>
    </p:spTree>
    <p:extLst>
      <p:ext uri="{BB962C8B-B14F-4D97-AF65-F5344CB8AC3E}">
        <p14:creationId xmlns:p14="http://schemas.microsoft.com/office/powerpoint/2010/main" val="380940850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itle, Content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124711" y="1042416"/>
            <a:ext cx="8778239" cy="859536"/>
          </a:xfrm>
          <a:prstGeom prst="rect">
            <a:avLst/>
          </a:prstGeom>
        </p:spPr>
        <p:txBody>
          <a:bodyPr anchor="b">
            <a:normAutofit/>
          </a:bodyPr>
          <a:lstStyle>
            <a:lvl1pPr>
              <a:lnSpc>
                <a:spcPct val="120000"/>
              </a:lnSpc>
              <a:defRPr sz="2800"/>
            </a:lvl1pPr>
          </a:lstStyle>
          <a:p>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1124712" y="2286000"/>
            <a:ext cx="8778240" cy="3858768"/>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p>
        </p:txBody>
      </p:sp>
      <p:sp>
        <p:nvSpPr>
          <p:cNvPr id="7" name="Footer Placeholder 6">
            <a:extLst>
              <a:ext uri="{FF2B5EF4-FFF2-40B4-BE49-F238E27FC236}">
                <a16:creationId xmlns:a16="http://schemas.microsoft.com/office/drawing/2014/main" id="{D61483D3-774D-9D68-68CB-5A937232274F}"/>
              </a:ext>
            </a:extLst>
          </p:cNvPr>
          <p:cNvSpPr>
            <a:spLocks noGrp="1"/>
          </p:cNvSpPr>
          <p:nvPr>
            <p:ph type="ftr" sz="quarter" idx="15"/>
          </p:nvPr>
        </p:nvSpPr>
        <p:spPr>
          <a:xfrm rot="5400000">
            <a:off x="10469880" y="1609344"/>
            <a:ext cx="2670048" cy="365760"/>
          </a:xfrm>
          <a:prstGeom prst="rect">
            <a:avLst/>
          </a:prstGeom>
        </p:spPr>
        <p:txBody>
          <a:bodyPr/>
          <a:lstStyle/>
          <a:p>
            <a:pPr algn="r"/>
            <a:r>
              <a:rPr lang="en-US"/>
              <a:t>Sample Footer Text</a:t>
            </a:r>
          </a:p>
        </p:txBody>
      </p:sp>
      <p:sp>
        <p:nvSpPr>
          <p:cNvPr id="9" name="Slide Number Placeholder 8">
            <a:extLst>
              <a:ext uri="{FF2B5EF4-FFF2-40B4-BE49-F238E27FC236}">
                <a16:creationId xmlns:a16="http://schemas.microsoft.com/office/drawing/2014/main" id="{C1048750-D97F-4F3E-349E-380EE5D3BD60}"/>
              </a:ext>
            </a:extLst>
          </p:cNvPr>
          <p:cNvSpPr>
            <a:spLocks noGrp="1"/>
          </p:cNvSpPr>
          <p:nvPr>
            <p:ph type="sldNum" sz="quarter" idx="16"/>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a:p>
        </p:txBody>
      </p:sp>
      <p:sp>
        <p:nvSpPr>
          <p:cNvPr id="3" name="Date Placeholder 2">
            <a:extLst>
              <a:ext uri="{FF2B5EF4-FFF2-40B4-BE49-F238E27FC236}">
                <a16:creationId xmlns:a16="http://schemas.microsoft.com/office/drawing/2014/main" id="{1AB169CA-5488-CD07-6516-947BBA28AB35}"/>
              </a:ext>
            </a:extLst>
          </p:cNvPr>
          <p:cNvSpPr>
            <a:spLocks noGrp="1"/>
          </p:cNvSpPr>
          <p:nvPr>
            <p:ph type="dt" sz="half" idx="14"/>
          </p:nvPr>
        </p:nvSpPr>
        <p:spPr>
          <a:xfrm rot="5400000">
            <a:off x="10469880" y="4892040"/>
            <a:ext cx="2670048" cy="365760"/>
          </a:xfrm>
          <a:prstGeom prst="rect">
            <a:avLst/>
          </a:prstGeom>
        </p:spPr>
        <p:txBody>
          <a:bodyPr/>
          <a:lstStyle/>
          <a:p>
            <a:fld id="{EFC9B9E8-80AD-45CC-95E9-27F5BB7F39C8}" type="datetime4">
              <a:rPr lang="en-US" smtClean="0"/>
              <a:t>September 1, 2025</a:t>
            </a:fld>
            <a:endParaRPr lang="en-US"/>
          </a:p>
        </p:txBody>
      </p:sp>
    </p:spTree>
    <p:extLst>
      <p:ext uri="{BB962C8B-B14F-4D97-AF65-F5344CB8AC3E}">
        <p14:creationId xmlns:p14="http://schemas.microsoft.com/office/powerpoint/2010/main" val="331389157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Content 8">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4E3C4E9-3EF9-F1D7-9682-F8F8A212835E}"/>
              </a:ext>
              <a:ext uri="{C183D7F6-B498-43B3-948B-1728B52AA6E4}">
                <adec:decorative xmlns:adec="http://schemas.microsoft.com/office/drawing/2017/decorative" val="1"/>
              </a:ext>
            </a:extLst>
          </p:cNvPr>
          <p:cNvSpPr/>
          <p:nvPr/>
        </p:nvSpPr>
        <p:spPr>
          <a:xfrm>
            <a:off x="0" y="0"/>
            <a:ext cx="4050792"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200" y="1700784"/>
            <a:ext cx="3127248" cy="3447288"/>
          </a:xfrm>
          <a:prstGeom prst="rect">
            <a:avLst/>
          </a:prstGeom>
        </p:spPr>
        <p:txBody>
          <a:bodyPr anchor="ctr">
            <a:normAutofit/>
          </a:bodyPr>
          <a:lstStyle>
            <a:lvl1pPr algn="ctr">
              <a:lnSpc>
                <a:spcPct val="120000"/>
              </a:lnSpc>
              <a:defRPr sz="2800">
                <a:solidFill>
                  <a:schemeClr val="bg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4782312" y="758952"/>
            <a:ext cx="6419088" cy="5330952"/>
          </a:xfrm>
          <a:prstGeom prst="rect">
            <a:avLst/>
          </a:prstGeom>
        </p:spPr>
        <p:txBody>
          <a:bodyPr vert="horz" lIns="91440" tIns="45720" rIns="91440" bIns="45720" rtlCol="0" anchor="ctr">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p>
        </p:txBody>
      </p:sp>
      <p:sp>
        <p:nvSpPr>
          <p:cNvPr id="14" name="Footer Placeholder 13">
            <a:extLst>
              <a:ext uri="{FF2B5EF4-FFF2-40B4-BE49-F238E27FC236}">
                <a16:creationId xmlns:a16="http://schemas.microsoft.com/office/drawing/2014/main" id="{6B6EFBAA-5DC1-29BB-5E7C-D3161CE848C9}"/>
              </a:ext>
            </a:extLst>
          </p:cNvPr>
          <p:cNvSpPr>
            <a:spLocks noGrp="1"/>
          </p:cNvSpPr>
          <p:nvPr>
            <p:ph type="ftr" sz="quarter" idx="15"/>
          </p:nvPr>
        </p:nvSpPr>
        <p:spPr>
          <a:xfrm rot="5400000">
            <a:off x="10469880" y="1609344"/>
            <a:ext cx="2670048" cy="365760"/>
          </a:xfrm>
          <a:prstGeom prst="rect">
            <a:avLst/>
          </a:prstGeom>
        </p:spPr>
        <p:txBody>
          <a:bodyPr/>
          <a:lstStyle/>
          <a:p>
            <a:pPr algn="r"/>
            <a:r>
              <a:rPr lang="en-US"/>
              <a:t>Sample Footer Text</a:t>
            </a:r>
          </a:p>
        </p:txBody>
      </p:sp>
      <p:sp>
        <p:nvSpPr>
          <p:cNvPr id="15" name="Slide Number Placeholder 14">
            <a:extLst>
              <a:ext uri="{FF2B5EF4-FFF2-40B4-BE49-F238E27FC236}">
                <a16:creationId xmlns:a16="http://schemas.microsoft.com/office/drawing/2014/main" id="{2AB4F126-3659-1B8C-0217-AAEB427F481F}"/>
              </a:ext>
            </a:extLst>
          </p:cNvPr>
          <p:cNvSpPr>
            <a:spLocks noGrp="1"/>
          </p:cNvSpPr>
          <p:nvPr>
            <p:ph type="sldNum" sz="quarter" idx="16"/>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a:p>
        </p:txBody>
      </p:sp>
      <p:sp>
        <p:nvSpPr>
          <p:cNvPr id="13" name="Date Placeholder 12">
            <a:extLst>
              <a:ext uri="{FF2B5EF4-FFF2-40B4-BE49-F238E27FC236}">
                <a16:creationId xmlns:a16="http://schemas.microsoft.com/office/drawing/2014/main" id="{C5560928-8A30-5E32-D337-B8F5011C0680}"/>
              </a:ext>
            </a:extLst>
          </p:cNvPr>
          <p:cNvSpPr>
            <a:spLocks noGrp="1"/>
          </p:cNvSpPr>
          <p:nvPr>
            <p:ph type="dt" sz="half" idx="14"/>
          </p:nvPr>
        </p:nvSpPr>
        <p:spPr>
          <a:xfrm rot="5400000">
            <a:off x="10469880" y="4892040"/>
            <a:ext cx="2670048" cy="365760"/>
          </a:xfrm>
          <a:prstGeom prst="rect">
            <a:avLst/>
          </a:prstGeom>
        </p:spPr>
        <p:txBody>
          <a:bodyPr/>
          <a:lstStyle/>
          <a:p>
            <a:fld id="{975AFCBC-EAEB-42CB-8D24-30DB5DBF59BF}" type="datetime4">
              <a:rPr lang="en-US" smtClean="0"/>
              <a:t>September 1, 2025</a:t>
            </a:fld>
            <a:endParaRPr lang="en-US"/>
          </a:p>
        </p:txBody>
      </p:sp>
    </p:spTree>
    <p:extLst>
      <p:ext uri="{BB962C8B-B14F-4D97-AF65-F5344CB8AC3E}">
        <p14:creationId xmlns:p14="http://schemas.microsoft.com/office/powerpoint/2010/main" val="247853869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itle, Content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48640" y="548640"/>
            <a:ext cx="3026664" cy="4114800"/>
          </a:xfrm>
          <a:prstGeom prst="rect">
            <a:avLst/>
          </a:prstGeom>
        </p:spPr>
        <p:txBody>
          <a:bodyPr anchor="t">
            <a:normAutofit/>
          </a:bodyPr>
          <a:lstStyle>
            <a:lvl1pPr>
              <a:lnSpc>
                <a:spcPct val="120000"/>
              </a:lnSpc>
              <a:defRPr sz="2800"/>
            </a:lvl1pPr>
          </a:lstStyle>
          <a:p>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187952" y="548640"/>
            <a:ext cx="7159752" cy="5952744"/>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p>
        </p:txBody>
      </p:sp>
      <p:sp>
        <p:nvSpPr>
          <p:cNvPr id="7" name="Footer Placeholder 6">
            <a:extLst>
              <a:ext uri="{FF2B5EF4-FFF2-40B4-BE49-F238E27FC236}">
                <a16:creationId xmlns:a16="http://schemas.microsoft.com/office/drawing/2014/main" id="{D61483D3-774D-9D68-68CB-5A937232274F}"/>
              </a:ext>
            </a:extLst>
          </p:cNvPr>
          <p:cNvSpPr>
            <a:spLocks noGrp="1"/>
          </p:cNvSpPr>
          <p:nvPr>
            <p:ph type="ftr" sz="quarter" idx="15"/>
          </p:nvPr>
        </p:nvSpPr>
        <p:spPr>
          <a:xfrm rot="5400000">
            <a:off x="10469880" y="1609344"/>
            <a:ext cx="2670048" cy="365760"/>
          </a:xfrm>
          <a:prstGeom prst="rect">
            <a:avLst/>
          </a:prstGeom>
        </p:spPr>
        <p:txBody>
          <a:bodyPr/>
          <a:lstStyle/>
          <a:p>
            <a:pPr algn="r"/>
            <a:r>
              <a:rPr lang="en-US"/>
              <a:t>Sample Footer Text</a:t>
            </a:r>
          </a:p>
        </p:txBody>
      </p:sp>
      <p:sp>
        <p:nvSpPr>
          <p:cNvPr id="9" name="Slide Number Placeholder 8">
            <a:extLst>
              <a:ext uri="{FF2B5EF4-FFF2-40B4-BE49-F238E27FC236}">
                <a16:creationId xmlns:a16="http://schemas.microsoft.com/office/drawing/2014/main" id="{C1048750-D97F-4F3E-349E-380EE5D3BD60}"/>
              </a:ext>
            </a:extLst>
          </p:cNvPr>
          <p:cNvSpPr>
            <a:spLocks noGrp="1"/>
          </p:cNvSpPr>
          <p:nvPr>
            <p:ph type="sldNum" sz="quarter" idx="16"/>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a:p>
        </p:txBody>
      </p:sp>
      <p:sp>
        <p:nvSpPr>
          <p:cNvPr id="3" name="Date Placeholder 2">
            <a:extLst>
              <a:ext uri="{FF2B5EF4-FFF2-40B4-BE49-F238E27FC236}">
                <a16:creationId xmlns:a16="http://schemas.microsoft.com/office/drawing/2014/main" id="{1AB169CA-5488-CD07-6516-947BBA28AB35}"/>
              </a:ext>
            </a:extLst>
          </p:cNvPr>
          <p:cNvSpPr>
            <a:spLocks noGrp="1"/>
          </p:cNvSpPr>
          <p:nvPr>
            <p:ph type="dt" sz="half" idx="14"/>
          </p:nvPr>
        </p:nvSpPr>
        <p:spPr>
          <a:xfrm rot="5400000">
            <a:off x="10469880" y="4892040"/>
            <a:ext cx="2670048" cy="365760"/>
          </a:xfrm>
          <a:prstGeom prst="rect">
            <a:avLst/>
          </a:prstGeom>
        </p:spPr>
        <p:txBody>
          <a:bodyPr/>
          <a:lstStyle/>
          <a:p>
            <a:fld id="{3C1D2A58-BBFE-4FA3-82C9-F8405E63A9E3}" type="datetime4">
              <a:rPr lang="en-US" smtClean="0"/>
              <a:t>September 1, 2025</a:t>
            </a:fld>
            <a:endParaRPr lang="en-US"/>
          </a:p>
        </p:txBody>
      </p:sp>
    </p:spTree>
    <p:extLst>
      <p:ext uri="{BB962C8B-B14F-4D97-AF65-F5344CB8AC3E}">
        <p14:creationId xmlns:p14="http://schemas.microsoft.com/office/powerpoint/2010/main" val="287220339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itle, Content Photo 1">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F04DE9B-00A7-2020-4385-0B94AAD6AC47}"/>
              </a:ext>
            </a:extLst>
          </p:cNvPr>
          <p:cNvSpPr>
            <a:spLocks noGrp="1"/>
          </p:cNvSpPr>
          <p:nvPr>
            <p:ph type="title"/>
          </p:nvPr>
        </p:nvSpPr>
        <p:spPr>
          <a:xfrm>
            <a:off x="612648" y="758952"/>
            <a:ext cx="6720840" cy="1152144"/>
          </a:xfrm>
          <a:prstGeom prst="rect">
            <a:avLst/>
          </a:prstGeom>
        </p:spPr>
        <p:txBody>
          <a:bodyPr/>
          <a:lstStyle>
            <a:lvl1pPr>
              <a:lnSpc>
                <a:spcPct val="120000"/>
              </a:lnSpc>
              <a:defRPr/>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648" y="2258568"/>
            <a:ext cx="6720840" cy="3950208"/>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p>
        </p:txBody>
      </p:sp>
      <p:sp>
        <p:nvSpPr>
          <p:cNvPr id="4" name="Picture Placeholder 3">
            <a:extLst>
              <a:ext uri="{FF2B5EF4-FFF2-40B4-BE49-F238E27FC236}">
                <a16:creationId xmlns:a16="http://schemas.microsoft.com/office/drawing/2014/main" id="{20535D10-41EB-053D-2D2E-87120111A06A}"/>
              </a:ext>
            </a:extLst>
          </p:cNvPr>
          <p:cNvSpPr>
            <a:spLocks noGrp="1"/>
          </p:cNvSpPr>
          <p:nvPr>
            <p:ph type="pic" sz="quarter" idx="18"/>
          </p:nvPr>
        </p:nvSpPr>
        <p:spPr>
          <a:xfrm>
            <a:off x="8132064" y="758952"/>
            <a:ext cx="3300984" cy="5330952"/>
          </a:xfrm>
          <a:prstGeom prst="rect">
            <a:avLst/>
          </a:prstGeom>
          <a:blipFill>
            <a:blip r:embed="rId2" cstate="screen">
              <a:alphaModFix amt="70000"/>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a:t>Click icon to add picture</a:t>
            </a:r>
          </a:p>
        </p:txBody>
      </p:sp>
      <p:sp>
        <p:nvSpPr>
          <p:cNvPr id="9" name="Footer Placeholder 8">
            <a:extLst>
              <a:ext uri="{FF2B5EF4-FFF2-40B4-BE49-F238E27FC236}">
                <a16:creationId xmlns:a16="http://schemas.microsoft.com/office/drawing/2014/main" id="{124D8FCC-5F89-BD9A-1A9F-45F99E8917AB}"/>
              </a:ext>
            </a:extLst>
          </p:cNvPr>
          <p:cNvSpPr>
            <a:spLocks noGrp="1"/>
          </p:cNvSpPr>
          <p:nvPr>
            <p:ph type="ftr" sz="quarter" idx="16"/>
          </p:nvPr>
        </p:nvSpPr>
        <p:spPr>
          <a:xfrm rot="5400000">
            <a:off x="10469880" y="1609344"/>
            <a:ext cx="2670048" cy="365760"/>
          </a:xfrm>
          <a:prstGeom prst="rect">
            <a:avLst/>
          </a:prstGeom>
        </p:spPr>
        <p:txBody>
          <a:bodyPr/>
          <a:lstStyle>
            <a:lvl1pPr>
              <a:defRPr>
                <a:solidFill>
                  <a:schemeClr val="tx1"/>
                </a:solidFill>
                <a:effectLst/>
              </a:defRPr>
            </a:lvl1pPr>
          </a:lstStyle>
          <a:p>
            <a:pPr algn="r"/>
            <a:r>
              <a:rPr lang="en-US"/>
              <a:t>Sample Footer Text</a:t>
            </a:r>
          </a:p>
        </p:txBody>
      </p:sp>
      <p:sp>
        <p:nvSpPr>
          <p:cNvPr id="10" name="Slide Number Placeholder 9">
            <a:extLst>
              <a:ext uri="{FF2B5EF4-FFF2-40B4-BE49-F238E27FC236}">
                <a16:creationId xmlns:a16="http://schemas.microsoft.com/office/drawing/2014/main" id="{80387031-1FAB-58C5-4405-B9154D8D4EFB}"/>
              </a:ext>
            </a:extLst>
          </p:cNvPr>
          <p:cNvSpPr>
            <a:spLocks noGrp="1"/>
          </p:cNvSpPr>
          <p:nvPr>
            <p:ph type="sldNum" sz="quarter" idx="17"/>
          </p:nvPr>
        </p:nvSpPr>
        <p:spPr>
          <a:xfrm>
            <a:off x="11494008" y="3218688"/>
            <a:ext cx="630936" cy="429768"/>
          </a:xfrm>
          <a:prstGeom prst="rect">
            <a:avLst/>
          </a:prstGeom>
        </p:spPr>
        <p:txBody>
          <a:bodyPr/>
          <a:lstStyle>
            <a:lvl1pPr>
              <a:defRPr>
                <a:solidFill>
                  <a:schemeClr val="tx1"/>
                </a:solidFill>
                <a:effectLst/>
              </a:defRPr>
            </a:lvl1pPr>
          </a:lstStyle>
          <a:p>
            <a:pPr algn="ctr"/>
            <a:fld id="{CC057153-B650-4DEB-B370-79DDCFDCE934}" type="slidenum">
              <a:rPr lang="en-US" smtClean="0"/>
              <a:pPr algn="ctr"/>
              <a:t>‹#›</a:t>
            </a:fld>
            <a:endParaRPr lang="en-US"/>
          </a:p>
        </p:txBody>
      </p:sp>
      <p:sp>
        <p:nvSpPr>
          <p:cNvPr id="3" name="Date Placeholder 2">
            <a:extLst>
              <a:ext uri="{FF2B5EF4-FFF2-40B4-BE49-F238E27FC236}">
                <a16:creationId xmlns:a16="http://schemas.microsoft.com/office/drawing/2014/main" id="{43FC80B3-DCFA-D45D-AE8E-A26A743D9695}"/>
              </a:ext>
            </a:extLst>
          </p:cNvPr>
          <p:cNvSpPr>
            <a:spLocks noGrp="1"/>
          </p:cNvSpPr>
          <p:nvPr>
            <p:ph type="dt" sz="half" idx="15"/>
          </p:nvPr>
        </p:nvSpPr>
        <p:spPr>
          <a:xfrm rot="5400000">
            <a:off x="10469880" y="4892040"/>
            <a:ext cx="2670048" cy="365760"/>
          </a:xfrm>
          <a:prstGeom prst="rect">
            <a:avLst/>
          </a:prstGeom>
        </p:spPr>
        <p:txBody>
          <a:bodyPr/>
          <a:lstStyle>
            <a:lvl1pPr>
              <a:defRPr>
                <a:solidFill>
                  <a:schemeClr val="tx1"/>
                </a:solidFill>
                <a:effectLst/>
              </a:defRPr>
            </a:lvl1pPr>
          </a:lstStyle>
          <a:p>
            <a:fld id="{E5591F76-1715-4F67-B3D5-49AB2AC038C7}" type="datetime4">
              <a:rPr lang="en-US" smtClean="0"/>
              <a:t>September 1, 2025</a:t>
            </a:fld>
            <a:endParaRPr lang="en-US"/>
          </a:p>
        </p:txBody>
      </p:sp>
    </p:spTree>
    <p:extLst>
      <p:ext uri="{BB962C8B-B14F-4D97-AF65-F5344CB8AC3E}">
        <p14:creationId xmlns:p14="http://schemas.microsoft.com/office/powerpoint/2010/main" val="338215142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itle, Content Photo 2">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F04DE9B-00A7-2020-4385-0B94AAD6AC47}"/>
              </a:ext>
            </a:extLst>
          </p:cNvPr>
          <p:cNvSpPr>
            <a:spLocks noGrp="1"/>
          </p:cNvSpPr>
          <p:nvPr>
            <p:ph type="title"/>
          </p:nvPr>
        </p:nvSpPr>
        <p:spPr>
          <a:xfrm>
            <a:off x="4782312" y="603504"/>
            <a:ext cx="6464808" cy="1307592"/>
          </a:xfrm>
          <a:prstGeom prst="rect">
            <a:avLst/>
          </a:prstGeom>
        </p:spPr>
        <p:txBody>
          <a:bodyPr/>
          <a:lstStyle>
            <a:lvl1pPr>
              <a:lnSpc>
                <a:spcPct val="120000"/>
              </a:lnSpc>
              <a:defRPr/>
            </a:lvl1pPr>
          </a:lstStyle>
          <a:p>
            <a:r>
              <a:rPr lang="en-US"/>
              <a:t>Click to edit Master title style</a:t>
            </a:r>
          </a:p>
        </p:txBody>
      </p:sp>
      <p:sp>
        <p:nvSpPr>
          <p:cNvPr id="4" name="Picture Placeholder 3">
            <a:extLst>
              <a:ext uri="{FF2B5EF4-FFF2-40B4-BE49-F238E27FC236}">
                <a16:creationId xmlns:a16="http://schemas.microsoft.com/office/drawing/2014/main" id="{20535D10-41EB-053D-2D2E-87120111A06A}"/>
              </a:ext>
            </a:extLst>
          </p:cNvPr>
          <p:cNvSpPr>
            <a:spLocks noGrp="1"/>
          </p:cNvSpPr>
          <p:nvPr>
            <p:ph type="pic" sz="quarter" idx="18"/>
          </p:nvPr>
        </p:nvSpPr>
        <p:spPr>
          <a:xfrm>
            <a:off x="0" y="0"/>
            <a:ext cx="4050792" cy="6858000"/>
          </a:xfrm>
          <a:prstGeom prst="rect">
            <a:avLst/>
          </a:prstGeom>
          <a:blipFill>
            <a:blip r:embed="rId2" cstate="screen">
              <a:alphaModFix amt="70000"/>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a:t>Click icon to add picture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782312" y="2258568"/>
            <a:ext cx="6464808" cy="3995928"/>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p>
        </p:txBody>
      </p:sp>
      <p:sp>
        <p:nvSpPr>
          <p:cNvPr id="9" name="Footer Placeholder 8">
            <a:extLst>
              <a:ext uri="{FF2B5EF4-FFF2-40B4-BE49-F238E27FC236}">
                <a16:creationId xmlns:a16="http://schemas.microsoft.com/office/drawing/2014/main" id="{124D8FCC-5F89-BD9A-1A9F-45F99E8917AB}"/>
              </a:ext>
            </a:extLst>
          </p:cNvPr>
          <p:cNvSpPr>
            <a:spLocks noGrp="1"/>
          </p:cNvSpPr>
          <p:nvPr>
            <p:ph type="ftr" sz="quarter" idx="16"/>
          </p:nvPr>
        </p:nvSpPr>
        <p:spPr>
          <a:xfrm rot="5400000">
            <a:off x="10469880" y="1609344"/>
            <a:ext cx="2670048" cy="365760"/>
          </a:xfrm>
          <a:prstGeom prst="rect">
            <a:avLst/>
          </a:prstGeom>
        </p:spPr>
        <p:txBody>
          <a:bodyPr/>
          <a:lstStyle/>
          <a:p>
            <a:pPr algn="r"/>
            <a:r>
              <a:rPr lang="en-US"/>
              <a:t>Sample Footer Text</a:t>
            </a:r>
          </a:p>
        </p:txBody>
      </p:sp>
      <p:sp>
        <p:nvSpPr>
          <p:cNvPr id="10" name="Slide Number Placeholder 9">
            <a:extLst>
              <a:ext uri="{FF2B5EF4-FFF2-40B4-BE49-F238E27FC236}">
                <a16:creationId xmlns:a16="http://schemas.microsoft.com/office/drawing/2014/main" id="{80387031-1FAB-58C5-4405-B9154D8D4EFB}"/>
              </a:ext>
            </a:extLst>
          </p:cNvPr>
          <p:cNvSpPr>
            <a:spLocks noGrp="1"/>
          </p:cNvSpPr>
          <p:nvPr>
            <p:ph type="sldNum" sz="quarter" idx="17"/>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a:p>
        </p:txBody>
      </p:sp>
      <p:sp>
        <p:nvSpPr>
          <p:cNvPr id="3" name="Date Placeholder 2">
            <a:extLst>
              <a:ext uri="{FF2B5EF4-FFF2-40B4-BE49-F238E27FC236}">
                <a16:creationId xmlns:a16="http://schemas.microsoft.com/office/drawing/2014/main" id="{43FC80B3-DCFA-D45D-AE8E-A26A743D9695}"/>
              </a:ext>
            </a:extLst>
          </p:cNvPr>
          <p:cNvSpPr>
            <a:spLocks noGrp="1"/>
          </p:cNvSpPr>
          <p:nvPr>
            <p:ph type="dt" sz="half" idx="15"/>
          </p:nvPr>
        </p:nvSpPr>
        <p:spPr>
          <a:xfrm rot="5400000">
            <a:off x="10469880" y="4892040"/>
            <a:ext cx="2670048" cy="365760"/>
          </a:xfrm>
          <a:prstGeom prst="rect">
            <a:avLst/>
          </a:prstGeom>
        </p:spPr>
        <p:txBody>
          <a:bodyPr/>
          <a:lstStyle/>
          <a:p>
            <a:fld id="{60B1AB68-E524-45F3-BDEF-1171DB6F8FE2}" type="datetime4">
              <a:rPr lang="en-US" smtClean="0"/>
              <a:t>September 1, 2025</a:t>
            </a:fld>
            <a:endParaRPr lang="en-US"/>
          </a:p>
        </p:txBody>
      </p:sp>
    </p:spTree>
    <p:extLst>
      <p:ext uri="{BB962C8B-B14F-4D97-AF65-F5344CB8AC3E}">
        <p14:creationId xmlns:p14="http://schemas.microsoft.com/office/powerpoint/2010/main" val="425345289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itle, Content Photo 3">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F04DE9B-00A7-2020-4385-0B94AAD6AC47}"/>
              </a:ext>
            </a:extLst>
          </p:cNvPr>
          <p:cNvSpPr>
            <a:spLocks noGrp="1"/>
          </p:cNvSpPr>
          <p:nvPr>
            <p:ph type="title"/>
          </p:nvPr>
        </p:nvSpPr>
        <p:spPr>
          <a:xfrm>
            <a:off x="612647" y="256032"/>
            <a:ext cx="6949439" cy="1124712"/>
          </a:xfrm>
          <a:prstGeom prst="rect">
            <a:avLst/>
          </a:prstGeom>
        </p:spPr>
        <p:txBody>
          <a:bodyPr/>
          <a:lstStyle>
            <a:lvl1pPr>
              <a:lnSpc>
                <a:spcPct val="120000"/>
              </a:lnSpc>
              <a:defRPr/>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648" y="1755648"/>
            <a:ext cx="6949440" cy="4343400"/>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p>
        </p:txBody>
      </p:sp>
      <p:sp>
        <p:nvSpPr>
          <p:cNvPr id="4" name="Picture Placeholder 3">
            <a:extLst>
              <a:ext uri="{FF2B5EF4-FFF2-40B4-BE49-F238E27FC236}">
                <a16:creationId xmlns:a16="http://schemas.microsoft.com/office/drawing/2014/main" id="{A7C02181-FA39-ABBD-5759-8846E0FE79F6}"/>
              </a:ext>
            </a:extLst>
          </p:cNvPr>
          <p:cNvSpPr>
            <a:spLocks noGrp="1"/>
          </p:cNvSpPr>
          <p:nvPr>
            <p:ph type="pic" sz="quarter" idx="18"/>
          </p:nvPr>
        </p:nvSpPr>
        <p:spPr>
          <a:xfrm>
            <a:off x="8129016" y="758952"/>
            <a:ext cx="3300984" cy="5330952"/>
          </a:xfrm>
          <a:prstGeom prst="rect">
            <a:avLst/>
          </a:prstGeom>
          <a:blipFill>
            <a:blip r:embed="rId2" cstate="screen">
              <a:alphaModFix amt="70000"/>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a:t>Click icon to add picture</a:t>
            </a:r>
          </a:p>
        </p:txBody>
      </p:sp>
      <p:sp>
        <p:nvSpPr>
          <p:cNvPr id="9" name="Footer Placeholder 8">
            <a:extLst>
              <a:ext uri="{FF2B5EF4-FFF2-40B4-BE49-F238E27FC236}">
                <a16:creationId xmlns:a16="http://schemas.microsoft.com/office/drawing/2014/main" id="{124D8FCC-5F89-BD9A-1A9F-45F99E8917AB}"/>
              </a:ext>
            </a:extLst>
          </p:cNvPr>
          <p:cNvSpPr>
            <a:spLocks noGrp="1"/>
          </p:cNvSpPr>
          <p:nvPr>
            <p:ph type="ftr" sz="quarter" idx="16"/>
          </p:nvPr>
        </p:nvSpPr>
        <p:spPr>
          <a:xfrm rot="5400000">
            <a:off x="10469880" y="1609344"/>
            <a:ext cx="2670048" cy="365760"/>
          </a:xfrm>
          <a:prstGeom prst="rect">
            <a:avLst/>
          </a:prstGeom>
        </p:spPr>
        <p:txBody>
          <a:bodyPr/>
          <a:lstStyle/>
          <a:p>
            <a:pPr algn="r"/>
            <a:r>
              <a:rPr lang="en-US"/>
              <a:t>Sample Footer Text</a:t>
            </a:r>
          </a:p>
        </p:txBody>
      </p:sp>
      <p:sp>
        <p:nvSpPr>
          <p:cNvPr id="10" name="Slide Number Placeholder 9">
            <a:extLst>
              <a:ext uri="{FF2B5EF4-FFF2-40B4-BE49-F238E27FC236}">
                <a16:creationId xmlns:a16="http://schemas.microsoft.com/office/drawing/2014/main" id="{80387031-1FAB-58C5-4405-B9154D8D4EFB}"/>
              </a:ext>
            </a:extLst>
          </p:cNvPr>
          <p:cNvSpPr>
            <a:spLocks noGrp="1"/>
          </p:cNvSpPr>
          <p:nvPr>
            <p:ph type="sldNum" sz="quarter" idx="17"/>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a:p>
        </p:txBody>
      </p:sp>
      <p:sp>
        <p:nvSpPr>
          <p:cNvPr id="3" name="Date Placeholder 2">
            <a:extLst>
              <a:ext uri="{FF2B5EF4-FFF2-40B4-BE49-F238E27FC236}">
                <a16:creationId xmlns:a16="http://schemas.microsoft.com/office/drawing/2014/main" id="{43FC80B3-DCFA-D45D-AE8E-A26A743D9695}"/>
              </a:ext>
            </a:extLst>
          </p:cNvPr>
          <p:cNvSpPr>
            <a:spLocks noGrp="1"/>
          </p:cNvSpPr>
          <p:nvPr>
            <p:ph type="dt" sz="half" idx="15"/>
          </p:nvPr>
        </p:nvSpPr>
        <p:spPr>
          <a:xfrm rot="5400000">
            <a:off x="10469880" y="4892040"/>
            <a:ext cx="2670048" cy="365760"/>
          </a:xfrm>
          <a:prstGeom prst="rect">
            <a:avLst/>
          </a:prstGeom>
        </p:spPr>
        <p:txBody>
          <a:bodyPr/>
          <a:lstStyle/>
          <a:p>
            <a:fld id="{B656B529-8CC8-41AF-B3B9-5F6CBDD653EB}" type="datetime4">
              <a:rPr lang="en-US" smtClean="0"/>
              <a:t>September 1, 2025</a:t>
            </a:fld>
            <a:endParaRPr lang="en-US"/>
          </a:p>
        </p:txBody>
      </p:sp>
    </p:spTree>
    <p:extLst>
      <p:ext uri="{BB962C8B-B14F-4D97-AF65-F5344CB8AC3E}">
        <p14:creationId xmlns:p14="http://schemas.microsoft.com/office/powerpoint/2010/main" val="292466886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itle, Content Photo 4">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F04DE9B-00A7-2020-4385-0B94AAD6AC47}"/>
              </a:ext>
            </a:extLst>
          </p:cNvPr>
          <p:cNvSpPr>
            <a:spLocks noGrp="1"/>
          </p:cNvSpPr>
          <p:nvPr>
            <p:ph type="title"/>
          </p:nvPr>
        </p:nvSpPr>
        <p:spPr>
          <a:xfrm>
            <a:off x="612648" y="674914"/>
            <a:ext cx="4544568" cy="1228925"/>
          </a:xfrm>
          <a:prstGeom prst="rect">
            <a:avLst/>
          </a:prstGeom>
        </p:spPr>
        <p:txBody>
          <a:bodyPr/>
          <a:lstStyle>
            <a:lvl1pPr>
              <a:lnSpc>
                <a:spcPct val="120000"/>
              </a:lnSpc>
              <a:defRPr/>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648" y="2258568"/>
            <a:ext cx="4544568" cy="3950208"/>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p>
        </p:txBody>
      </p:sp>
      <p:sp>
        <p:nvSpPr>
          <p:cNvPr id="14" name="Picture Placeholder 13">
            <a:extLst>
              <a:ext uri="{FF2B5EF4-FFF2-40B4-BE49-F238E27FC236}">
                <a16:creationId xmlns:a16="http://schemas.microsoft.com/office/drawing/2014/main" id="{ADB4AEC6-2EA4-A5BD-A76D-1C38CE894EC0}"/>
              </a:ext>
            </a:extLst>
          </p:cNvPr>
          <p:cNvSpPr>
            <a:spLocks noGrp="1"/>
          </p:cNvSpPr>
          <p:nvPr>
            <p:ph type="pic" sz="quarter" idx="18"/>
          </p:nvPr>
        </p:nvSpPr>
        <p:spPr>
          <a:xfrm>
            <a:off x="5958293" y="750863"/>
            <a:ext cx="5358384" cy="5358384"/>
          </a:xfrm>
          <a:custGeom>
            <a:avLst/>
            <a:gdLst>
              <a:gd name="connsiteX0" fmla="*/ 2679192 w 5358384"/>
              <a:gd name="connsiteY0" fmla="*/ 0 h 5358384"/>
              <a:gd name="connsiteX1" fmla="*/ 5358384 w 5358384"/>
              <a:gd name="connsiteY1" fmla="*/ 2679192 h 5358384"/>
              <a:gd name="connsiteX2" fmla="*/ 2679192 w 5358384"/>
              <a:gd name="connsiteY2" fmla="*/ 5358384 h 5358384"/>
              <a:gd name="connsiteX3" fmla="*/ 0 w 5358384"/>
              <a:gd name="connsiteY3" fmla="*/ 2679192 h 5358384"/>
              <a:gd name="connsiteX4" fmla="*/ 2679192 w 5358384"/>
              <a:gd name="connsiteY4" fmla="*/ 0 h 53583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58384" h="5358384">
                <a:moveTo>
                  <a:pt x="2679192" y="0"/>
                </a:moveTo>
                <a:cubicBezTo>
                  <a:pt x="4158869" y="0"/>
                  <a:pt x="5358384" y="1199515"/>
                  <a:pt x="5358384" y="2679192"/>
                </a:cubicBezTo>
                <a:cubicBezTo>
                  <a:pt x="5358384" y="4158869"/>
                  <a:pt x="4158869" y="5358384"/>
                  <a:pt x="2679192" y="5358384"/>
                </a:cubicBezTo>
                <a:cubicBezTo>
                  <a:pt x="1199515" y="5358384"/>
                  <a:pt x="0" y="4158869"/>
                  <a:pt x="0" y="2679192"/>
                </a:cubicBezTo>
                <a:cubicBezTo>
                  <a:pt x="0" y="1199515"/>
                  <a:pt x="1199515" y="0"/>
                  <a:pt x="2679192" y="0"/>
                </a:cubicBezTo>
                <a:close/>
              </a:path>
            </a:pathLst>
          </a:custGeom>
          <a:blipFill dpi="0" rotWithShape="1">
            <a:blip r:embed="rId2" cstate="screen">
              <a:alphaModFix amt="70000"/>
              <a:extLst>
                <a:ext uri="{28A0092B-C50C-407E-A947-70E740481C1C}">
                  <a14:useLocalDpi xmlns:a14="http://schemas.microsoft.com/office/drawing/2010/main"/>
                </a:ext>
              </a:extLst>
            </a:blip>
            <a:srcRect/>
            <a:stretch>
              <a:fillRect/>
            </a:stretch>
          </a:blipFill>
        </p:spPr>
        <p:txBody>
          <a:bodyPr wrap="square">
            <a:noAutofit/>
          </a:bodyPr>
          <a:lstStyle>
            <a:lvl1pPr marL="0" indent="0">
              <a:buNone/>
              <a:defRPr/>
            </a:lvl1pPr>
          </a:lstStyle>
          <a:p>
            <a:r>
              <a:rPr lang="en-US"/>
              <a:t>Click icon to add picture</a:t>
            </a:r>
          </a:p>
        </p:txBody>
      </p:sp>
      <p:sp>
        <p:nvSpPr>
          <p:cNvPr id="9" name="Footer Placeholder 8">
            <a:extLst>
              <a:ext uri="{FF2B5EF4-FFF2-40B4-BE49-F238E27FC236}">
                <a16:creationId xmlns:a16="http://schemas.microsoft.com/office/drawing/2014/main" id="{124D8FCC-5F89-BD9A-1A9F-45F99E8917AB}"/>
              </a:ext>
            </a:extLst>
          </p:cNvPr>
          <p:cNvSpPr>
            <a:spLocks noGrp="1"/>
          </p:cNvSpPr>
          <p:nvPr>
            <p:ph type="ftr" sz="quarter" idx="16"/>
          </p:nvPr>
        </p:nvSpPr>
        <p:spPr>
          <a:xfrm rot="5400000">
            <a:off x="10469880" y="1609344"/>
            <a:ext cx="2670048" cy="365760"/>
          </a:xfrm>
          <a:prstGeom prst="rect">
            <a:avLst/>
          </a:prstGeom>
        </p:spPr>
        <p:txBody>
          <a:bodyPr/>
          <a:lstStyle/>
          <a:p>
            <a:pPr algn="r"/>
            <a:r>
              <a:rPr lang="en-US"/>
              <a:t>Sample Footer Text</a:t>
            </a:r>
          </a:p>
        </p:txBody>
      </p:sp>
      <p:sp>
        <p:nvSpPr>
          <p:cNvPr id="10" name="Slide Number Placeholder 9">
            <a:extLst>
              <a:ext uri="{FF2B5EF4-FFF2-40B4-BE49-F238E27FC236}">
                <a16:creationId xmlns:a16="http://schemas.microsoft.com/office/drawing/2014/main" id="{80387031-1FAB-58C5-4405-B9154D8D4EFB}"/>
              </a:ext>
            </a:extLst>
          </p:cNvPr>
          <p:cNvSpPr>
            <a:spLocks noGrp="1"/>
          </p:cNvSpPr>
          <p:nvPr>
            <p:ph type="sldNum" sz="quarter" idx="17"/>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a:p>
        </p:txBody>
      </p:sp>
      <p:sp>
        <p:nvSpPr>
          <p:cNvPr id="3" name="Date Placeholder 2">
            <a:extLst>
              <a:ext uri="{FF2B5EF4-FFF2-40B4-BE49-F238E27FC236}">
                <a16:creationId xmlns:a16="http://schemas.microsoft.com/office/drawing/2014/main" id="{43FC80B3-DCFA-D45D-AE8E-A26A743D9695}"/>
              </a:ext>
            </a:extLst>
          </p:cNvPr>
          <p:cNvSpPr>
            <a:spLocks noGrp="1"/>
          </p:cNvSpPr>
          <p:nvPr>
            <p:ph type="dt" sz="half" idx="15"/>
          </p:nvPr>
        </p:nvSpPr>
        <p:spPr>
          <a:xfrm rot="5400000">
            <a:off x="10469880" y="4892040"/>
            <a:ext cx="2670048" cy="365760"/>
          </a:xfrm>
          <a:prstGeom prst="rect">
            <a:avLst/>
          </a:prstGeom>
        </p:spPr>
        <p:txBody>
          <a:bodyPr/>
          <a:lstStyle/>
          <a:p>
            <a:fld id="{1E524DE9-A152-4C31-ADCE-A986CED17DA5}" type="datetime4">
              <a:rPr lang="en-US" smtClean="0"/>
              <a:t>September 1, 2025</a:t>
            </a:fld>
            <a:endParaRPr lang="en-US"/>
          </a:p>
        </p:txBody>
      </p:sp>
    </p:spTree>
    <p:extLst>
      <p:ext uri="{BB962C8B-B14F-4D97-AF65-F5344CB8AC3E}">
        <p14:creationId xmlns:p14="http://schemas.microsoft.com/office/powerpoint/2010/main" val="317563746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itle, Content Photo 5">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F04DE9B-00A7-2020-4385-0B94AAD6AC47}"/>
              </a:ext>
            </a:extLst>
          </p:cNvPr>
          <p:cNvSpPr>
            <a:spLocks noGrp="1"/>
          </p:cNvSpPr>
          <p:nvPr>
            <p:ph type="title"/>
          </p:nvPr>
        </p:nvSpPr>
        <p:spPr>
          <a:xfrm>
            <a:off x="612648" y="758952"/>
            <a:ext cx="5477256" cy="1143000"/>
          </a:xfrm>
          <a:prstGeom prst="rect">
            <a:avLst/>
          </a:prstGeom>
        </p:spPr>
        <p:txBody>
          <a:bodyPr/>
          <a:lstStyle>
            <a:lvl1pPr>
              <a:lnSpc>
                <a:spcPct val="120000"/>
              </a:lnSpc>
              <a:defRPr/>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648" y="2258568"/>
            <a:ext cx="5330952" cy="3840480"/>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p>
        </p:txBody>
      </p:sp>
      <p:sp>
        <p:nvSpPr>
          <p:cNvPr id="14" name="Picture Placeholder 13">
            <a:extLst>
              <a:ext uri="{FF2B5EF4-FFF2-40B4-BE49-F238E27FC236}">
                <a16:creationId xmlns:a16="http://schemas.microsoft.com/office/drawing/2014/main" id="{ADB4AEC6-2EA4-A5BD-A76D-1C38CE894EC0}"/>
              </a:ext>
            </a:extLst>
          </p:cNvPr>
          <p:cNvSpPr>
            <a:spLocks noGrp="1"/>
          </p:cNvSpPr>
          <p:nvPr>
            <p:ph type="pic" sz="quarter" idx="18"/>
          </p:nvPr>
        </p:nvSpPr>
        <p:spPr>
          <a:xfrm>
            <a:off x="6638544" y="1115568"/>
            <a:ext cx="4626864" cy="4626864"/>
          </a:xfrm>
          <a:custGeom>
            <a:avLst/>
            <a:gdLst>
              <a:gd name="connsiteX0" fmla="*/ 2679192 w 5358384"/>
              <a:gd name="connsiteY0" fmla="*/ 0 h 5358384"/>
              <a:gd name="connsiteX1" fmla="*/ 5358384 w 5358384"/>
              <a:gd name="connsiteY1" fmla="*/ 2679192 h 5358384"/>
              <a:gd name="connsiteX2" fmla="*/ 2679192 w 5358384"/>
              <a:gd name="connsiteY2" fmla="*/ 5358384 h 5358384"/>
              <a:gd name="connsiteX3" fmla="*/ 0 w 5358384"/>
              <a:gd name="connsiteY3" fmla="*/ 2679192 h 5358384"/>
              <a:gd name="connsiteX4" fmla="*/ 2679192 w 5358384"/>
              <a:gd name="connsiteY4" fmla="*/ 0 h 53583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58384" h="5358384">
                <a:moveTo>
                  <a:pt x="2679192" y="0"/>
                </a:moveTo>
                <a:cubicBezTo>
                  <a:pt x="4158869" y="0"/>
                  <a:pt x="5358384" y="1199515"/>
                  <a:pt x="5358384" y="2679192"/>
                </a:cubicBezTo>
                <a:cubicBezTo>
                  <a:pt x="5358384" y="4158869"/>
                  <a:pt x="4158869" y="5358384"/>
                  <a:pt x="2679192" y="5358384"/>
                </a:cubicBezTo>
                <a:cubicBezTo>
                  <a:pt x="1199515" y="5358384"/>
                  <a:pt x="0" y="4158869"/>
                  <a:pt x="0" y="2679192"/>
                </a:cubicBezTo>
                <a:cubicBezTo>
                  <a:pt x="0" y="1199515"/>
                  <a:pt x="1199515" y="0"/>
                  <a:pt x="2679192" y="0"/>
                </a:cubicBezTo>
                <a:close/>
              </a:path>
            </a:pathLst>
          </a:custGeom>
          <a:blipFill>
            <a:blip r:embed="rId2" cstate="screen">
              <a:alphaModFix amt="70000"/>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p>
        </p:txBody>
      </p:sp>
      <p:sp>
        <p:nvSpPr>
          <p:cNvPr id="9" name="Footer Placeholder 8">
            <a:extLst>
              <a:ext uri="{FF2B5EF4-FFF2-40B4-BE49-F238E27FC236}">
                <a16:creationId xmlns:a16="http://schemas.microsoft.com/office/drawing/2014/main" id="{124D8FCC-5F89-BD9A-1A9F-45F99E8917AB}"/>
              </a:ext>
            </a:extLst>
          </p:cNvPr>
          <p:cNvSpPr>
            <a:spLocks noGrp="1"/>
          </p:cNvSpPr>
          <p:nvPr>
            <p:ph type="ftr" sz="quarter" idx="16"/>
          </p:nvPr>
        </p:nvSpPr>
        <p:spPr>
          <a:xfrm rot="5400000">
            <a:off x="10469880" y="1609344"/>
            <a:ext cx="2670048" cy="365760"/>
          </a:xfrm>
          <a:prstGeom prst="rect">
            <a:avLst/>
          </a:prstGeom>
        </p:spPr>
        <p:txBody>
          <a:bodyPr/>
          <a:lstStyle/>
          <a:p>
            <a:pPr algn="r"/>
            <a:r>
              <a:rPr lang="en-US"/>
              <a:t>Sample Footer Text</a:t>
            </a:r>
          </a:p>
        </p:txBody>
      </p:sp>
      <p:sp>
        <p:nvSpPr>
          <p:cNvPr id="10" name="Slide Number Placeholder 9">
            <a:extLst>
              <a:ext uri="{FF2B5EF4-FFF2-40B4-BE49-F238E27FC236}">
                <a16:creationId xmlns:a16="http://schemas.microsoft.com/office/drawing/2014/main" id="{80387031-1FAB-58C5-4405-B9154D8D4EFB}"/>
              </a:ext>
            </a:extLst>
          </p:cNvPr>
          <p:cNvSpPr>
            <a:spLocks noGrp="1"/>
          </p:cNvSpPr>
          <p:nvPr>
            <p:ph type="sldNum" sz="quarter" idx="17"/>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a:p>
        </p:txBody>
      </p:sp>
      <p:sp>
        <p:nvSpPr>
          <p:cNvPr id="3" name="Date Placeholder 2">
            <a:extLst>
              <a:ext uri="{FF2B5EF4-FFF2-40B4-BE49-F238E27FC236}">
                <a16:creationId xmlns:a16="http://schemas.microsoft.com/office/drawing/2014/main" id="{43FC80B3-DCFA-D45D-AE8E-A26A743D9695}"/>
              </a:ext>
            </a:extLst>
          </p:cNvPr>
          <p:cNvSpPr>
            <a:spLocks noGrp="1"/>
          </p:cNvSpPr>
          <p:nvPr>
            <p:ph type="dt" sz="half" idx="15"/>
          </p:nvPr>
        </p:nvSpPr>
        <p:spPr>
          <a:xfrm rot="5400000">
            <a:off x="10469880" y="4892040"/>
            <a:ext cx="2670048" cy="365760"/>
          </a:xfrm>
          <a:prstGeom prst="rect">
            <a:avLst/>
          </a:prstGeom>
        </p:spPr>
        <p:txBody>
          <a:bodyPr/>
          <a:lstStyle/>
          <a:p>
            <a:fld id="{C0AA3DF6-7586-4554-A0A7-5EA6F634DD80}" type="datetime4">
              <a:rPr lang="en-US" smtClean="0"/>
              <a:t>September 1, 2025</a:t>
            </a:fld>
            <a:endParaRPr lang="en-US"/>
          </a:p>
        </p:txBody>
      </p:sp>
    </p:spTree>
    <p:extLst>
      <p:ext uri="{BB962C8B-B14F-4D97-AF65-F5344CB8AC3E}">
        <p14:creationId xmlns:p14="http://schemas.microsoft.com/office/powerpoint/2010/main" val="234757304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itle, Content Photo 6">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F04DE9B-00A7-2020-4385-0B94AAD6AC47}"/>
              </a:ext>
            </a:extLst>
          </p:cNvPr>
          <p:cNvSpPr>
            <a:spLocks noGrp="1"/>
          </p:cNvSpPr>
          <p:nvPr>
            <p:ph type="title"/>
          </p:nvPr>
        </p:nvSpPr>
        <p:spPr>
          <a:xfrm>
            <a:off x="612648" y="758952"/>
            <a:ext cx="10570464" cy="621792"/>
          </a:xfrm>
          <a:prstGeom prst="rect">
            <a:avLst/>
          </a:prstGeom>
        </p:spPr>
        <p:txBody>
          <a:bodyPr/>
          <a:lstStyle>
            <a:lvl1pPr>
              <a:lnSpc>
                <a:spcPct val="120000"/>
              </a:lnSpc>
              <a:defRPr/>
            </a:lvl1pPr>
          </a:lstStyle>
          <a:p>
            <a:r>
              <a:rPr lang="en-US"/>
              <a:t>Click to edit Master title style</a:t>
            </a:r>
          </a:p>
        </p:txBody>
      </p:sp>
      <p:sp>
        <p:nvSpPr>
          <p:cNvPr id="14" name="Picture Placeholder 13">
            <a:extLst>
              <a:ext uri="{FF2B5EF4-FFF2-40B4-BE49-F238E27FC236}">
                <a16:creationId xmlns:a16="http://schemas.microsoft.com/office/drawing/2014/main" id="{ADB4AEC6-2EA4-A5BD-A76D-1C38CE894EC0}"/>
              </a:ext>
            </a:extLst>
          </p:cNvPr>
          <p:cNvSpPr>
            <a:spLocks noGrp="1"/>
          </p:cNvSpPr>
          <p:nvPr>
            <p:ph type="pic" sz="quarter" idx="18"/>
          </p:nvPr>
        </p:nvSpPr>
        <p:spPr>
          <a:xfrm>
            <a:off x="612648" y="1837944"/>
            <a:ext cx="4261104" cy="4261104"/>
          </a:xfrm>
          <a:custGeom>
            <a:avLst/>
            <a:gdLst>
              <a:gd name="connsiteX0" fmla="*/ 2679192 w 5358384"/>
              <a:gd name="connsiteY0" fmla="*/ 0 h 5358384"/>
              <a:gd name="connsiteX1" fmla="*/ 5358384 w 5358384"/>
              <a:gd name="connsiteY1" fmla="*/ 2679192 h 5358384"/>
              <a:gd name="connsiteX2" fmla="*/ 2679192 w 5358384"/>
              <a:gd name="connsiteY2" fmla="*/ 5358384 h 5358384"/>
              <a:gd name="connsiteX3" fmla="*/ 0 w 5358384"/>
              <a:gd name="connsiteY3" fmla="*/ 2679192 h 5358384"/>
              <a:gd name="connsiteX4" fmla="*/ 2679192 w 5358384"/>
              <a:gd name="connsiteY4" fmla="*/ 0 h 53583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58384" h="5358384">
                <a:moveTo>
                  <a:pt x="2679192" y="0"/>
                </a:moveTo>
                <a:cubicBezTo>
                  <a:pt x="4158869" y="0"/>
                  <a:pt x="5358384" y="1199515"/>
                  <a:pt x="5358384" y="2679192"/>
                </a:cubicBezTo>
                <a:cubicBezTo>
                  <a:pt x="5358384" y="4158869"/>
                  <a:pt x="4158869" y="5358384"/>
                  <a:pt x="2679192" y="5358384"/>
                </a:cubicBezTo>
                <a:cubicBezTo>
                  <a:pt x="1199515" y="5358384"/>
                  <a:pt x="0" y="4158869"/>
                  <a:pt x="0" y="2679192"/>
                </a:cubicBezTo>
                <a:cubicBezTo>
                  <a:pt x="0" y="1199515"/>
                  <a:pt x="1199515" y="0"/>
                  <a:pt x="2679192" y="0"/>
                </a:cubicBezTo>
                <a:close/>
              </a:path>
            </a:pathLst>
          </a:custGeom>
          <a:blipFill>
            <a:blip r:embed="rId2" cstate="screen">
              <a:alphaModFix amt="70000"/>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5742432" y="1755648"/>
            <a:ext cx="5376672" cy="4416552"/>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p>
        </p:txBody>
      </p:sp>
      <p:sp>
        <p:nvSpPr>
          <p:cNvPr id="9" name="Footer Placeholder 8">
            <a:extLst>
              <a:ext uri="{FF2B5EF4-FFF2-40B4-BE49-F238E27FC236}">
                <a16:creationId xmlns:a16="http://schemas.microsoft.com/office/drawing/2014/main" id="{124D8FCC-5F89-BD9A-1A9F-45F99E8917AB}"/>
              </a:ext>
            </a:extLst>
          </p:cNvPr>
          <p:cNvSpPr>
            <a:spLocks noGrp="1"/>
          </p:cNvSpPr>
          <p:nvPr>
            <p:ph type="ftr" sz="quarter" idx="16"/>
          </p:nvPr>
        </p:nvSpPr>
        <p:spPr>
          <a:xfrm rot="5400000">
            <a:off x="10469880" y="1609344"/>
            <a:ext cx="2670048" cy="365760"/>
          </a:xfrm>
          <a:prstGeom prst="rect">
            <a:avLst/>
          </a:prstGeom>
        </p:spPr>
        <p:txBody>
          <a:bodyPr/>
          <a:lstStyle/>
          <a:p>
            <a:pPr algn="r"/>
            <a:r>
              <a:rPr lang="en-US"/>
              <a:t>Sample Footer Text</a:t>
            </a:r>
          </a:p>
        </p:txBody>
      </p:sp>
      <p:sp>
        <p:nvSpPr>
          <p:cNvPr id="10" name="Slide Number Placeholder 9">
            <a:extLst>
              <a:ext uri="{FF2B5EF4-FFF2-40B4-BE49-F238E27FC236}">
                <a16:creationId xmlns:a16="http://schemas.microsoft.com/office/drawing/2014/main" id="{80387031-1FAB-58C5-4405-B9154D8D4EFB}"/>
              </a:ext>
            </a:extLst>
          </p:cNvPr>
          <p:cNvSpPr>
            <a:spLocks noGrp="1"/>
          </p:cNvSpPr>
          <p:nvPr>
            <p:ph type="sldNum" sz="quarter" idx="17"/>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a:p>
        </p:txBody>
      </p:sp>
      <p:sp>
        <p:nvSpPr>
          <p:cNvPr id="3" name="Date Placeholder 2">
            <a:extLst>
              <a:ext uri="{FF2B5EF4-FFF2-40B4-BE49-F238E27FC236}">
                <a16:creationId xmlns:a16="http://schemas.microsoft.com/office/drawing/2014/main" id="{43FC80B3-DCFA-D45D-AE8E-A26A743D9695}"/>
              </a:ext>
            </a:extLst>
          </p:cNvPr>
          <p:cNvSpPr>
            <a:spLocks noGrp="1"/>
          </p:cNvSpPr>
          <p:nvPr>
            <p:ph type="dt" sz="half" idx="15"/>
          </p:nvPr>
        </p:nvSpPr>
        <p:spPr>
          <a:xfrm rot="5400000">
            <a:off x="10469880" y="4892040"/>
            <a:ext cx="2670048" cy="365760"/>
          </a:xfrm>
          <a:prstGeom prst="rect">
            <a:avLst/>
          </a:prstGeom>
        </p:spPr>
        <p:txBody>
          <a:bodyPr/>
          <a:lstStyle/>
          <a:p>
            <a:fld id="{3F678DD5-4A78-4915-8B2F-9F728F25EACB}" type="datetime4">
              <a:rPr lang="en-US" smtClean="0"/>
              <a:t>September 1, 2025</a:t>
            </a:fld>
            <a:endParaRPr lang="en-US"/>
          </a:p>
        </p:txBody>
      </p:sp>
    </p:spTree>
    <p:extLst>
      <p:ext uri="{BB962C8B-B14F-4D97-AF65-F5344CB8AC3E}">
        <p14:creationId xmlns:p14="http://schemas.microsoft.com/office/powerpoint/2010/main" val="275507541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Title, Content Photo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758952"/>
            <a:ext cx="4736592" cy="1143000"/>
          </a:xfrm>
          <a:prstGeom prst="rect">
            <a:avLst/>
          </a:prstGeom>
        </p:spPr>
        <p:txBody>
          <a:bodyPr vert="horz" lIns="91440" tIns="45720" rIns="91440" bIns="45720" rtlCol="0" anchor="b">
            <a:noAutofit/>
          </a:bodyPr>
          <a:lstStyle>
            <a:lvl1pPr>
              <a:defRPr lang="en-US" dirty="0"/>
            </a:lvl1pPr>
          </a:lstStyle>
          <a:p>
            <a:pPr lvl="0">
              <a:lnSpc>
                <a:spcPct val="120000"/>
              </a:lnSpc>
            </a:pPr>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648" y="2258568"/>
            <a:ext cx="4754880" cy="3840480"/>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p>
        </p:txBody>
      </p:sp>
      <p:sp>
        <p:nvSpPr>
          <p:cNvPr id="6" name="Picture Placeholder 5">
            <a:extLst>
              <a:ext uri="{FF2B5EF4-FFF2-40B4-BE49-F238E27FC236}">
                <a16:creationId xmlns:a16="http://schemas.microsoft.com/office/drawing/2014/main" id="{D7425CE9-1989-E4AC-20C4-20216538CD64}"/>
              </a:ext>
            </a:extLst>
          </p:cNvPr>
          <p:cNvSpPr>
            <a:spLocks noGrp="1"/>
          </p:cNvSpPr>
          <p:nvPr>
            <p:ph type="pic" sz="quarter" idx="18"/>
          </p:nvPr>
        </p:nvSpPr>
        <p:spPr>
          <a:xfrm>
            <a:off x="6083808" y="0"/>
            <a:ext cx="6108192" cy="6857999"/>
          </a:xfrm>
          <a:prstGeom prst="rect">
            <a:avLst/>
          </a:prstGeom>
          <a:blipFill>
            <a:blip r:embed="rId2" cstate="screen">
              <a:alphaModFix amt="70000"/>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a:t>Click icon to add picture</a:t>
            </a:r>
          </a:p>
        </p:txBody>
      </p:sp>
      <p:sp>
        <p:nvSpPr>
          <p:cNvPr id="9" name="Footer Placeholder 8">
            <a:extLst>
              <a:ext uri="{FF2B5EF4-FFF2-40B4-BE49-F238E27FC236}">
                <a16:creationId xmlns:a16="http://schemas.microsoft.com/office/drawing/2014/main" id="{124D8FCC-5F89-BD9A-1A9F-45F99E8917AB}"/>
              </a:ext>
            </a:extLst>
          </p:cNvPr>
          <p:cNvSpPr>
            <a:spLocks noGrp="1"/>
          </p:cNvSpPr>
          <p:nvPr>
            <p:ph type="ftr" sz="quarter" idx="16"/>
          </p:nvPr>
        </p:nvSpPr>
        <p:spPr>
          <a:xfrm rot="5400000">
            <a:off x="10469880" y="1609344"/>
            <a:ext cx="2670048" cy="365760"/>
          </a:xfrm>
          <a:prstGeom prst="rect">
            <a:avLst/>
          </a:prstGeom>
        </p:spPr>
        <p:txBody>
          <a:bodyPr/>
          <a:lstStyle>
            <a:lvl1pPr>
              <a:defRPr>
                <a:solidFill>
                  <a:schemeClr val="bg1"/>
                </a:solidFill>
                <a:effectLst>
                  <a:outerShdw blurRad="38100" dist="38100" dir="2700000" algn="tl">
                    <a:srgbClr val="000000">
                      <a:alpha val="43137"/>
                    </a:srgbClr>
                  </a:outerShdw>
                </a:effectLst>
              </a:defRPr>
            </a:lvl1pPr>
          </a:lstStyle>
          <a:p>
            <a:pPr algn="r"/>
            <a:r>
              <a:rPr lang="en-US"/>
              <a:t>Sample Footer Text</a:t>
            </a:r>
          </a:p>
        </p:txBody>
      </p:sp>
      <p:sp>
        <p:nvSpPr>
          <p:cNvPr id="10" name="Slide Number Placeholder 9">
            <a:extLst>
              <a:ext uri="{FF2B5EF4-FFF2-40B4-BE49-F238E27FC236}">
                <a16:creationId xmlns:a16="http://schemas.microsoft.com/office/drawing/2014/main" id="{80387031-1FAB-58C5-4405-B9154D8D4EFB}"/>
              </a:ext>
            </a:extLst>
          </p:cNvPr>
          <p:cNvSpPr>
            <a:spLocks noGrp="1"/>
          </p:cNvSpPr>
          <p:nvPr>
            <p:ph type="sldNum" sz="quarter" idx="17"/>
          </p:nvPr>
        </p:nvSpPr>
        <p:spPr>
          <a:xfrm>
            <a:off x="11494008" y="3218688"/>
            <a:ext cx="630936" cy="429768"/>
          </a:xfrm>
          <a:prstGeom prst="rect">
            <a:avLst/>
          </a:prstGeom>
        </p:spPr>
        <p:txBody>
          <a:bodyPr/>
          <a:lstStyle>
            <a:lvl1pPr>
              <a:defRPr>
                <a:solidFill>
                  <a:schemeClr val="bg1"/>
                </a:solidFill>
                <a:effectLst>
                  <a:outerShdw blurRad="38100" dist="38100" dir="2700000" algn="tl">
                    <a:srgbClr val="000000">
                      <a:alpha val="43137"/>
                    </a:srgbClr>
                  </a:outerShdw>
                </a:effectLst>
              </a:defRPr>
            </a:lvl1pPr>
          </a:lstStyle>
          <a:p>
            <a:pPr algn="ctr"/>
            <a:fld id="{CC057153-B650-4DEB-B370-79DDCFDCE934}" type="slidenum">
              <a:rPr lang="en-US" smtClean="0"/>
              <a:pPr algn="ctr"/>
              <a:t>‹#›</a:t>
            </a:fld>
            <a:endParaRPr lang="en-US"/>
          </a:p>
        </p:txBody>
      </p:sp>
      <p:sp>
        <p:nvSpPr>
          <p:cNvPr id="3" name="Date Placeholder 2">
            <a:extLst>
              <a:ext uri="{FF2B5EF4-FFF2-40B4-BE49-F238E27FC236}">
                <a16:creationId xmlns:a16="http://schemas.microsoft.com/office/drawing/2014/main" id="{43FC80B3-DCFA-D45D-AE8E-A26A743D9695}"/>
              </a:ext>
            </a:extLst>
          </p:cNvPr>
          <p:cNvSpPr>
            <a:spLocks noGrp="1"/>
          </p:cNvSpPr>
          <p:nvPr>
            <p:ph type="dt" sz="half" idx="15"/>
          </p:nvPr>
        </p:nvSpPr>
        <p:spPr>
          <a:xfrm rot="5400000">
            <a:off x="10469880" y="4892040"/>
            <a:ext cx="2670048" cy="365760"/>
          </a:xfrm>
          <a:prstGeom prst="rect">
            <a:avLst/>
          </a:prstGeom>
        </p:spPr>
        <p:txBody>
          <a:bodyPr/>
          <a:lstStyle>
            <a:lvl1pPr>
              <a:defRPr>
                <a:solidFill>
                  <a:schemeClr val="bg1"/>
                </a:solidFill>
                <a:effectLst>
                  <a:outerShdw blurRad="38100" dist="38100" dir="2700000" algn="tl">
                    <a:srgbClr val="000000">
                      <a:alpha val="43137"/>
                    </a:srgbClr>
                  </a:outerShdw>
                </a:effectLst>
              </a:defRPr>
            </a:lvl1pPr>
          </a:lstStyle>
          <a:p>
            <a:fld id="{296D8935-F81E-4ACE-9357-FFBB85497D10}" type="datetime4">
              <a:rPr lang="en-US" smtClean="0"/>
              <a:t>September 1, 2025</a:t>
            </a:fld>
            <a:endParaRPr lang="en-US"/>
          </a:p>
        </p:txBody>
      </p:sp>
    </p:spTree>
    <p:extLst>
      <p:ext uri="{BB962C8B-B14F-4D97-AF65-F5344CB8AC3E}">
        <p14:creationId xmlns:p14="http://schemas.microsoft.com/office/powerpoint/2010/main" val="208032891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itle, Content Photo 8">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FE0D260-A526-F079-44B3-C9B03816FFDD}"/>
              </a:ext>
            </a:extLst>
          </p:cNvPr>
          <p:cNvSpPr>
            <a:spLocks noGrp="1"/>
          </p:cNvSpPr>
          <p:nvPr>
            <p:ph type="title"/>
          </p:nvPr>
        </p:nvSpPr>
        <p:spPr>
          <a:xfrm>
            <a:off x="7569582" y="758952"/>
            <a:ext cx="3842130" cy="1143000"/>
          </a:xfrm>
          <a:prstGeom prst="rect">
            <a:avLst/>
          </a:prstGeom>
        </p:spPr>
        <p:txBody>
          <a:bodyPr/>
          <a:lstStyle/>
          <a:p>
            <a:r>
              <a:rPr lang="en-US"/>
              <a:t>Click to edit Master title style</a:t>
            </a:r>
          </a:p>
        </p:txBody>
      </p:sp>
      <p:sp>
        <p:nvSpPr>
          <p:cNvPr id="6" name="Picture Placeholder 5">
            <a:extLst>
              <a:ext uri="{FF2B5EF4-FFF2-40B4-BE49-F238E27FC236}">
                <a16:creationId xmlns:a16="http://schemas.microsoft.com/office/drawing/2014/main" id="{D7425CE9-1989-E4AC-20C4-20216538CD64}"/>
              </a:ext>
            </a:extLst>
          </p:cNvPr>
          <p:cNvSpPr>
            <a:spLocks noGrp="1"/>
          </p:cNvSpPr>
          <p:nvPr>
            <p:ph type="pic" sz="quarter" idx="18"/>
          </p:nvPr>
        </p:nvSpPr>
        <p:spPr>
          <a:xfrm>
            <a:off x="-1" y="0"/>
            <a:ext cx="6835155" cy="6857999"/>
          </a:xfrm>
          <a:prstGeom prst="rect">
            <a:avLst/>
          </a:prstGeom>
          <a:blipFill>
            <a:blip r:embed="rId2" cstate="screen">
              <a:alphaModFix amt="70000"/>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a:t>Click icon to add picture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569582" y="2258568"/>
            <a:ext cx="3700397" cy="3840480"/>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p>
        </p:txBody>
      </p:sp>
      <p:sp>
        <p:nvSpPr>
          <p:cNvPr id="9" name="Footer Placeholder 8">
            <a:extLst>
              <a:ext uri="{FF2B5EF4-FFF2-40B4-BE49-F238E27FC236}">
                <a16:creationId xmlns:a16="http://schemas.microsoft.com/office/drawing/2014/main" id="{124D8FCC-5F89-BD9A-1A9F-45F99E8917AB}"/>
              </a:ext>
            </a:extLst>
          </p:cNvPr>
          <p:cNvSpPr>
            <a:spLocks noGrp="1"/>
          </p:cNvSpPr>
          <p:nvPr>
            <p:ph type="ftr" sz="quarter" idx="16"/>
          </p:nvPr>
        </p:nvSpPr>
        <p:spPr>
          <a:xfrm rot="5400000">
            <a:off x="10469880" y="1609344"/>
            <a:ext cx="2670048" cy="365760"/>
          </a:xfrm>
          <a:prstGeom prst="rect">
            <a:avLst/>
          </a:prstGeom>
        </p:spPr>
        <p:txBody>
          <a:bodyPr/>
          <a:lstStyle>
            <a:lvl1pPr>
              <a:defRPr>
                <a:solidFill>
                  <a:schemeClr val="tx1"/>
                </a:solidFill>
                <a:effectLst/>
              </a:defRPr>
            </a:lvl1pPr>
          </a:lstStyle>
          <a:p>
            <a:pPr algn="r"/>
            <a:r>
              <a:rPr lang="en-US"/>
              <a:t>Sample Footer Text</a:t>
            </a:r>
          </a:p>
        </p:txBody>
      </p:sp>
      <p:sp>
        <p:nvSpPr>
          <p:cNvPr id="10" name="Slide Number Placeholder 9">
            <a:extLst>
              <a:ext uri="{FF2B5EF4-FFF2-40B4-BE49-F238E27FC236}">
                <a16:creationId xmlns:a16="http://schemas.microsoft.com/office/drawing/2014/main" id="{80387031-1FAB-58C5-4405-B9154D8D4EFB}"/>
              </a:ext>
            </a:extLst>
          </p:cNvPr>
          <p:cNvSpPr>
            <a:spLocks noGrp="1"/>
          </p:cNvSpPr>
          <p:nvPr>
            <p:ph type="sldNum" sz="quarter" idx="17"/>
          </p:nvPr>
        </p:nvSpPr>
        <p:spPr>
          <a:xfrm>
            <a:off x="11494008" y="3218688"/>
            <a:ext cx="630936" cy="429768"/>
          </a:xfrm>
          <a:prstGeom prst="rect">
            <a:avLst/>
          </a:prstGeom>
        </p:spPr>
        <p:txBody>
          <a:bodyPr/>
          <a:lstStyle>
            <a:lvl1pPr>
              <a:defRPr>
                <a:solidFill>
                  <a:schemeClr val="tx1"/>
                </a:solidFill>
                <a:effectLst/>
              </a:defRPr>
            </a:lvl1pPr>
          </a:lstStyle>
          <a:p>
            <a:pPr algn="ctr"/>
            <a:fld id="{CC057153-B650-4DEB-B370-79DDCFDCE934}" type="slidenum">
              <a:rPr lang="en-US" smtClean="0"/>
              <a:pPr algn="ctr"/>
              <a:t>‹#›</a:t>
            </a:fld>
            <a:endParaRPr lang="en-US"/>
          </a:p>
        </p:txBody>
      </p:sp>
      <p:sp>
        <p:nvSpPr>
          <p:cNvPr id="3" name="Date Placeholder 2">
            <a:extLst>
              <a:ext uri="{FF2B5EF4-FFF2-40B4-BE49-F238E27FC236}">
                <a16:creationId xmlns:a16="http://schemas.microsoft.com/office/drawing/2014/main" id="{43FC80B3-DCFA-D45D-AE8E-A26A743D9695}"/>
              </a:ext>
            </a:extLst>
          </p:cNvPr>
          <p:cNvSpPr>
            <a:spLocks noGrp="1"/>
          </p:cNvSpPr>
          <p:nvPr>
            <p:ph type="dt" sz="half" idx="15"/>
          </p:nvPr>
        </p:nvSpPr>
        <p:spPr>
          <a:xfrm rot="5400000">
            <a:off x="10469880" y="4892040"/>
            <a:ext cx="2670048" cy="365760"/>
          </a:xfrm>
          <a:prstGeom prst="rect">
            <a:avLst/>
          </a:prstGeom>
        </p:spPr>
        <p:txBody>
          <a:bodyPr/>
          <a:lstStyle>
            <a:lvl1pPr>
              <a:defRPr>
                <a:solidFill>
                  <a:schemeClr val="tx1"/>
                </a:solidFill>
                <a:effectLst/>
              </a:defRPr>
            </a:lvl1pPr>
          </a:lstStyle>
          <a:p>
            <a:fld id="{E9032EC0-3635-4E84-9DBA-120CF3291268}" type="datetime4">
              <a:rPr lang="en-US" smtClean="0"/>
              <a:t>September 1, 2025</a:t>
            </a:fld>
            <a:endParaRPr lang="en-US"/>
          </a:p>
        </p:txBody>
      </p:sp>
    </p:spTree>
    <p:extLst>
      <p:ext uri="{BB962C8B-B14F-4D97-AF65-F5344CB8AC3E}">
        <p14:creationId xmlns:p14="http://schemas.microsoft.com/office/powerpoint/2010/main" val="137810749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itle, Content Photo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758952"/>
            <a:ext cx="3704970" cy="1143000"/>
          </a:xfrm>
          <a:prstGeom prst="rect">
            <a:avLst/>
          </a:prstGeom>
        </p:spPr>
        <p:txBody>
          <a:bodyPr vert="horz" lIns="91440" tIns="45720" rIns="91440" bIns="45720" rtlCol="0" anchor="b">
            <a:noAutofit/>
          </a:bodyPr>
          <a:lstStyle>
            <a:lvl1pPr>
              <a:defRPr lang="en-US" dirty="0"/>
            </a:lvl1pPr>
          </a:lstStyle>
          <a:p>
            <a:pPr lvl="0">
              <a:lnSpc>
                <a:spcPct val="120000"/>
              </a:lnSpc>
            </a:pPr>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649" y="2258568"/>
            <a:ext cx="3704970" cy="3840480"/>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p>
        </p:txBody>
      </p:sp>
      <p:sp>
        <p:nvSpPr>
          <p:cNvPr id="6" name="Picture Placeholder 5">
            <a:extLst>
              <a:ext uri="{FF2B5EF4-FFF2-40B4-BE49-F238E27FC236}">
                <a16:creationId xmlns:a16="http://schemas.microsoft.com/office/drawing/2014/main" id="{D7425CE9-1989-E4AC-20C4-20216538CD64}"/>
              </a:ext>
            </a:extLst>
          </p:cNvPr>
          <p:cNvSpPr>
            <a:spLocks noGrp="1"/>
          </p:cNvSpPr>
          <p:nvPr>
            <p:ph type="pic" sz="quarter" idx="18"/>
          </p:nvPr>
        </p:nvSpPr>
        <p:spPr>
          <a:xfrm>
            <a:off x="5069897" y="758952"/>
            <a:ext cx="6360104" cy="5330952"/>
          </a:xfrm>
          <a:prstGeom prst="rect">
            <a:avLst/>
          </a:prstGeom>
          <a:blipFill>
            <a:blip r:embed="rId2" cstate="screen">
              <a:alphaModFix amt="70000"/>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a:t>Click icon to add picture</a:t>
            </a:r>
          </a:p>
        </p:txBody>
      </p:sp>
      <p:sp>
        <p:nvSpPr>
          <p:cNvPr id="9" name="Footer Placeholder 8">
            <a:extLst>
              <a:ext uri="{FF2B5EF4-FFF2-40B4-BE49-F238E27FC236}">
                <a16:creationId xmlns:a16="http://schemas.microsoft.com/office/drawing/2014/main" id="{124D8FCC-5F89-BD9A-1A9F-45F99E8917AB}"/>
              </a:ext>
            </a:extLst>
          </p:cNvPr>
          <p:cNvSpPr>
            <a:spLocks noGrp="1"/>
          </p:cNvSpPr>
          <p:nvPr>
            <p:ph type="ftr" sz="quarter" idx="16"/>
          </p:nvPr>
        </p:nvSpPr>
        <p:spPr>
          <a:xfrm rot="5400000">
            <a:off x="10469880" y="1609344"/>
            <a:ext cx="2670048" cy="365760"/>
          </a:xfrm>
          <a:prstGeom prst="rect">
            <a:avLst/>
          </a:prstGeom>
        </p:spPr>
        <p:txBody>
          <a:bodyPr/>
          <a:lstStyle>
            <a:lvl1pPr>
              <a:defRPr>
                <a:solidFill>
                  <a:schemeClr val="tx1"/>
                </a:solidFill>
                <a:effectLst/>
              </a:defRPr>
            </a:lvl1pPr>
          </a:lstStyle>
          <a:p>
            <a:pPr algn="r"/>
            <a:r>
              <a:rPr lang="en-US"/>
              <a:t>Sample Footer Text</a:t>
            </a:r>
          </a:p>
        </p:txBody>
      </p:sp>
      <p:sp>
        <p:nvSpPr>
          <p:cNvPr id="10" name="Slide Number Placeholder 9">
            <a:extLst>
              <a:ext uri="{FF2B5EF4-FFF2-40B4-BE49-F238E27FC236}">
                <a16:creationId xmlns:a16="http://schemas.microsoft.com/office/drawing/2014/main" id="{80387031-1FAB-58C5-4405-B9154D8D4EFB}"/>
              </a:ext>
            </a:extLst>
          </p:cNvPr>
          <p:cNvSpPr>
            <a:spLocks noGrp="1"/>
          </p:cNvSpPr>
          <p:nvPr>
            <p:ph type="sldNum" sz="quarter" idx="17"/>
          </p:nvPr>
        </p:nvSpPr>
        <p:spPr>
          <a:xfrm>
            <a:off x="11494008" y="3218688"/>
            <a:ext cx="630936" cy="429768"/>
          </a:xfrm>
          <a:prstGeom prst="rect">
            <a:avLst/>
          </a:prstGeom>
        </p:spPr>
        <p:txBody>
          <a:bodyPr/>
          <a:lstStyle>
            <a:lvl1pPr>
              <a:defRPr>
                <a:solidFill>
                  <a:schemeClr val="tx1"/>
                </a:solidFill>
                <a:effectLst/>
              </a:defRPr>
            </a:lvl1pPr>
          </a:lstStyle>
          <a:p>
            <a:pPr algn="ctr"/>
            <a:fld id="{CC057153-B650-4DEB-B370-79DDCFDCE934}" type="slidenum">
              <a:rPr lang="en-US" smtClean="0"/>
              <a:pPr algn="ctr"/>
              <a:t>‹#›</a:t>
            </a:fld>
            <a:endParaRPr lang="en-US"/>
          </a:p>
        </p:txBody>
      </p:sp>
      <p:sp>
        <p:nvSpPr>
          <p:cNvPr id="3" name="Date Placeholder 2">
            <a:extLst>
              <a:ext uri="{FF2B5EF4-FFF2-40B4-BE49-F238E27FC236}">
                <a16:creationId xmlns:a16="http://schemas.microsoft.com/office/drawing/2014/main" id="{43FC80B3-DCFA-D45D-AE8E-A26A743D9695}"/>
              </a:ext>
            </a:extLst>
          </p:cNvPr>
          <p:cNvSpPr>
            <a:spLocks noGrp="1"/>
          </p:cNvSpPr>
          <p:nvPr>
            <p:ph type="dt" sz="half" idx="15"/>
          </p:nvPr>
        </p:nvSpPr>
        <p:spPr>
          <a:xfrm rot="5400000">
            <a:off x="10469880" y="4892040"/>
            <a:ext cx="2670048" cy="365760"/>
          </a:xfrm>
          <a:prstGeom prst="rect">
            <a:avLst/>
          </a:prstGeom>
        </p:spPr>
        <p:txBody>
          <a:bodyPr/>
          <a:lstStyle>
            <a:lvl1pPr>
              <a:defRPr>
                <a:solidFill>
                  <a:schemeClr val="tx1"/>
                </a:solidFill>
                <a:effectLst/>
              </a:defRPr>
            </a:lvl1pPr>
          </a:lstStyle>
          <a:p>
            <a:fld id="{AE086B11-F8F7-41A1-8100-A1B2A659A8BB}" type="datetime4">
              <a:rPr lang="en-US" smtClean="0"/>
              <a:t>September 1, 2025</a:t>
            </a:fld>
            <a:endParaRPr lang="en-US"/>
          </a:p>
        </p:txBody>
      </p:sp>
    </p:spTree>
    <p:extLst>
      <p:ext uri="{BB962C8B-B14F-4D97-AF65-F5344CB8AC3E}">
        <p14:creationId xmlns:p14="http://schemas.microsoft.com/office/powerpoint/2010/main" val="318732669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Title, Content Photo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73619" y="1078992"/>
            <a:ext cx="2898648" cy="1947672"/>
          </a:xfrm>
          <a:prstGeom prst="rect">
            <a:avLst/>
          </a:prstGeom>
        </p:spPr>
        <p:txBody>
          <a:bodyPr vert="horz" lIns="91440" tIns="45720" rIns="91440" bIns="45720" rtlCol="0" anchor="b">
            <a:noAutofit/>
          </a:bodyPr>
          <a:lstStyle>
            <a:lvl1pPr>
              <a:defRPr lang="en-US" dirty="0"/>
            </a:lvl1pPr>
          </a:lstStyle>
          <a:p>
            <a:pPr lvl="0">
              <a:lnSpc>
                <a:spcPct val="120000"/>
              </a:lnSpc>
            </a:pPr>
            <a:r>
              <a:rPr lang="en-US"/>
              <a:t>Click to edit Master title style</a:t>
            </a:r>
          </a:p>
        </p:txBody>
      </p:sp>
      <p:sp>
        <p:nvSpPr>
          <p:cNvPr id="12" name="Picture Placeholder 11">
            <a:extLst>
              <a:ext uri="{FF2B5EF4-FFF2-40B4-BE49-F238E27FC236}">
                <a16:creationId xmlns:a16="http://schemas.microsoft.com/office/drawing/2014/main" id="{91A58A98-8307-74B9-8466-17F65EA798AC}"/>
              </a:ext>
            </a:extLst>
          </p:cNvPr>
          <p:cNvSpPr>
            <a:spLocks noGrp="1"/>
          </p:cNvSpPr>
          <p:nvPr>
            <p:ph type="pic" sz="quarter" idx="18"/>
          </p:nvPr>
        </p:nvSpPr>
        <p:spPr>
          <a:xfrm>
            <a:off x="0" y="0"/>
            <a:ext cx="7810394" cy="6858000"/>
          </a:xfrm>
          <a:prstGeom prst="rect">
            <a:avLst/>
          </a:prstGeom>
          <a:blipFill>
            <a:blip r:embed="rId2" cstate="screen">
              <a:alphaModFix amt="70000"/>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a:t>Click icon to add picture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73619" y="3099816"/>
            <a:ext cx="2898648" cy="2953512"/>
          </a:xfrm>
          <a:prstGeom prst="rect">
            <a:avLst/>
          </a:prstGeom>
        </p:spPr>
        <p:txBody>
          <a:bodyPr vert="horz" lIns="91440" tIns="45720" rIns="91440" bIns="45720" rtlCol="0">
            <a:normAutofit/>
          </a:bodyPr>
          <a:lstStyle>
            <a:lvl1pPr marL="0" indent="0">
              <a:buNone/>
              <a:defRPr lang="en-US" sz="1600" dirty="0"/>
            </a:lvl1pPr>
            <a:lvl2pPr marL="228600" indent="0">
              <a:buNone/>
              <a:defRPr lang="en-US" sz="1400" dirty="0"/>
            </a:lvl2pPr>
            <a:lvl3pPr marL="457200" indent="0">
              <a:buNone/>
              <a:defRPr lang="en-US" sz="1200" dirty="0"/>
            </a:lvl3pPr>
            <a:lvl4pPr marL="685800" indent="0">
              <a:buNone/>
              <a:defRPr lang="en-US" sz="1100" dirty="0"/>
            </a:lvl4pPr>
            <a:lvl5pPr marL="914400" indent="0">
              <a:buNone/>
              <a:defRPr lang="en-US" sz="1050"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p>
        </p:txBody>
      </p:sp>
      <p:sp>
        <p:nvSpPr>
          <p:cNvPr id="9" name="Footer Placeholder 8">
            <a:extLst>
              <a:ext uri="{FF2B5EF4-FFF2-40B4-BE49-F238E27FC236}">
                <a16:creationId xmlns:a16="http://schemas.microsoft.com/office/drawing/2014/main" id="{9488F9E5-3D9D-C4E8-DF44-34F555905C9C}"/>
              </a:ext>
            </a:extLst>
          </p:cNvPr>
          <p:cNvSpPr>
            <a:spLocks noGrp="1"/>
          </p:cNvSpPr>
          <p:nvPr>
            <p:ph type="ftr" sz="quarter" idx="16"/>
          </p:nvPr>
        </p:nvSpPr>
        <p:spPr>
          <a:xfrm rot="5400000">
            <a:off x="10469880" y="1609344"/>
            <a:ext cx="2670048" cy="365760"/>
          </a:xfrm>
          <a:prstGeom prst="rect">
            <a:avLst/>
          </a:prstGeom>
        </p:spPr>
        <p:txBody>
          <a:bodyPr/>
          <a:lstStyle/>
          <a:p>
            <a:pPr algn="r"/>
            <a:r>
              <a:rPr lang="en-US"/>
              <a:t>Sample Footer Text</a:t>
            </a:r>
          </a:p>
        </p:txBody>
      </p:sp>
      <p:sp>
        <p:nvSpPr>
          <p:cNvPr id="10" name="Slide Number Placeholder 9">
            <a:extLst>
              <a:ext uri="{FF2B5EF4-FFF2-40B4-BE49-F238E27FC236}">
                <a16:creationId xmlns:a16="http://schemas.microsoft.com/office/drawing/2014/main" id="{37F38DE2-1429-FE2C-93AA-9AB9D9950E29}"/>
              </a:ext>
            </a:extLst>
          </p:cNvPr>
          <p:cNvSpPr>
            <a:spLocks noGrp="1"/>
          </p:cNvSpPr>
          <p:nvPr>
            <p:ph type="sldNum" sz="quarter" idx="17"/>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a:p>
        </p:txBody>
      </p:sp>
      <p:sp>
        <p:nvSpPr>
          <p:cNvPr id="3" name="Date Placeholder 2">
            <a:extLst>
              <a:ext uri="{FF2B5EF4-FFF2-40B4-BE49-F238E27FC236}">
                <a16:creationId xmlns:a16="http://schemas.microsoft.com/office/drawing/2014/main" id="{78FAB3D1-987F-D6AE-2703-22238530CE39}"/>
              </a:ext>
            </a:extLst>
          </p:cNvPr>
          <p:cNvSpPr>
            <a:spLocks noGrp="1"/>
          </p:cNvSpPr>
          <p:nvPr>
            <p:ph type="dt" sz="half" idx="15"/>
          </p:nvPr>
        </p:nvSpPr>
        <p:spPr>
          <a:xfrm rot="5400000">
            <a:off x="10469880" y="4892040"/>
            <a:ext cx="2670048" cy="365760"/>
          </a:xfrm>
          <a:prstGeom prst="rect">
            <a:avLst/>
          </a:prstGeom>
        </p:spPr>
        <p:txBody>
          <a:bodyPr/>
          <a:lstStyle/>
          <a:p>
            <a:fld id="{3141F61D-9B6F-4991-8217-155448F8718E}" type="datetime4">
              <a:rPr lang="en-US" smtClean="0"/>
              <a:t>September 1, 2025</a:t>
            </a:fld>
            <a:endParaRPr lang="en-US"/>
          </a:p>
        </p:txBody>
      </p:sp>
    </p:spTree>
    <p:extLst>
      <p:ext uri="{BB962C8B-B14F-4D97-AF65-F5344CB8AC3E}">
        <p14:creationId xmlns:p14="http://schemas.microsoft.com/office/powerpoint/2010/main" val="364608467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Title, Content Photo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4910328"/>
            <a:ext cx="3621024" cy="1386300"/>
          </a:xfrm>
          <a:prstGeom prst="rect">
            <a:avLst/>
          </a:prstGeom>
        </p:spPr>
        <p:txBody>
          <a:bodyPr vert="horz" lIns="91440" tIns="45720" rIns="91440" bIns="45720" rtlCol="0" anchor="t">
            <a:noAutofit/>
          </a:bodyPr>
          <a:lstStyle>
            <a:lvl1pPr>
              <a:defRPr lang="en-US" sz="2400" dirty="0"/>
            </a:lvl1pPr>
          </a:lstStyle>
          <a:p>
            <a:pPr lvl="0">
              <a:lnSpc>
                <a:spcPct val="120000"/>
              </a:lnSpc>
            </a:pPr>
            <a:r>
              <a:rPr lang="en-US"/>
              <a:t>Click to edit Master title style</a:t>
            </a:r>
          </a:p>
        </p:txBody>
      </p:sp>
      <p:sp>
        <p:nvSpPr>
          <p:cNvPr id="11" name="Picture Placeholder 10">
            <a:extLst>
              <a:ext uri="{FF2B5EF4-FFF2-40B4-BE49-F238E27FC236}">
                <a16:creationId xmlns:a16="http://schemas.microsoft.com/office/drawing/2014/main" id="{39DAB963-58B8-E061-879B-826ED90F4AD9}"/>
              </a:ext>
            </a:extLst>
          </p:cNvPr>
          <p:cNvSpPr>
            <a:spLocks noGrp="1"/>
          </p:cNvSpPr>
          <p:nvPr>
            <p:ph type="pic" sz="quarter" idx="19"/>
          </p:nvPr>
        </p:nvSpPr>
        <p:spPr>
          <a:xfrm>
            <a:off x="740664" y="0"/>
            <a:ext cx="10680192" cy="4562856"/>
          </a:xfrm>
          <a:prstGeom prst="rect">
            <a:avLst/>
          </a:prstGeom>
          <a:blipFill>
            <a:blip r:embed="rId2" cstate="screen">
              <a:alphaModFix amt="70000"/>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a:t>Click icon to add picture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956048" y="4910328"/>
            <a:ext cx="6473952" cy="1499616"/>
          </a:xfrm>
          <a:prstGeom prst="rect">
            <a:avLst/>
          </a:prstGeom>
        </p:spPr>
        <p:txBody>
          <a:bodyPr vert="horz" lIns="91440" tIns="45720" rIns="91440" bIns="45720" rtlCol="0">
            <a:noAutofit/>
          </a:bodyPr>
          <a:lstStyle>
            <a:lvl1pPr marL="0" indent="0">
              <a:buNone/>
              <a:defRPr lang="en-US" sz="1600" dirty="0"/>
            </a:lvl1pPr>
            <a:lvl2pPr marL="228600" indent="0">
              <a:buNone/>
              <a:defRPr lang="en-US" sz="1400" dirty="0"/>
            </a:lvl2pPr>
            <a:lvl3pPr marL="457200" indent="0">
              <a:buNone/>
              <a:defRPr lang="en-US" sz="1200" dirty="0"/>
            </a:lvl3pPr>
            <a:lvl4pPr marL="685800" indent="0">
              <a:buNone/>
              <a:defRPr lang="en-US" sz="1100" dirty="0"/>
            </a:lvl4pPr>
            <a:lvl5pPr marL="914400" indent="0">
              <a:buNone/>
              <a:defRPr lang="en-US" sz="1050"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p>
        </p:txBody>
      </p:sp>
      <p:sp>
        <p:nvSpPr>
          <p:cNvPr id="4" name="Footer Placeholder 3">
            <a:extLst>
              <a:ext uri="{FF2B5EF4-FFF2-40B4-BE49-F238E27FC236}">
                <a16:creationId xmlns:a16="http://schemas.microsoft.com/office/drawing/2014/main" id="{3490BDC3-84FA-EB76-95E5-B0B30F2D695B}"/>
              </a:ext>
            </a:extLst>
          </p:cNvPr>
          <p:cNvSpPr>
            <a:spLocks noGrp="1"/>
          </p:cNvSpPr>
          <p:nvPr>
            <p:ph type="ftr" sz="quarter" idx="17"/>
          </p:nvPr>
        </p:nvSpPr>
        <p:spPr>
          <a:xfrm rot="5400000">
            <a:off x="10469880" y="1609344"/>
            <a:ext cx="2670048" cy="365760"/>
          </a:xfrm>
          <a:prstGeom prst="rect">
            <a:avLst/>
          </a:prstGeom>
        </p:spPr>
        <p:txBody>
          <a:bodyPr/>
          <a:lstStyle/>
          <a:p>
            <a:pPr algn="r"/>
            <a:r>
              <a:rPr lang="en-US"/>
              <a:t>Sample Footer Text</a:t>
            </a:r>
          </a:p>
        </p:txBody>
      </p:sp>
      <p:sp>
        <p:nvSpPr>
          <p:cNvPr id="9" name="Slide Number Placeholder 8">
            <a:extLst>
              <a:ext uri="{FF2B5EF4-FFF2-40B4-BE49-F238E27FC236}">
                <a16:creationId xmlns:a16="http://schemas.microsoft.com/office/drawing/2014/main" id="{E5928215-E177-7864-608E-E316FDF22E31}"/>
              </a:ext>
            </a:extLst>
          </p:cNvPr>
          <p:cNvSpPr>
            <a:spLocks noGrp="1"/>
          </p:cNvSpPr>
          <p:nvPr>
            <p:ph type="sldNum" sz="quarter" idx="18"/>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a:p>
        </p:txBody>
      </p:sp>
      <p:sp>
        <p:nvSpPr>
          <p:cNvPr id="3" name="Date Placeholder 2">
            <a:extLst>
              <a:ext uri="{FF2B5EF4-FFF2-40B4-BE49-F238E27FC236}">
                <a16:creationId xmlns:a16="http://schemas.microsoft.com/office/drawing/2014/main" id="{5A3E53CA-A1D0-15C5-B9BF-4F653C8DE88C}"/>
              </a:ext>
            </a:extLst>
          </p:cNvPr>
          <p:cNvSpPr>
            <a:spLocks noGrp="1"/>
          </p:cNvSpPr>
          <p:nvPr>
            <p:ph type="dt" sz="half" idx="16"/>
          </p:nvPr>
        </p:nvSpPr>
        <p:spPr>
          <a:xfrm rot="5400000">
            <a:off x="10469880" y="4892040"/>
            <a:ext cx="2670048" cy="365760"/>
          </a:xfrm>
          <a:prstGeom prst="rect">
            <a:avLst/>
          </a:prstGeom>
        </p:spPr>
        <p:txBody>
          <a:bodyPr/>
          <a:lstStyle/>
          <a:p>
            <a:fld id="{F9A12704-D1A4-47EE-A678-E3D89F2457B6}" type="datetime4">
              <a:rPr lang="en-US" smtClean="0"/>
              <a:t>September 1, 2025</a:t>
            </a:fld>
            <a:endParaRPr lang="en-US"/>
          </a:p>
        </p:txBody>
      </p:sp>
    </p:spTree>
    <p:extLst>
      <p:ext uri="{BB962C8B-B14F-4D97-AF65-F5344CB8AC3E}">
        <p14:creationId xmlns:p14="http://schemas.microsoft.com/office/powerpoint/2010/main" val="168873882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Title, Content Photo 12">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F04DE9B-00A7-2020-4385-0B94AAD6AC47}"/>
              </a:ext>
            </a:extLst>
          </p:cNvPr>
          <p:cNvSpPr>
            <a:spLocks noGrp="1"/>
          </p:cNvSpPr>
          <p:nvPr>
            <p:ph type="title"/>
          </p:nvPr>
        </p:nvSpPr>
        <p:spPr>
          <a:xfrm>
            <a:off x="612648" y="457200"/>
            <a:ext cx="10277856" cy="923544"/>
          </a:xfrm>
          <a:prstGeom prst="rect">
            <a:avLst/>
          </a:prstGeom>
        </p:spPr>
        <p:txBody>
          <a:bodyPr/>
          <a:lstStyle>
            <a:lvl1pPr>
              <a:lnSpc>
                <a:spcPct val="120000"/>
              </a:lnSpc>
              <a:defRPr/>
            </a:lvl1pPr>
          </a:lstStyle>
          <a:p>
            <a:r>
              <a:rPr lang="en-US"/>
              <a:t>Click to edit Master title style</a:t>
            </a:r>
          </a:p>
        </p:txBody>
      </p:sp>
      <p:sp>
        <p:nvSpPr>
          <p:cNvPr id="4" name="Picture Placeholder 3">
            <a:extLst>
              <a:ext uri="{FF2B5EF4-FFF2-40B4-BE49-F238E27FC236}">
                <a16:creationId xmlns:a16="http://schemas.microsoft.com/office/drawing/2014/main" id="{A7C02181-FA39-ABBD-5759-8846E0FE79F6}"/>
              </a:ext>
            </a:extLst>
          </p:cNvPr>
          <p:cNvSpPr>
            <a:spLocks noGrp="1"/>
          </p:cNvSpPr>
          <p:nvPr>
            <p:ph type="pic" sz="quarter" idx="18"/>
          </p:nvPr>
        </p:nvSpPr>
        <p:spPr>
          <a:xfrm>
            <a:off x="612648" y="1892808"/>
            <a:ext cx="3054096" cy="4206240"/>
          </a:xfrm>
          <a:prstGeom prst="rect">
            <a:avLst/>
          </a:prstGeom>
          <a:blipFill>
            <a:blip r:embed="rId2" cstate="screen">
              <a:alphaModFix amt="70000"/>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a:t>Click icon to add picture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187952" y="1755648"/>
            <a:ext cx="7159752" cy="4343400"/>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p>
        </p:txBody>
      </p:sp>
      <p:sp>
        <p:nvSpPr>
          <p:cNvPr id="9" name="Footer Placeholder 8">
            <a:extLst>
              <a:ext uri="{FF2B5EF4-FFF2-40B4-BE49-F238E27FC236}">
                <a16:creationId xmlns:a16="http://schemas.microsoft.com/office/drawing/2014/main" id="{124D8FCC-5F89-BD9A-1A9F-45F99E8917AB}"/>
              </a:ext>
            </a:extLst>
          </p:cNvPr>
          <p:cNvSpPr>
            <a:spLocks noGrp="1"/>
          </p:cNvSpPr>
          <p:nvPr>
            <p:ph type="ftr" sz="quarter" idx="16"/>
          </p:nvPr>
        </p:nvSpPr>
        <p:spPr>
          <a:xfrm rot="5400000">
            <a:off x="10469880" y="1609344"/>
            <a:ext cx="2670048" cy="365760"/>
          </a:xfrm>
          <a:prstGeom prst="rect">
            <a:avLst/>
          </a:prstGeom>
        </p:spPr>
        <p:txBody>
          <a:bodyPr/>
          <a:lstStyle/>
          <a:p>
            <a:pPr algn="r"/>
            <a:r>
              <a:rPr lang="en-US"/>
              <a:t>Sample Footer Text</a:t>
            </a:r>
          </a:p>
        </p:txBody>
      </p:sp>
      <p:sp>
        <p:nvSpPr>
          <p:cNvPr id="10" name="Slide Number Placeholder 9">
            <a:extLst>
              <a:ext uri="{FF2B5EF4-FFF2-40B4-BE49-F238E27FC236}">
                <a16:creationId xmlns:a16="http://schemas.microsoft.com/office/drawing/2014/main" id="{80387031-1FAB-58C5-4405-B9154D8D4EFB}"/>
              </a:ext>
            </a:extLst>
          </p:cNvPr>
          <p:cNvSpPr>
            <a:spLocks noGrp="1"/>
          </p:cNvSpPr>
          <p:nvPr>
            <p:ph type="sldNum" sz="quarter" idx="17"/>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a:p>
        </p:txBody>
      </p:sp>
      <p:sp>
        <p:nvSpPr>
          <p:cNvPr id="3" name="Date Placeholder 2">
            <a:extLst>
              <a:ext uri="{FF2B5EF4-FFF2-40B4-BE49-F238E27FC236}">
                <a16:creationId xmlns:a16="http://schemas.microsoft.com/office/drawing/2014/main" id="{43FC80B3-DCFA-D45D-AE8E-A26A743D9695}"/>
              </a:ext>
            </a:extLst>
          </p:cNvPr>
          <p:cNvSpPr>
            <a:spLocks noGrp="1"/>
          </p:cNvSpPr>
          <p:nvPr>
            <p:ph type="dt" sz="half" idx="15"/>
          </p:nvPr>
        </p:nvSpPr>
        <p:spPr>
          <a:xfrm rot="5400000">
            <a:off x="10469880" y="4892040"/>
            <a:ext cx="2670048" cy="365760"/>
          </a:xfrm>
          <a:prstGeom prst="rect">
            <a:avLst/>
          </a:prstGeom>
        </p:spPr>
        <p:txBody>
          <a:bodyPr/>
          <a:lstStyle/>
          <a:p>
            <a:fld id="{70153AA3-4A38-4943-836A-2819A5E5EE8A}" type="datetime4">
              <a:rPr lang="en-US" smtClean="0"/>
              <a:t>September 1, 2025</a:t>
            </a:fld>
            <a:endParaRPr lang="en-US"/>
          </a:p>
        </p:txBody>
      </p:sp>
    </p:spTree>
    <p:extLst>
      <p:ext uri="{BB962C8B-B14F-4D97-AF65-F5344CB8AC3E}">
        <p14:creationId xmlns:p14="http://schemas.microsoft.com/office/powerpoint/2010/main" val="16060689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Title, Content Photo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3995928"/>
            <a:ext cx="3456432" cy="1920240"/>
          </a:xfrm>
          <a:prstGeom prst="rect">
            <a:avLst/>
          </a:prstGeom>
        </p:spPr>
        <p:txBody>
          <a:bodyPr vert="horz" lIns="91440" tIns="45720" rIns="91440" bIns="45720" rtlCol="0" anchor="ctr">
            <a:noAutofit/>
          </a:bodyPr>
          <a:lstStyle>
            <a:lvl1pPr algn="ctr">
              <a:defRPr lang="en-US" sz="2600" dirty="0">
                <a:solidFill>
                  <a:schemeClr val="tx1"/>
                </a:solidFill>
              </a:defRPr>
            </a:lvl1pPr>
          </a:lstStyle>
          <a:p>
            <a:pPr lvl="0">
              <a:lnSpc>
                <a:spcPct val="120000"/>
              </a:lnSpc>
            </a:pPr>
            <a:r>
              <a:rPr lang="en-US"/>
              <a:t>Click to edit Master title style</a:t>
            </a:r>
          </a:p>
        </p:txBody>
      </p:sp>
      <p:sp>
        <p:nvSpPr>
          <p:cNvPr id="14" name="Picture Placeholder 13">
            <a:extLst>
              <a:ext uri="{FF2B5EF4-FFF2-40B4-BE49-F238E27FC236}">
                <a16:creationId xmlns:a16="http://schemas.microsoft.com/office/drawing/2014/main" id="{ADB4AEC6-2EA4-A5BD-A76D-1C38CE894EC0}"/>
              </a:ext>
            </a:extLst>
          </p:cNvPr>
          <p:cNvSpPr>
            <a:spLocks noGrp="1"/>
          </p:cNvSpPr>
          <p:nvPr>
            <p:ph type="pic" sz="quarter" idx="18"/>
          </p:nvPr>
        </p:nvSpPr>
        <p:spPr>
          <a:xfrm>
            <a:off x="960120" y="960120"/>
            <a:ext cx="2752344" cy="2752344"/>
          </a:xfrm>
          <a:custGeom>
            <a:avLst/>
            <a:gdLst>
              <a:gd name="connsiteX0" fmla="*/ 2679192 w 5358384"/>
              <a:gd name="connsiteY0" fmla="*/ 0 h 5358384"/>
              <a:gd name="connsiteX1" fmla="*/ 5358384 w 5358384"/>
              <a:gd name="connsiteY1" fmla="*/ 2679192 h 5358384"/>
              <a:gd name="connsiteX2" fmla="*/ 2679192 w 5358384"/>
              <a:gd name="connsiteY2" fmla="*/ 5358384 h 5358384"/>
              <a:gd name="connsiteX3" fmla="*/ 0 w 5358384"/>
              <a:gd name="connsiteY3" fmla="*/ 2679192 h 5358384"/>
              <a:gd name="connsiteX4" fmla="*/ 2679192 w 5358384"/>
              <a:gd name="connsiteY4" fmla="*/ 0 h 53583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58384" h="5358384">
                <a:moveTo>
                  <a:pt x="2679192" y="0"/>
                </a:moveTo>
                <a:cubicBezTo>
                  <a:pt x="4158869" y="0"/>
                  <a:pt x="5358384" y="1199515"/>
                  <a:pt x="5358384" y="2679192"/>
                </a:cubicBezTo>
                <a:cubicBezTo>
                  <a:pt x="5358384" y="4158869"/>
                  <a:pt x="4158869" y="5358384"/>
                  <a:pt x="2679192" y="5358384"/>
                </a:cubicBezTo>
                <a:cubicBezTo>
                  <a:pt x="1199515" y="5358384"/>
                  <a:pt x="0" y="4158869"/>
                  <a:pt x="0" y="2679192"/>
                </a:cubicBezTo>
                <a:cubicBezTo>
                  <a:pt x="0" y="1199515"/>
                  <a:pt x="1199515" y="0"/>
                  <a:pt x="2679192" y="0"/>
                </a:cubicBezTo>
                <a:close/>
              </a:path>
            </a:pathLst>
          </a:custGeom>
          <a:blipFill>
            <a:blip r:embed="rId2" cstate="screen">
              <a:alphaModFix amt="70000"/>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782312" y="758952"/>
            <a:ext cx="6382512" cy="5330952"/>
          </a:xfrm>
          <a:prstGeom prst="rect">
            <a:avLst/>
          </a:prstGeom>
        </p:spPr>
        <p:txBody>
          <a:bodyPr vert="horz" lIns="91440" tIns="45720" rIns="91440" bIns="45720" rtlCol="0" anchor="ctr">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p>
        </p:txBody>
      </p:sp>
      <p:sp>
        <p:nvSpPr>
          <p:cNvPr id="9" name="Footer Placeholder 8">
            <a:extLst>
              <a:ext uri="{FF2B5EF4-FFF2-40B4-BE49-F238E27FC236}">
                <a16:creationId xmlns:a16="http://schemas.microsoft.com/office/drawing/2014/main" id="{124D8FCC-5F89-BD9A-1A9F-45F99E8917AB}"/>
              </a:ext>
            </a:extLst>
          </p:cNvPr>
          <p:cNvSpPr>
            <a:spLocks noGrp="1"/>
          </p:cNvSpPr>
          <p:nvPr>
            <p:ph type="ftr" sz="quarter" idx="16"/>
          </p:nvPr>
        </p:nvSpPr>
        <p:spPr>
          <a:xfrm rot="5400000">
            <a:off x="10469880" y="1609344"/>
            <a:ext cx="2670048" cy="365760"/>
          </a:xfrm>
          <a:prstGeom prst="rect">
            <a:avLst/>
          </a:prstGeom>
        </p:spPr>
        <p:txBody>
          <a:bodyPr/>
          <a:lstStyle>
            <a:lvl1pPr>
              <a:defRPr>
                <a:solidFill>
                  <a:schemeClr val="tx1"/>
                </a:solidFill>
              </a:defRPr>
            </a:lvl1pPr>
          </a:lstStyle>
          <a:p>
            <a:pPr algn="r"/>
            <a:r>
              <a:rPr lang="en-US"/>
              <a:t>Sample Footer Text</a:t>
            </a:r>
          </a:p>
        </p:txBody>
      </p:sp>
      <p:sp>
        <p:nvSpPr>
          <p:cNvPr id="10" name="Slide Number Placeholder 9">
            <a:extLst>
              <a:ext uri="{FF2B5EF4-FFF2-40B4-BE49-F238E27FC236}">
                <a16:creationId xmlns:a16="http://schemas.microsoft.com/office/drawing/2014/main" id="{80387031-1FAB-58C5-4405-B9154D8D4EFB}"/>
              </a:ext>
            </a:extLst>
          </p:cNvPr>
          <p:cNvSpPr>
            <a:spLocks noGrp="1"/>
          </p:cNvSpPr>
          <p:nvPr>
            <p:ph type="sldNum" sz="quarter" idx="17"/>
          </p:nvPr>
        </p:nvSpPr>
        <p:spPr>
          <a:xfrm>
            <a:off x="11494008" y="3218688"/>
            <a:ext cx="630936" cy="429768"/>
          </a:xfrm>
          <a:prstGeom prst="rect">
            <a:avLst/>
          </a:prstGeom>
        </p:spPr>
        <p:txBody>
          <a:bodyPr/>
          <a:lstStyle>
            <a:lvl1pPr>
              <a:defRPr>
                <a:solidFill>
                  <a:schemeClr val="tx1"/>
                </a:solidFill>
              </a:defRPr>
            </a:lvl1pPr>
          </a:lstStyle>
          <a:p>
            <a:pPr algn="ctr"/>
            <a:fld id="{CC057153-B650-4DEB-B370-79DDCFDCE934}" type="slidenum">
              <a:rPr lang="en-US" smtClean="0"/>
              <a:pPr algn="ctr"/>
              <a:t>‹#›</a:t>
            </a:fld>
            <a:endParaRPr lang="en-US"/>
          </a:p>
        </p:txBody>
      </p:sp>
      <p:sp>
        <p:nvSpPr>
          <p:cNvPr id="3" name="Date Placeholder 2">
            <a:extLst>
              <a:ext uri="{FF2B5EF4-FFF2-40B4-BE49-F238E27FC236}">
                <a16:creationId xmlns:a16="http://schemas.microsoft.com/office/drawing/2014/main" id="{43FC80B3-DCFA-D45D-AE8E-A26A743D9695}"/>
              </a:ext>
            </a:extLst>
          </p:cNvPr>
          <p:cNvSpPr>
            <a:spLocks noGrp="1"/>
          </p:cNvSpPr>
          <p:nvPr>
            <p:ph type="dt" sz="half" idx="15"/>
          </p:nvPr>
        </p:nvSpPr>
        <p:spPr>
          <a:xfrm rot="5400000">
            <a:off x="10469880" y="4892040"/>
            <a:ext cx="2670048" cy="365760"/>
          </a:xfrm>
          <a:prstGeom prst="rect">
            <a:avLst/>
          </a:prstGeom>
        </p:spPr>
        <p:txBody>
          <a:bodyPr/>
          <a:lstStyle>
            <a:lvl1pPr>
              <a:defRPr>
                <a:solidFill>
                  <a:schemeClr val="tx1"/>
                </a:solidFill>
              </a:defRPr>
            </a:lvl1pPr>
          </a:lstStyle>
          <a:p>
            <a:fld id="{CEA17BE6-69A3-4517-A7DD-30A057B4C187}" type="datetime4">
              <a:rPr lang="en-US" smtClean="0"/>
              <a:t>September 1, 2025</a:t>
            </a:fld>
            <a:endParaRPr lang="en-US"/>
          </a:p>
        </p:txBody>
      </p:sp>
    </p:spTree>
    <p:extLst>
      <p:ext uri="{BB962C8B-B14F-4D97-AF65-F5344CB8AC3E}">
        <p14:creationId xmlns:p14="http://schemas.microsoft.com/office/powerpoint/2010/main" val="260683290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Title, Content Photo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819477"/>
            <a:ext cx="4617720" cy="1197864"/>
          </a:xfrm>
          <a:prstGeom prst="rect">
            <a:avLst/>
          </a:prstGeom>
        </p:spPr>
        <p:txBody>
          <a:bodyPr vert="horz" lIns="91440" tIns="45720" rIns="91440" bIns="45720" rtlCol="0" anchor="t">
            <a:noAutofit/>
          </a:bodyPr>
          <a:lstStyle>
            <a:lvl1pPr algn="l">
              <a:defRPr lang="en-US" sz="2800" dirty="0">
                <a:solidFill>
                  <a:schemeClr val="tx1"/>
                </a:solidFill>
              </a:defRPr>
            </a:lvl1pPr>
          </a:lstStyle>
          <a:p>
            <a:pPr lvl="0">
              <a:lnSpc>
                <a:spcPct val="120000"/>
              </a:lnSpc>
            </a:pPr>
            <a:r>
              <a:rPr lang="en-US"/>
              <a:t>Click to edit Master title style</a:t>
            </a:r>
          </a:p>
        </p:txBody>
      </p:sp>
      <p:sp>
        <p:nvSpPr>
          <p:cNvPr id="14" name="Picture Placeholder 13">
            <a:extLst>
              <a:ext uri="{FF2B5EF4-FFF2-40B4-BE49-F238E27FC236}">
                <a16:creationId xmlns:a16="http://schemas.microsoft.com/office/drawing/2014/main" id="{ADB4AEC6-2EA4-A5BD-A76D-1C38CE894EC0}"/>
              </a:ext>
            </a:extLst>
          </p:cNvPr>
          <p:cNvSpPr>
            <a:spLocks noGrp="1"/>
          </p:cNvSpPr>
          <p:nvPr>
            <p:ph type="pic" sz="quarter" idx="18"/>
          </p:nvPr>
        </p:nvSpPr>
        <p:spPr>
          <a:xfrm>
            <a:off x="950976" y="2148840"/>
            <a:ext cx="3877056" cy="3877056"/>
          </a:xfrm>
          <a:custGeom>
            <a:avLst/>
            <a:gdLst>
              <a:gd name="connsiteX0" fmla="*/ 2679192 w 5358384"/>
              <a:gd name="connsiteY0" fmla="*/ 0 h 5358384"/>
              <a:gd name="connsiteX1" fmla="*/ 5358384 w 5358384"/>
              <a:gd name="connsiteY1" fmla="*/ 2679192 h 5358384"/>
              <a:gd name="connsiteX2" fmla="*/ 2679192 w 5358384"/>
              <a:gd name="connsiteY2" fmla="*/ 5358384 h 5358384"/>
              <a:gd name="connsiteX3" fmla="*/ 0 w 5358384"/>
              <a:gd name="connsiteY3" fmla="*/ 2679192 h 5358384"/>
              <a:gd name="connsiteX4" fmla="*/ 2679192 w 5358384"/>
              <a:gd name="connsiteY4" fmla="*/ 0 h 53583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58384" h="5358384">
                <a:moveTo>
                  <a:pt x="2679192" y="0"/>
                </a:moveTo>
                <a:cubicBezTo>
                  <a:pt x="4158869" y="0"/>
                  <a:pt x="5358384" y="1199515"/>
                  <a:pt x="5358384" y="2679192"/>
                </a:cubicBezTo>
                <a:cubicBezTo>
                  <a:pt x="5358384" y="4158869"/>
                  <a:pt x="4158869" y="5358384"/>
                  <a:pt x="2679192" y="5358384"/>
                </a:cubicBezTo>
                <a:cubicBezTo>
                  <a:pt x="1199515" y="5358384"/>
                  <a:pt x="0" y="4158869"/>
                  <a:pt x="0" y="2679192"/>
                </a:cubicBezTo>
                <a:cubicBezTo>
                  <a:pt x="0" y="1199515"/>
                  <a:pt x="1199515" y="0"/>
                  <a:pt x="2679192" y="0"/>
                </a:cubicBezTo>
                <a:close/>
              </a:path>
            </a:pathLst>
          </a:custGeom>
          <a:blipFill>
            <a:blip r:embed="rId2" cstate="screen">
              <a:alphaModFix amt="70000"/>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5843016" y="950976"/>
            <a:ext cx="5586984" cy="5330952"/>
          </a:xfrm>
          <a:prstGeom prst="rect">
            <a:avLst/>
          </a:prstGeom>
        </p:spPr>
        <p:txBody>
          <a:bodyPr vert="horz" lIns="91440" tIns="45720" rIns="91440" bIns="45720" rtlCol="0" anchor="ctr">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p>
        </p:txBody>
      </p:sp>
      <p:sp>
        <p:nvSpPr>
          <p:cNvPr id="9" name="Footer Placeholder 8">
            <a:extLst>
              <a:ext uri="{FF2B5EF4-FFF2-40B4-BE49-F238E27FC236}">
                <a16:creationId xmlns:a16="http://schemas.microsoft.com/office/drawing/2014/main" id="{124D8FCC-5F89-BD9A-1A9F-45F99E8917AB}"/>
              </a:ext>
            </a:extLst>
          </p:cNvPr>
          <p:cNvSpPr>
            <a:spLocks noGrp="1"/>
          </p:cNvSpPr>
          <p:nvPr>
            <p:ph type="ftr" sz="quarter" idx="16"/>
          </p:nvPr>
        </p:nvSpPr>
        <p:spPr>
          <a:xfrm rot="5400000">
            <a:off x="10469880" y="1609344"/>
            <a:ext cx="2670048" cy="365760"/>
          </a:xfrm>
          <a:prstGeom prst="rect">
            <a:avLst/>
          </a:prstGeom>
        </p:spPr>
        <p:txBody>
          <a:bodyPr/>
          <a:lstStyle>
            <a:lvl1pPr>
              <a:defRPr>
                <a:solidFill>
                  <a:schemeClr val="tx1"/>
                </a:solidFill>
              </a:defRPr>
            </a:lvl1pPr>
          </a:lstStyle>
          <a:p>
            <a:pPr algn="r"/>
            <a:r>
              <a:rPr lang="en-US"/>
              <a:t>Sample Footer Text</a:t>
            </a:r>
          </a:p>
        </p:txBody>
      </p:sp>
      <p:sp>
        <p:nvSpPr>
          <p:cNvPr id="10" name="Slide Number Placeholder 9">
            <a:extLst>
              <a:ext uri="{FF2B5EF4-FFF2-40B4-BE49-F238E27FC236}">
                <a16:creationId xmlns:a16="http://schemas.microsoft.com/office/drawing/2014/main" id="{80387031-1FAB-58C5-4405-B9154D8D4EFB}"/>
              </a:ext>
            </a:extLst>
          </p:cNvPr>
          <p:cNvSpPr>
            <a:spLocks noGrp="1"/>
          </p:cNvSpPr>
          <p:nvPr>
            <p:ph type="sldNum" sz="quarter" idx="17"/>
          </p:nvPr>
        </p:nvSpPr>
        <p:spPr>
          <a:xfrm>
            <a:off x="11494008" y="3218688"/>
            <a:ext cx="630936" cy="429768"/>
          </a:xfrm>
          <a:prstGeom prst="rect">
            <a:avLst/>
          </a:prstGeom>
        </p:spPr>
        <p:txBody>
          <a:bodyPr/>
          <a:lstStyle>
            <a:lvl1pPr>
              <a:defRPr>
                <a:solidFill>
                  <a:schemeClr val="tx1"/>
                </a:solidFill>
              </a:defRPr>
            </a:lvl1pPr>
          </a:lstStyle>
          <a:p>
            <a:pPr algn="ctr"/>
            <a:fld id="{CC057153-B650-4DEB-B370-79DDCFDCE934}" type="slidenum">
              <a:rPr lang="en-US" smtClean="0"/>
              <a:pPr algn="ctr"/>
              <a:t>‹#›</a:t>
            </a:fld>
            <a:endParaRPr lang="en-US"/>
          </a:p>
        </p:txBody>
      </p:sp>
      <p:sp>
        <p:nvSpPr>
          <p:cNvPr id="3" name="Date Placeholder 2">
            <a:extLst>
              <a:ext uri="{FF2B5EF4-FFF2-40B4-BE49-F238E27FC236}">
                <a16:creationId xmlns:a16="http://schemas.microsoft.com/office/drawing/2014/main" id="{43FC80B3-DCFA-D45D-AE8E-A26A743D9695}"/>
              </a:ext>
            </a:extLst>
          </p:cNvPr>
          <p:cNvSpPr>
            <a:spLocks noGrp="1"/>
          </p:cNvSpPr>
          <p:nvPr>
            <p:ph type="dt" sz="half" idx="15"/>
          </p:nvPr>
        </p:nvSpPr>
        <p:spPr>
          <a:xfrm rot="5400000">
            <a:off x="10469880" y="4892040"/>
            <a:ext cx="2670048" cy="365760"/>
          </a:xfrm>
          <a:prstGeom prst="rect">
            <a:avLst/>
          </a:prstGeom>
        </p:spPr>
        <p:txBody>
          <a:bodyPr/>
          <a:lstStyle>
            <a:lvl1pPr>
              <a:defRPr>
                <a:solidFill>
                  <a:schemeClr val="tx1"/>
                </a:solidFill>
              </a:defRPr>
            </a:lvl1pPr>
          </a:lstStyle>
          <a:p>
            <a:fld id="{D2AB56CD-0412-499D-B7C9-AB2AAC92AE15}" type="datetime4">
              <a:rPr lang="en-US" smtClean="0"/>
              <a:t>September 1, 2025</a:t>
            </a:fld>
            <a:endParaRPr lang="en-US"/>
          </a:p>
        </p:txBody>
      </p:sp>
    </p:spTree>
    <p:extLst>
      <p:ext uri="{BB962C8B-B14F-4D97-AF65-F5344CB8AC3E}">
        <p14:creationId xmlns:p14="http://schemas.microsoft.com/office/powerpoint/2010/main" val="240082654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Title, Content Photo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21792" y="832104"/>
            <a:ext cx="3026664" cy="1975104"/>
          </a:xfrm>
          <a:prstGeom prst="rect">
            <a:avLst/>
          </a:prstGeom>
        </p:spPr>
        <p:txBody>
          <a:bodyPr vert="horz" lIns="91440" tIns="45720" rIns="91440" bIns="45720" rtlCol="0" anchor="t">
            <a:noAutofit/>
          </a:bodyPr>
          <a:lstStyle>
            <a:lvl1pPr>
              <a:defRPr lang="en-US"/>
            </a:lvl1pPr>
          </a:lstStyle>
          <a:p>
            <a:pPr lvl="0">
              <a:lnSpc>
                <a:spcPct val="120000"/>
              </a:lnSpc>
            </a:pPr>
            <a:r>
              <a:rPr lang="en-US"/>
              <a:t>Click to edit Master title style</a:t>
            </a:r>
          </a:p>
        </p:txBody>
      </p:sp>
      <p:sp>
        <p:nvSpPr>
          <p:cNvPr id="4" name="Picture Placeholder 3">
            <a:extLst>
              <a:ext uri="{FF2B5EF4-FFF2-40B4-BE49-F238E27FC236}">
                <a16:creationId xmlns:a16="http://schemas.microsoft.com/office/drawing/2014/main" id="{B62DDFA9-B759-66BE-7432-9BA3B78BA115}"/>
              </a:ext>
            </a:extLst>
          </p:cNvPr>
          <p:cNvSpPr>
            <a:spLocks noGrp="1"/>
          </p:cNvSpPr>
          <p:nvPr>
            <p:ph type="pic" sz="quarter" idx="15"/>
          </p:nvPr>
        </p:nvSpPr>
        <p:spPr>
          <a:xfrm>
            <a:off x="749808" y="3127248"/>
            <a:ext cx="2752344" cy="2971800"/>
          </a:xfrm>
          <a:prstGeom prst="rect">
            <a:avLst/>
          </a:prstGeom>
          <a:blipFill>
            <a:blip r:embed="rId2" cstate="screen">
              <a:alphaModFix amt="70000"/>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a:t>Click icon to add picture</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187952" y="832104"/>
            <a:ext cx="7159752" cy="5266944"/>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p>
        </p:txBody>
      </p:sp>
      <p:sp>
        <p:nvSpPr>
          <p:cNvPr id="10" name="Footer Placeholder 9">
            <a:extLst>
              <a:ext uri="{FF2B5EF4-FFF2-40B4-BE49-F238E27FC236}">
                <a16:creationId xmlns:a16="http://schemas.microsoft.com/office/drawing/2014/main" id="{1132C641-BBC6-FDF1-6E07-A4ECB6F4E075}"/>
              </a:ext>
            </a:extLst>
          </p:cNvPr>
          <p:cNvSpPr>
            <a:spLocks noGrp="1"/>
          </p:cNvSpPr>
          <p:nvPr>
            <p:ph type="ftr" sz="quarter" idx="17"/>
          </p:nvPr>
        </p:nvSpPr>
        <p:spPr/>
        <p:txBody>
          <a:bodyPr/>
          <a:lstStyle/>
          <a:p>
            <a:pPr algn="r"/>
            <a:r>
              <a:rPr lang="en-US"/>
              <a:t>Sample Footer Text</a:t>
            </a:r>
          </a:p>
        </p:txBody>
      </p:sp>
      <p:sp>
        <p:nvSpPr>
          <p:cNvPr id="11" name="Slide Number Placeholder 10">
            <a:extLst>
              <a:ext uri="{FF2B5EF4-FFF2-40B4-BE49-F238E27FC236}">
                <a16:creationId xmlns:a16="http://schemas.microsoft.com/office/drawing/2014/main" id="{A269CA60-CDC8-6DFB-019E-C9EAC0FF936A}"/>
              </a:ext>
            </a:extLst>
          </p:cNvPr>
          <p:cNvSpPr>
            <a:spLocks noGrp="1"/>
          </p:cNvSpPr>
          <p:nvPr>
            <p:ph type="sldNum" sz="quarter" idx="18"/>
          </p:nvPr>
        </p:nvSpPr>
        <p:spPr/>
        <p:txBody>
          <a:bodyPr/>
          <a:lstStyle/>
          <a:p>
            <a:pPr algn="ctr"/>
            <a:fld id="{8D252C1B-CBF0-4A4D-8F57-7FB989103249}" type="slidenum">
              <a:rPr lang="en-US" smtClean="0"/>
              <a:pPr algn="ctr"/>
              <a:t>‹#›</a:t>
            </a:fld>
            <a:endParaRPr lang="en-US"/>
          </a:p>
        </p:txBody>
      </p:sp>
      <p:sp>
        <p:nvSpPr>
          <p:cNvPr id="9" name="Date Placeholder 8">
            <a:extLst>
              <a:ext uri="{FF2B5EF4-FFF2-40B4-BE49-F238E27FC236}">
                <a16:creationId xmlns:a16="http://schemas.microsoft.com/office/drawing/2014/main" id="{EA71B670-6276-528F-4109-EE99F8B6D502}"/>
              </a:ext>
            </a:extLst>
          </p:cNvPr>
          <p:cNvSpPr>
            <a:spLocks noGrp="1"/>
          </p:cNvSpPr>
          <p:nvPr>
            <p:ph type="dt" sz="half" idx="16"/>
          </p:nvPr>
        </p:nvSpPr>
        <p:spPr/>
        <p:txBody>
          <a:bodyPr/>
          <a:lstStyle/>
          <a:p>
            <a:fld id="{51A9647B-C464-4C42-94AF-33C5B2DD47F7}" type="datetime4">
              <a:rPr lang="en-US" smtClean="0"/>
              <a:t>September 1, 2025</a:t>
            </a:fld>
            <a:endParaRPr lang="en-US"/>
          </a:p>
        </p:txBody>
      </p:sp>
    </p:spTree>
    <p:extLst>
      <p:ext uri="{BB962C8B-B14F-4D97-AF65-F5344CB8AC3E}">
        <p14:creationId xmlns:p14="http://schemas.microsoft.com/office/powerpoint/2010/main" val="331778169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Big Number">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824484" y="552299"/>
            <a:ext cx="10543032" cy="4114800"/>
          </a:xfrm>
          <a:prstGeom prst="rect">
            <a:avLst/>
          </a:prstGeom>
        </p:spPr>
        <p:txBody>
          <a:bodyPr>
            <a:normAutofit/>
          </a:bodyPr>
          <a:lstStyle>
            <a:lvl1pPr algn="ctr">
              <a:lnSpc>
                <a:spcPct val="120000"/>
              </a:lnSpc>
              <a:defRPr sz="23200">
                <a:solidFill>
                  <a:schemeClr val="bg1"/>
                </a:solidFill>
              </a:defRPr>
            </a:lvl1pPr>
          </a:lstStyle>
          <a:p>
            <a:r>
              <a:rPr lang="en-US"/>
              <a:t>##%</a:t>
            </a:r>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p:nvPr>
        </p:nvSpPr>
        <p:spPr>
          <a:xfrm>
            <a:off x="2333244" y="4824374"/>
            <a:ext cx="7525512" cy="1545336"/>
          </a:xfrm>
          <a:prstGeom prst="rect">
            <a:avLst/>
          </a:prstGeom>
        </p:spPr>
        <p:txBody>
          <a:bodyPr>
            <a:noAutofit/>
          </a:bodyPr>
          <a:lstStyle>
            <a:lvl1pPr marL="0" indent="0" algn="ctr">
              <a:lnSpc>
                <a:spcPct val="130000"/>
              </a:lnSpc>
              <a:buNone/>
              <a:defRPr sz="2800">
                <a:solidFill>
                  <a:schemeClr val="bg1"/>
                </a:solidFill>
              </a:defRPr>
            </a:lvl1pPr>
            <a:lvl2pPr marL="228600" indent="0" algn="ctr">
              <a:lnSpc>
                <a:spcPct val="130000"/>
              </a:lnSpc>
              <a:buNone/>
              <a:defRPr sz="2400">
                <a:solidFill>
                  <a:schemeClr val="bg1"/>
                </a:solidFill>
              </a:defRPr>
            </a:lvl2pPr>
            <a:lvl3pPr marL="457200" indent="0" algn="ctr">
              <a:lnSpc>
                <a:spcPct val="130000"/>
              </a:lnSpc>
              <a:buNone/>
              <a:defRPr sz="2000">
                <a:solidFill>
                  <a:schemeClr val="bg1"/>
                </a:solidFill>
              </a:defRPr>
            </a:lvl3pPr>
            <a:lvl4pPr marL="685800" indent="0" algn="ctr">
              <a:lnSpc>
                <a:spcPct val="130000"/>
              </a:lnSpc>
              <a:buNone/>
              <a:defRPr sz="1800">
                <a:solidFill>
                  <a:schemeClr val="bg1"/>
                </a:solidFill>
              </a:defRPr>
            </a:lvl4pPr>
            <a:lvl5pPr marL="914400" indent="0" algn="ctr">
              <a:lnSpc>
                <a:spcPct val="130000"/>
              </a:lnSpc>
              <a:buNone/>
              <a:defRPr sz="16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2B3A61EC-7FBA-4A9E-9442-8C179449C2C5}"/>
              </a:ext>
            </a:extLst>
          </p:cNvPr>
          <p:cNvSpPr>
            <a:spLocks noGrp="1"/>
          </p:cNvSpPr>
          <p:nvPr>
            <p:ph type="ftr" sz="quarter" idx="15"/>
          </p:nvPr>
        </p:nvSpPr>
        <p:spPr/>
        <p:txBody>
          <a:bodyPr/>
          <a:lstStyle>
            <a:lvl1pPr>
              <a:defRPr>
                <a:solidFill>
                  <a:schemeClr val="bg1"/>
                </a:solidFill>
              </a:defRPr>
            </a:lvl1pPr>
          </a:lstStyle>
          <a:p>
            <a:r>
              <a:rPr lang="en-US"/>
              <a:t>Sample Footer Text</a:t>
            </a:r>
          </a:p>
        </p:txBody>
      </p:sp>
      <p:sp>
        <p:nvSpPr>
          <p:cNvPr id="5" name="Slide Number Placeholder 4">
            <a:extLst>
              <a:ext uri="{FF2B5EF4-FFF2-40B4-BE49-F238E27FC236}">
                <a16:creationId xmlns:a16="http://schemas.microsoft.com/office/drawing/2014/main" id="{977FCA03-0EA5-26E8-F7C9-22AD8F298A4D}"/>
              </a:ext>
            </a:extLst>
          </p:cNvPr>
          <p:cNvSpPr>
            <a:spLocks noGrp="1"/>
          </p:cNvSpPr>
          <p:nvPr>
            <p:ph type="sldNum" sz="quarter" idx="16"/>
          </p:nvPr>
        </p:nvSpPr>
        <p:spPr/>
        <p:txBody>
          <a:bodyPr/>
          <a:lstStyle>
            <a:lvl1pPr>
              <a:defRPr>
                <a:solidFill>
                  <a:schemeClr val="bg1"/>
                </a:solidFill>
              </a:defRPr>
            </a:lvl1pPr>
          </a:lstStyle>
          <a:p>
            <a:fld id="{8D252C1B-CBF0-4A4D-8F57-7FB989103249}" type="slidenum">
              <a:rPr lang="en-US" smtClean="0"/>
              <a:pPr/>
              <a:t>‹#›</a:t>
            </a:fld>
            <a:endParaRPr lang="en-US"/>
          </a:p>
        </p:txBody>
      </p:sp>
      <p:sp>
        <p:nvSpPr>
          <p:cNvPr id="3" name="Date Placeholder 2">
            <a:extLst>
              <a:ext uri="{FF2B5EF4-FFF2-40B4-BE49-F238E27FC236}">
                <a16:creationId xmlns:a16="http://schemas.microsoft.com/office/drawing/2014/main" id="{0AB237A3-2F09-B8A5-B137-C37686B24A0F}"/>
              </a:ext>
            </a:extLst>
          </p:cNvPr>
          <p:cNvSpPr>
            <a:spLocks noGrp="1"/>
          </p:cNvSpPr>
          <p:nvPr>
            <p:ph type="dt" sz="half" idx="14"/>
          </p:nvPr>
        </p:nvSpPr>
        <p:spPr/>
        <p:txBody>
          <a:bodyPr/>
          <a:lstStyle>
            <a:lvl1pPr>
              <a:defRPr>
                <a:solidFill>
                  <a:schemeClr val="bg1"/>
                </a:solidFill>
              </a:defRPr>
            </a:lvl1pPr>
          </a:lstStyle>
          <a:p>
            <a:fld id="{121A9E56-5432-4BBA-932A-7E3894D85703}" type="datetime4">
              <a:rPr lang="en-US" smtClean="0"/>
              <a:pPr/>
              <a:t>September 1, 2025</a:t>
            </a:fld>
            <a:endParaRPr lang="en-US"/>
          </a:p>
        </p:txBody>
      </p:sp>
    </p:spTree>
    <p:extLst>
      <p:ext uri="{BB962C8B-B14F-4D97-AF65-F5344CB8AC3E}">
        <p14:creationId xmlns:p14="http://schemas.microsoft.com/office/powerpoint/2010/main" val="3072968683"/>
      </p:ext>
    </p:extLst>
  </p:cSld>
  <p:clrMapOvr>
    <a:overrideClrMapping bg1="lt1" tx1="dk1" bg2="lt2" tx2="dk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Big Number 2">
    <p:bg>
      <p:bgPr>
        <a:solidFill>
          <a:schemeClr val="tx1"/>
        </a:solidFill>
        <a:effectLst/>
      </p:bgPr>
    </p:bg>
    <p:spTree>
      <p:nvGrpSpPr>
        <p:cNvPr id="1" name=""/>
        <p:cNvGrpSpPr/>
        <p:nvPr/>
      </p:nvGrpSpPr>
      <p:grpSpPr>
        <a:xfrm>
          <a:off x="0" y="0"/>
          <a:ext cx="0" cy="0"/>
          <a:chOff x="0" y="0"/>
          <a:chExt cx="0" cy="0"/>
        </a:xfrm>
      </p:grpSpPr>
      <p:sp>
        <p:nvSpPr>
          <p:cNvPr id="6" name="Oval 5">
            <a:extLst>
              <a:ext uri="{FF2B5EF4-FFF2-40B4-BE49-F238E27FC236}">
                <a16:creationId xmlns:a16="http://schemas.microsoft.com/office/drawing/2014/main" id="{7B0096CA-75D7-CA25-573B-355156CF4123}"/>
              </a:ext>
              <a:ext uri="{C183D7F6-B498-43B3-948B-1728B52AA6E4}">
                <adec:decorative xmlns:adec="http://schemas.microsoft.com/office/drawing/2017/decorative" val="1"/>
              </a:ext>
            </a:extLst>
          </p:cNvPr>
          <p:cNvSpPr/>
          <p:nvPr/>
        </p:nvSpPr>
        <p:spPr>
          <a:xfrm>
            <a:off x="829587" y="753291"/>
            <a:ext cx="5356272" cy="535627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1005840" y="1399032"/>
            <a:ext cx="5029200" cy="3886200"/>
          </a:xfrm>
          <a:prstGeom prst="rect">
            <a:avLst/>
          </a:prstGeom>
        </p:spPr>
        <p:txBody>
          <a:bodyPr anchor="ctr">
            <a:normAutofit/>
          </a:bodyPr>
          <a:lstStyle>
            <a:lvl1pPr algn="ctr">
              <a:lnSpc>
                <a:spcPct val="120000"/>
              </a:lnSpc>
              <a:defRPr sz="16500">
                <a:solidFill>
                  <a:schemeClr val="tx1"/>
                </a:solidFill>
              </a:defRPr>
            </a:lvl1pPr>
          </a:lstStyle>
          <a:p>
            <a:r>
              <a:rPr lang="en-US"/>
              <a:t>##%</a:t>
            </a:r>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p:nvPr>
        </p:nvSpPr>
        <p:spPr>
          <a:xfrm>
            <a:off x="7132321" y="1481328"/>
            <a:ext cx="3977640" cy="3886200"/>
          </a:xfrm>
          <a:prstGeom prst="rect">
            <a:avLst/>
          </a:prstGeom>
        </p:spPr>
        <p:txBody>
          <a:bodyPr anchor="ctr">
            <a:normAutofit/>
          </a:bodyPr>
          <a:lstStyle>
            <a:lvl1pPr marL="0" indent="0" algn="ctr">
              <a:lnSpc>
                <a:spcPct val="120000"/>
              </a:lnSpc>
              <a:buNone/>
              <a:defRPr sz="2800">
                <a:solidFill>
                  <a:schemeClr val="bg1"/>
                </a:solidFill>
              </a:defRPr>
            </a:lvl1pPr>
            <a:lvl2pPr marL="228600" indent="0" algn="ctr">
              <a:lnSpc>
                <a:spcPct val="120000"/>
              </a:lnSpc>
              <a:buNone/>
              <a:defRPr sz="2400">
                <a:solidFill>
                  <a:schemeClr val="bg1"/>
                </a:solidFill>
              </a:defRPr>
            </a:lvl2pPr>
            <a:lvl3pPr marL="457200" indent="0" algn="ctr">
              <a:lnSpc>
                <a:spcPct val="120000"/>
              </a:lnSpc>
              <a:buNone/>
              <a:defRPr sz="2000">
                <a:solidFill>
                  <a:schemeClr val="bg1"/>
                </a:solidFill>
              </a:defRPr>
            </a:lvl3pPr>
            <a:lvl4pPr marL="685800" indent="0" algn="ctr">
              <a:lnSpc>
                <a:spcPct val="120000"/>
              </a:lnSpc>
              <a:buNone/>
              <a:defRPr sz="1800">
                <a:solidFill>
                  <a:schemeClr val="bg1"/>
                </a:solidFill>
              </a:defRPr>
            </a:lvl4pPr>
            <a:lvl5pPr marL="914400" indent="0" algn="ctr">
              <a:lnSpc>
                <a:spcPct val="120000"/>
              </a:lnSpc>
              <a:buNone/>
              <a:defRPr sz="16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A2D2E6B6-CCB6-19E2-A69D-C764AA1EC372}"/>
              </a:ext>
            </a:extLst>
          </p:cNvPr>
          <p:cNvSpPr>
            <a:spLocks noGrp="1"/>
          </p:cNvSpPr>
          <p:nvPr>
            <p:ph type="ftr" sz="quarter" idx="15"/>
          </p:nvPr>
        </p:nvSpPr>
        <p:spPr/>
        <p:txBody>
          <a:bodyPr/>
          <a:lstStyle>
            <a:lvl1pPr>
              <a:defRPr>
                <a:solidFill>
                  <a:schemeClr val="bg1"/>
                </a:solidFill>
              </a:defRPr>
            </a:lvl1pPr>
          </a:lstStyle>
          <a:p>
            <a:r>
              <a:rPr lang="en-US"/>
              <a:t>Sample Footer Text</a:t>
            </a:r>
          </a:p>
        </p:txBody>
      </p:sp>
      <p:sp>
        <p:nvSpPr>
          <p:cNvPr id="10" name="Slide Number Placeholder 9">
            <a:extLst>
              <a:ext uri="{FF2B5EF4-FFF2-40B4-BE49-F238E27FC236}">
                <a16:creationId xmlns:a16="http://schemas.microsoft.com/office/drawing/2014/main" id="{B2A74F3A-BE47-0CC8-D1E7-D40F9DDE6693}"/>
              </a:ext>
            </a:extLst>
          </p:cNvPr>
          <p:cNvSpPr>
            <a:spLocks noGrp="1"/>
          </p:cNvSpPr>
          <p:nvPr>
            <p:ph type="sldNum" sz="quarter" idx="16"/>
          </p:nvPr>
        </p:nvSpPr>
        <p:spPr/>
        <p:txBody>
          <a:bodyPr/>
          <a:lstStyle>
            <a:lvl1pPr>
              <a:defRPr>
                <a:solidFill>
                  <a:schemeClr val="bg1"/>
                </a:solidFill>
              </a:defRPr>
            </a:lvl1pPr>
          </a:lstStyle>
          <a:p>
            <a:fld id="{8D252C1B-CBF0-4A4D-8F57-7FB989103249}" type="slidenum">
              <a:rPr lang="en-US" smtClean="0"/>
              <a:pPr/>
              <a:t>‹#›</a:t>
            </a:fld>
            <a:endParaRPr lang="en-US"/>
          </a:p>
        </p:txBody>
      </p:sp>
      <p:sp>
        <p:nvSpPr>
          <p:cNvPr id="8" name="Date Placeholder 7">
            <a:extLst>
              <a:ext uri="{FF2B5EF4-FFF2-40B4-BE49-F238E27FC236}">
                <a16:creationId xmlns:a16="http://schemas.microsoft.com/office/drawing/2014/main" id="{80ED7D16-DAA8-49C0-BE4C-4EC3B6D1CAC1}"/>
              </a:ext>
            </a:extLst>
          </p:cNvPr>
          <p:cNvSpPr>
            <a:spLocks noGrp="1"/>
          </p:cNvSpPr>
          <p:nvPr>
            <p:ph type="dt" sz="half" idx="14"/>
          </p:nvPr>
        </p:nvSpPr>
        <p:spPr/>
        <p:txBody>
          <a:bodyPr/>
          <a:lstStyle>
            <a:lvl1pPr>
              <a:defRPr>
                <a:solidFill>
                  <a:schemeClr val="bg1"/>
                </a:solidFill>
              </a:defRPr>
            </a:lvl1pPr>
          </a:lstStyle>
          <a:p>
            <a:fld id="{1F83F280-2EB0-4207-82F1-32148C5EE73C}" type="datetime4">
              <a:rPr lang="en-US" smtClean="0"/>
              <a:pPr/>
              <a:t>September 1, 2025</a:t>
            </a:fld>
            <a:endParaRPr lang="en-US"/>
          </a:p>
        </p:txBody>
      </p:sp>
    </p:spTree>
    <p:extLst>
      <p:ext uri="{BB962C8B-B14F-4D97-AF65-F5344CB8AC3E}">
        <p14:creationId xmlns:p14="http://schemas.microsoft.com/office/powerpoint/2010/main" val="572011063"/>
      </p:ext>
    </p:extLst>
  </p:cSld>
  <p:clrMapOvr>
    <a:overrideClrMapping bg1="lt1" tx1="dk1" bg2="lt2" tx2="dk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Big Number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619959" y="603504"/>
            <a:ext cx="10718602" cy="4206240"/>
          </a:xfrm>
          <a:prstGeom prst="rect">
            <a:avLst/>
          </a:prstGeom>
        </p:spPr>
        <p:txBody>
          <a:bodyPr anchor="ctr">
            <a:noAutofit/>
          </a:bodyPr>
          <a:lstStyle>
            <a:lvl1pPr algn="l">
              <a:lnSpc>
                <a:spcPct val="120000"/>
              </a:lnSpc>
              <a:defRPr sz="39000">
                <a:solidFill>
                  <a:schemeClr val="tx1"/>
                </a:solidFill>
              </a:defRPr>
            </a:lvl1pPr>
          </a:lstStyle>
          <a:p>
            <a:r>
              <a:rPr lang="en-US"/>
              <a:t>##%</a:t>
            </a:r>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p:nvPr>
        </p:nvSpPr>
        <p:spPr>
          <a:xfrm>
            <a:off x="619957" y="5155385"/>
            <a:ext cx="6931152" cy="1353312"/>
          </a:xfrm>
          <a:prstGeom prst="rect">
            <a:avLst/>
          </a:prstGeom>
        </p:spPr>
        <p:txBody>
          <a:bodyPr anchor="ctr">
            <a:normAutofit/>
          </a:bodyPr>
          <a:lstStyle>
            <a:lvl1pPr marL="0" indent="0" algn="l">
              <a:lnSpc>
                <a:spcPct val="120000"/>
              </a:lnSpc>
              <a:buNone/>
              <a:defRPr sz="2800">
                <a:solidFill>
                  <a:schemeClr val="tx1"/>
                </a:solidFill>
              </a:defRPr>
            </a:lvl1pPr>
            <a:lvl2pPr marL="228600" indent="0" algn="l">
              <a:lnSpc>
                <a:spcPct val="120000"/>
              </a:lnSpc>
              <a:buNone/>
              <a:defRPr sz="2400">
                <a:solidFill>
                  <a:schemeClr val="tx1"/>
                </a:solidFill>
              </a:defRPr>
            </a:lvl2pPr>
            <a:lvl3pPr marL="457200" indent="0" algn="l">
              <a:lnSpc>
                <a:spcPct val="120000"/>
              </a:lnSpc>
              <a:buNone/>
              <a:defRPr sz="2000">
                <a:solidFill>
                  <a:schemeClr val="tx1"/>
                </a:solidFill>
              </a:defRPr>
            </a:lvl3pPr>
            <a:lvl4pPr marL="685800" indent="0" algn="l">
              <a:lnSpc>
                <a:spcPct val="120000"/>
              </a:lnSpc>
              <a:buNone/>
              <a:defRPr sz="1800">
                <a:solidFill>
                  <a:schemeClr val="tx1"/>
                </a:solidFill>
              </a:defRPr>
            </a:lvl4pPr>
            <a:lvl5pPr marL="914400" indent="0" algn="l">
              <a:lnSpc>
                <a:spcPct val="120000"/>
              </a:lnSpc>
              <a:buNone/>
              <a:defRPr sz="16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70ED1247-19CB-941A-555D-BFD7877EEDF2}"/>
              </a:ext>
            </a:extLst>
          </p:cNvPr>
          <p:cNvSpPr>
            <a:spLocks noGrp="1"/>
          </p:cNvSpPr>
          <p:nvPr>
            <p:ph type="ftr" sz="quarter" idx="15"/>
          </p:nvPr>
        </p:nvSpPr>
        <p:spPr/>
        <p:txBody>
          <a:bodyPr/>
          <a:lstStyle/>
          <a:p>
            <a:pPr algn="r"/>
            <a:r>
              <a:rPr lang="en-US"/>
              <a:t>Sample Footer Text</a:t>
            </a:r>
          </a:p>
        </p:txBody>
      </p:sp>
      <p:sp>
        <p:nvSpPr>
          <p:cNvPr id="9" name="Slide Number Placeholder 8">
            <a:extLst>
              <a:ext uri="{FF2B5EF4-FFF2-40B4-BE49-F238E27FC236}">
                <a16:creationId xmlns:a16="http://schemas.microsoft.com/office/drawing/2014/main" id="{C26675B0-35FF-8058-9035-92E75857825C}"/>
              </a:ext>
            </a:extLst>
          </p:cNvPr>
          <p:cNvSpPr>
            <a:spLocks noGrp="1"/>
          </p:cNvSpPr>
          <p:nvPr>
            <p:ph type="sldNum" sz="quarter" idx="16"/>
          </p:nvPr>
        </p:nvSpPr>
        <p:spPr/>
        <p:txBody>
          <a:bodyPr/>
          <a:lstStyle/>
          <a:p>
            <a:pPr algn="ctr"/>
            <a:fld id="{8D252C1B-CBF0-4A4D-8F57-7FB989103249}" type="slidenum">
              <a:rPr lang="en-US" smtClean="0"/>
              <a:pPr algn="ctr"/>
              <a:t>‹#›</a:t>
            </a:fld>
            <a:endParaRPr lang="en-US"/>
          </a:p>
        </p:txBody>
      </p:sp>
      <p:sp>
        <p:nvSpPr>
          <p:cNvPr id="6" name="Date Placeholder 5">
            <a:extLst>
              <a:ext uri="{FF2B5EF4-FFF2-40B4-BE49-F238E27FC236}">
                <a16:creationId xmlns:a16="http://schemas.microsoft.com/office/drawing/2014/main" id="{63D79712-39C8-4014-C5C0-7E12BC6E3BB3}"/>
              </a:ext>
            </a:extLst>
          </p:cNvPr>
          <p:cNvSpPr>
            <a:spLocks noGrp="1"/>
          </p:cNvSpPr>
          <p:nvPr>
            <p:ph type="dt" sz="half" idx="14"/>
          </p:nvPr>
        </p:nvSpPr>
        <p:spPr/>
        <p:txBody>
          <a:bodyPr/>
          <a:lstStyle/>
          <a:p>
            <a:fld id="{56418C53-827A-443E-BB57-B185D3D183F7}" type="datetime4">
              <a:rPr lang="en-US" smtClean="0"/>
              <a:t>September 1, 2025</a:t>
            </a:fld>
            <a:endParaRPr lang="en-US"/>
          </a:p>
        </p:txBody>
      </p:sp>
    </p:spTree>
    <p:extLst>
      <p:ext uri="{BB962C8B-B14F-4D97-AF65-F5344CB8AC3E}">
        <p14:creationId xmlns:p14="http://schemas.microsoft.com/office/powerpoint/2010/main" val="1201335562"/>
      </p:ext>
    </p:extLst>
  </p:cSld>
  <p:clrMapOvr>
    <a:overrideClrMapping bg1="lt1" tx1="dk1" bg2="lt2" tx2="dk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a:prstGeom prst="rect">
            <a:avLst/>
          </a:prstGeo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630936"/>
            <a:ext cx="8823960" cy="5605272"/>
          </a:xfrm>
          <a:prstGeom prst="rect">
            <a:avLst/>
          </a:prstGeom>
        </p:spPr>
        <p:txBody>
          <a:bodyPr anchor="ctr">
            <a:noAutofit/>
          </a:bodyPr>
          <a:lstStyle>
            <a:lvl1pPr marL="0" indent="0">
              <a:lnSpc>
                <a:spcPct val="100000"/>
              </a:lnSpc>
              <a:buNone/>
              <a:defRPr sz="6600" b="1">
                <a:latin typeface="+mj-lt"/>
              </a:defRPr>
            </a:lvl1pPr>
            <a:lvl2pPr marL="228600" indent="0">
              <a:lnSpc>
                <a:spcPct val="100000"/>
              </a:lnSpc>
              <a:buNone/>
              <a:defRPr sz="6000" b="1">
                <a:latin typeface="+mj-lt"/>
              </a:defRPr>
            </a:lvl2pPr>
            <a:lvl3pPr marL="457200" indent="0">
              <a:lnSpc>
                <a:spcPct val="100000"/>
              </a:lnSpc>
              <a:buNone/>
              <a:defRPr sz="5400" b="1">
                <a:latin typeface="+mj-lt"/>
              </a:defRPr>
            </a:lvl3pPr>
            <a:lvl4pPr marL="685800" indent="0">
              <a:lnSpc>
                <a:spcPct val="100000"/>
              </a:lnSpc>
              <a:buNone/>
              <a:defRPr sz="4800" b="1">
                <a:latin typeface="+mj-lt"/>
              </a:defRPr>
            </a:lvl4pPr>
            <a:lvl5pPr marL="914400" indent="0">
              <a:lnSpc>
                <a:spcPct val="100000"/>
              </a:lnSpc>
              <a:buNone/>
              <a:defRPr sz="4400" b="1">
                <a:latin typeface="+mj-lt"/>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C238DD6E-BA45-325F-FC98-6AB079993A27}"/>
              </a:ext>
            </a:extLst>
          </p:cNvPr>
          <p:cNvSpPr>
            <a:spLocks noGrp="1"/>
          </p:cNvSpPr>
          <p:nvPr>
            <p:ph type="ftr" sz="quarter" idx="15"/>
          </p:nvPr>
        </p:nvSpPr>
        <p:spPr/>
        <p:txBody>
          <a:bodyPr/>
          <a:lstStyle/>
          <a:p>
            <a:pPr algn="r"/>
            <a:r>
              <a:rPr lang="en-US"/>
              <a:t>Sample Footer Text</a:t>
            </a:r>
          </a:p>
        </p:txBody>
      </p:sp>
      <p:sp>
        <p:nvSpPr>
          <p:cNvPr id="9" name="Slide Number Placeholder 8">
            <a:extLst>
              <a:ext uri="{FF2B5EF4-FFF2-40B4-BE49-F238E27FC236}">
                <a16:creationId xmlns:a16="http://schemas.microsoft.com/office/drawing/2014/main" id="{84561359-17E3-A6CE-455E-CE886396C407}"/>
              </a:ext>
            </a:extLst>
          </p:cNvPr>
          <p:cNvSpPr>
            <a:spLocks noGrp="1"/>
          </p:cNvSpPr>
          <p:nvPr>
            <p:ph type="sldNum" sz="quarter" idx="16"/>
          </p:nvPr>
        </p:nvSpPr>
        <p:spPr/>
        <p:txBody>
          <a:bodyPr/>
          <a:lstStyle/>
          <a:p>
            <a:pPr algn="ctr"/>
            <a:fld id="{8D252C1B-CBF0-4A4D-8F57-7FB989103249}" type="slidenum">
              <a:rPr lang="en-US" smtClean="0"/>
              <a:pPr algn="ctr"/>
              <a:t>‹#›</a:t>
            </a:fld>
            <a:endParaRPr lang="en-US"/>
          </a:p>
        </p:txBody>
      </p:sp>
      <p:sp>
        <p:nvSpPr>
          <p:cNvPr id="6" name="Date Placeholder 5">
            <a:extLst>
              <a:ext uri="{FF2B5EF4-FFF2-40B4-BE49-F238E27FC236}">
                <a16:creationId xmlns:a16="http://schemas.microsoft.com/office/drawing/2014/main" id="{3B755257-CD66-9127-946E-3A75867E9B50}"/>
              </a:ext>
            </a:extLst>
          </p:cNvPr>
          <p:cNvSpPr>
            <a:spLocks noGrp="1"/>
          </p:cNvSpPr>
          <p:nvPr>
            <p:ph type="dt" sz="half" idx="14"/>
          </p:nvPr>
        </p:nvSpPr>
        <p:spPr/>
        <p:txBody>
          <a:bodyPr/>
          <a:lstStyle/>
          <a:p>
            <a:fld id="{77DEC2F4-E8D2-4DB7-837F-84F095865B45}" type="datetime4">
              <a:rPr lang="en-US" smtClean="0"/>
              <a:t>September 1, 2025</a:t>
            </a:fld>
            <a:endParaRPr lang="en-US"/>
          </a:p>
        </p:txBody>
      </p:sp>
    </p:spTree>
    <p:extLst>
      <p:ext uri="{BB962C8B-B14F-4D97-AF65-F5344CB8AC3E}">
        <p14:creationId xmlns:p14="http://schemas.microsoft.com/office/powerpoint/2010/main" val="153257692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Statement 2">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52DDDF4-404D-D47E-DF36-45AD969EF656}"/>
              </a:ext>
              <a:ext uri="{C183D7F6-B498-43B3-948B-1728B52AA6E4}">
                <adec:decorative xmlns:adec="http://schemas.microsoft.com/office/drawing/2017/decorative" val="1"/>
              </a:ext>
            </a:extLst>
          </p:cNvPr>
          <p:cNvSpPr/>
          <p:nvPr/>
        </p:nvSpPr>
        <p:spPr>
          <a:xfrm>
            <a:off x="762000" y="762000"/>
            <a:ext cx="10668000" cy="5334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a:prstGeom prst="rect">
            <a:avLst/>
          </a:prstGeo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345996" y="1243585"/>
            <a:ext cx="9363456" cy="4352544"/>
          </a:xfrm>
          <a:prstGeom prst="rect">
            <a:avLst/>
          </a:prstGeom>
        </p:spPr>
        <p:txBody>
          <a:bodyPr anchor="b">
            <a:noAutofit/>
          </a:bodyPr>
          <a:lstStyle>
            <a:lvl1pPr marL="0" indent="0">
              <a:lnSpc>
                <a:spcPct val="100000"/>
              </a:lnSpc>
              <a:buNone/>
              <a:defRPr sz="5400" b="1">
                <a:solidFill>
                  <a:schemeClr val="bg1"/>
                </a:solidFill>
                <a:latin typeface="+mj-lt"/>
              </a:defRPr>
            </a:lvl1pPr>
            <a:lvl2pPr marL="228600" indent="0">
              <a:lnSpc>
                <a:spcPct val="100000"/>
              </a:lnSpc>
              <a:buNone/>
              <a:defRPr sz="4800" b="1">
                <a:solidFill>
                  <a:schemeClr val="bg1"/>
                </a:solidFill>
                <a:latin typeface="+mj-lt"/>
              </a:defRPr>
            </a:lvl2pPr>
            <a:lvl3pPr marL="457200" indent="0">
              <a:lnSpc>
                <a:spcPct val="100000"/>
              </a:lnSpc>
              <a:buNone/>
              <a:defRPr sz="4400" b="1">
                <a:solidFill>
                  <a:schemeClr val="bg1"/>
                </a:solidFill>
                <a:latin typeface="+mj-lt"/>
              </a:defRPr>
            </a:lvl3pPr>
            <a:lvl4pPr marL="685800" indent="0">
              <a:lnSpc>
                <a:spcPct val="100000"/>
              </a:lnSpc>
              <a:buNone/>
              <a:defRPr sz="4000" b="1">
                <a:solidFill>
                  <a:schemeClr val="bg1"/>
                </a:solidFill>
                <a:latin typeface="+mj-lt"/>
              </a:defRPr>
            </a:lvl4pPr>
            <a:lvl5pPr marL="914400" indent="0">
              <a:lnSpc>
                <a:spcPct val="100000"/>
              </a:lnSpc>
              <a:buNone/>
              <a:defRPr sz="3600" b="1">
                <a:solidFill>
                  <a:schemeClr val="bg1"/>
                </a:solidFill>
                <a:latin typeface="+mj-lt"/>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7BF4B512-F99C-D9B7-72D2-817D72EBA2DB}"/>
              </a:ext>
            </a:extLst>
          </p:cNvPr>
          <p:cNvSpPr>
            <a:spLocks noGrp="1"/>
          </p:cNvSpPr>
          <p:nvPr>
            <p:ph type="ftr" sz="quarter" idx="15"/>
          </p:nvPr>
        </p:nvSpPr>
        <p:spPr/>
        <p:txBody>
          <a:bodyPr/>
          <a:lstStyle/>
          <a:p>
            <a:pPr algn="r"/>
            <a:r>
              <a:rPr lang="en-US"/>
              <a:t>Sample Footer Text</a:t>
            </a:r>
          </a:p>
        </p:txBody>
      </p:sp>
      <p:sp>
        <p:nvSpPr>
          <p:cNvPr id="10" name="Slide Number Placeholder 9">
            <a:extLst>
              <a:ext uri="{FF2B5EF4-FFF2-40B4-BE49-F238E27FC236}">
                <a16:creationId xmlns:a16="http://schemas.microsoft.com/office/drawing/2014/main" id="{63845CAD-AC7C-64D8-6E51-EE79214F6F82}"/>
              </a:ext>
            </a:extLst>
          </p:cNvPr>
          <p:cNvSpPr>
            <a:spLocks noGrp="1"/>
          </p:cNvSpPr>
          <p:nvPr>
            <p:ph type="sldNum" sz="quarter" idx="16"/>
          </p:nvPr>
        </p:nvSpPr>
        <p:spPr/>
        <p:txBody>
          <a:bodyPr/>
          <a:lstStyle/>
          <a:p>
            <a:pPr algn="ctr"/>
            <a:fld id="{8D252C1B-CBF0-4A4D-8F57-7FB989103249}" type="slidenum">
              <a:rPr lang="en-US" smtClean="0"/>
              <a:pPr algn="ctr"/>
              <a:t>‹#›</a:t>
            </a:fld>
            <a:endParaRPr lang="en-US"/>
          </a:p>
        </p:txBody>
      </p:sp>
      <p:sp>
        <p:nvSpPr>
          <p:cNvPr id="8" name="Date Placeholder 7">
            <a:extLst>
              <a:ext uri="{FF2B5EF4-FFF2-40B4-BE49-F238E27FC236}">
                <a16:creationId xmlns:a16="http://schemas.microsoft.com/office/drawing/2014/main" id="{C50EBA60-CA19-124A-5E9C-A6B0920F6C60}"/>
              </a:ext>
            </a:extLst>
          </p:cNvPr>
          <p:cNvSpPr>
            <a:spLocks noGrp="1"/>
          </p:cNvSpPr>
          <p:nvPr>
            <p:ph type="dt" sz="half" idx="14"/>
          </p:nvPr>
        </p:nvSpPr>
        <p:spPr/>
        <p:txBody>
          <a:bodyPr/>
          <a:lstStyle/>
          <a:p>
            <a:fld id="{891F6430-FBBC-4753-9696-7B6AFCBE2C44}" type="datetime4">
              <a:rPr lang="en-US" smtClean="0"/>
              <a:t>September 1, 2025</a:t>
            </a:fld>
            <a:endParaRPr lang="en-US"/>
          </a:p>
        </p:txBody>
      </p:sp>
    </p:spTree>
    <p:extLst>
      <p:ext uri="{BB962C8B-B14F-4D97-AF65-F5344CB8AC3E}">
        <p14:creationId xmlns:p14="http://schemas.microsoft.com/office/powerpoint/2010/main" val="105337382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Statement 3">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537E67D-6FAD-0A99-C787-882ED71E23B1}"/>
              </a:ext>
              <a:ext uri="{C183D7F6-B498-43B3-948B-1728B52AA6E4}">
                <adec:decorative xmlns:adec="http://schemas.microsoft.com/office/drawing/2017/decorative" val="1"/>
              </a:ext>
            </a:extLst>
          </p:cNvPr>
          <p:cNvSpPr/>
          <p:nvPr/>
        </p:nvSpPr>
        <p:spPr>
          <a:xfrm>
            <a:off x="762000" y="762000"/>
            <a:ext cx="10668000" cy="5334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a:prstGeom prst="rect">
            <a:avLst/>
          </a:prstGeo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678305" y="1725930"/>
            <a:ext cx="8835390" cy="3406140"/>
          </a:xfrm>
          <a:prstGeom prst="rect">
            <a:avLst/>
          </a:prstGeom>
        </p:spPr>
        <p:txBody>
          <a:bodyPr anchor="ctr">
            <a:normAutofit/>
          </a:bodyPr>
          <a:lstStyle>
            <a:lvl1pPr marL="0" indent="0" algn="ctr">
              <a:lnSpc>
                <a:spcPct val="120000"/>
              </a:lnSpc>
              <a:buNone/>
              <a:defRPr sz="2800" b="1" cap="all" spc="400" baseline="0">
                <a:solidFill>
                  <a:schemeClr val="bg1"/>
                </a:solidFill>
                <a:latin typeface="+mj-lt"/>
              </a:defRPr>
            </a:lvl1pPr>
            <a:lvl2pPr marL="228600" indent="0" algn="ctr">
              <a:lnSpc>
                <a:spcPct val="120000"/>
              </a:lnSpc>
              <a:buNone/>
              <a:defRPr sz="2400" b="1" cap="all" spc="400" baseline="0">
                <a:solidFill>
                  <a:schemeClr val="bg1"/>
                </a:solidFill>
                <a:latin typeface="+mj-lt"/>
              </a:defRPr>
            </a:lvl2pPr>
            <a:lvl3pPr marL="457200" indent="0" algn="ctr">
              <a:lnSpc>
                <a:spcPct val="120000"/>
              </a:lnSpc>
              <a:buNone/>
              <a:defRPr sz="2000" b="1" cap="all" spc="400" baseline="0">
                <a:solidFill>
                  <a:schemeClr val="bg1"/>
                </a:solidFill>
                <a:latin typeface="+mj-lt"/>
              </a:defRPr>
            </a:lvl3pPr>
            <a:lvl4pPr marL="685800" indent="0" algn="ctr">
              <a:lnSpc>
                <a:spcPct val="120000"/>
              </a:lnSpc>
              <a:buNone/>
              <a:defRPr sz="1800" b="1" cap="all" spc="400" baseline="0">
                <a:solidFill>
                  <a:schemeClr val="bg1"/>
                </a:solidFill>
                <a:latin typeface="+mj-lt"/>
              </a:defRPr>
            </a:lvl4pPr>
            <a:lvl5pPr marL="914400" indent="0" algn="ctr">
              <a:lnSpc>
                <a:spcPct val="120000"/>
              </a:lnSpc>
              <a:buNone/>
              <a:defRPr sz="1600" b="1" cap="all" spc="400" baseline="0">
                <a:solidFill>
                  <a:schemeClr val="bg1"/>
                </a:solidFill>
                <a:latin typeface="+mj-lt"/>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33DE137C-5ECC-1E5D-1B32-66980AF57C90}"/>
              </a:ext>
            </a:extLst>
          </p:cNvPr>
          <p:cNvSpPr>
            <a:spLocks noGrp="1"/>
          </p:cNvSpPr>
          <p:nvPr>
            <p:ph type="ftr" sz="quarter" idx="15"/>
          </p:nvPr>
        </p:nvSpPr>
        <p:spPr/>
        <p:txBody>
          <a:bodyPr/>
          <a:lstStyle/>
          <a:p>
            <a:pPr algn="r"/>
            <a:r>
              <a:rPr lang="en-US"/>
              <a:t>Sample Footer Text</a:t>
            </a:r>
          </a:p>
        </p:txBody>
      </p:sp>
      <p:sp>
        <p:nvSpPr>
          <p:cNvPr id="6" name="Slide Number Placeholder 5">
            <a:extLst>
              <a:ext uri="{FF2B5EF4-FFF2-40B4-BE49-F238E27FC236}">
                <a16:creationId xmlns:a16="http://schemas.microsoft.com/office/drawing/2014/main" id="{F449DE64-06FD-C076-B922-72AA597784C2}"/>
              </a:ext>
            </a:extLst>
          </p:cNvPr>
          <p:cNvSpPr>
            <a:spLocks noGrp="1"/>
          </p:cNvSpPr>
          <p:nvPr>
            <p:ph type="sldNum" sz="quarter" idx="16"/>
          </p:nvPr>
        </p:nvSpPr>
        <p:spPr/>
        <p:txBody>
          <a:bodyPr/>
          <a:lstStyle/>
          <a:p>
            <a:pPr algn="ctr"/>
            <a:fld id="{8D252C1B-CBF0-4A4D-8F57-7FB989103249}" type="slidenum">
              <a:rPr lang="en-US" smtClean="0"/>
              <a:pPr algn="ctr"/>
              <a:t>‹#›</a:t>
            </a:fld>
            <a:endParaRPr lang="en-US"/>
          </a:p>
        </p:txBody>
      </p:sp>
      <p:sp>
        <p:nvSpPr>
          <p:cNvPr id="4" name="Date Placeholder 3">
            <a:extLst>
              <a:ext uri="{FF2B5EF4-FFF2-40B4-BE49-F238E27FC236}">
                <a16:creationId xmlns:a16="http://schemas.microsoft.com/office/drawing/2014/main" id="{9B256F58-A38D-4FF6-B9F8-7CB586DD10DF}"/>
              </a:ext>
            </a:extLst>
          </p:cNvPr>
          <p:cNvSpPr>
            <a:spLocks noGrp="1"/>
          </p:cNvSpPr>
          <p:nvPr>
            <p:ph type="dt" sz="half" idx="14"/>
          </p:nvPr>
        </p:nvSpPr>
        <p:spPr/>
        <p:txBody>
          <a:bodyPr/>
          <a:lstStyle/>
          <a:p>
            <a:fld id="{891F6430-FBBC-4753-9696-7B6AFCBE2C44}" type="datetime4">
              <a:rPr lang="en-US" smtClean="0"/>
              <a:t>September 1, 2025</a:t>
            </a:fld>
            <a:endParaRPr lang="en-US"/>
          </a:p>
        </p:txBody>
      </p:sp>
    </p:spTree>
    <p:extLst>
      <p:ext uri="{BB962C8B-B14F-4D97-AF65-F5344CB8AC3E}">
        <p14:creationId xmlns:p14="http://schemas.microsoft.com/office/powerpoint/2010/main" val="93033171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Quote">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146922C-B449-F6B9-ADBA-E2C367CDCDC2}"/>
              </a:ext>
              <a:ext uri="{C183D7F6-B498-43B3-948B-1728B52AA6E4}">
                <adec:decorative xmlns:adec="http://schemas.microsoft.com/office/drawing/2017/decorative" val="1"/>
              </a:ext>
            </a:extLst>
          </p:cNvPr>
          <p:cNvSpPr/>
          <p:nvPr/>
        </p:nvSpPr>
        <p:spPr>
          <a:xfrm>
            <a:off x="762000" y="762000"/>
            <a:ext cx="10668000" cy="5334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a:extLst>
              <a:ext uri="{FF2B5EF4-FFF2-40B4-BE49-F238E27FC236}">
                <a16:creationId xmlns:a16="http://schemas.microsoft.com/office/drawing/2014/main" id="{8DFD8E85-05F5-BAC6-422E-E268C486206D}"/>
              </a:ext>
              <a:ext uri="{C183D7F6-B498-43B3-948B-1728B52AA6E4}">
                <adec:decorative xmlns:adec="http://schemas.microsoft.com/office/drawing/2017/decorative" val="1"/>
              </a:ext>
            </a:extLst>
          </p:cNvPr>
          <p:cNvCxnSpPr>
            <a:cxnSpLocks/>
          </p:cNvCxnSpPr>
          <p:nvPr/>
        </p:nvCxnSpPr>
        <p:spPr>
          <a:xfrm>
            <a:off x="1576430" y="4874984"/>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1289304" y="1344168"/>
            <a:ext cx="9070848" cy="3209544"/>
          </a:xfrm>
          <a:prstGeom prst="rect">
            <a:avLst/>
          </a:prstGeom>
        </p:spPr>
        <p:txBody>
          <a:bodyPr anchor="ctr">
            <a:normAutofit/>
          </a:bodyPr>
          <a:lstStyle>
            <a:lvl1pPr marL="219456" indent="-219456" algn="l">
              <a:lnSpc>
                <a:spcPct val="120000"/>
              </a:lnSpc>
              <a:defRPr sz="3200">
                <a:solidFill>
                  <a:schemeClr val="bg1"/>
                </a:solidFill>
              </a:defRPr>
            </a:lvl1pPr>
          </a:lstStyle>
          <a:p>
            <a:r>
              <a:rPr lang="en-US"/>
              <a:t>Click to edit Quote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472184" y="5148072"/>
            <a:ext cx="9198864" cy="594360"/>
          </a:xfrm>
          <a:prstGeom prst="rect">
            <a:avLst/>
          </a:prstGeom>
        </p:spPr>
        <p:txBody>
          <a:bodyPr anchor="ctr">
            <a:normAutofit/>
          </a:bodyPr>
          <a:lstStyle>
            <a:lvl1pPr marL="0" indent="0" algn="l">
              <a:buNone/>
              <a:defRPr sz="18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Footer Placeholder 4">
            <a:extLst>
              <a:ext uri="{FF2B5EF4-FFF2-40B4-BE49-F238E27FC236}">
                <a16:creationId xmlns:a16="http://schemas.microsoft.com/office/drawing/2014/main" id="{D8AC9610-E7A0-F082-C265-8307A79F11B3}"/>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6" name="Slide Number Placeholder 5">
            <a:extLst>
              <a:ext uri="{FF2B5EF4-FFF2-40B4-BE49-F238E27FC236}">
                <a16:creationId xmlns:a16="http://schemas.microsoft.com/office/drawing/2014/main" id="{6D670228-70F6-14E2-BAE4-57263D0602E4}"/>
              </a:ext>
            </a:extLst>
          </p:cNvPr>
          <p:cNvSpPr>
            <a:spLocks noGrp="1"/>
          </p:cNvSpPr>
          <p:nvPr>
            <p:ph type="sldNum" sz="quarter" idx="12"/>
          </p:nvPr>
        </p:nvSpPr>
        <p:spPr/>
        <p:txBody>
          <a:bodyPr/>
          <a:lstStyle>
            <a:lvl1pPr>
              <a:defRPr>
                <a:solidFill>
                  <a:schemeClr val="tx1"/>
                </a:solidFill>
              </a:defRPr>
            </a:lvl1pPr>
          </a:lstStyle>
          <a:p>
            <a:fld id="{8D252C1B-CBF0-4A4D-8F57-7FB989103249}" type="slidenum">
              <a:rPr lang="en-US" smtClean="0"/>
              <a:pPr/>
              <a:t>‹#›</a:t>
            </a:fld>
            <a:endParaRPr lang="en-US"/>
          </a:p>
        </p:txBody>
      </p:sp>
      <p:sp>
        <p:nvSpPr>
          <p:cNvPr id="4" name="Date Placeholder 3">
            <a:extLst>
              <a:ext uri="{FF2B5EF4-FFF2-40B4-BE49-F238E27FC236}">
                <a16:creationId xmlns:a16="http://schemas.microsoft.com/office/drawing/2014/main" id="{0C16C0DA-BDEA-BCA8-48B7-4FAE9B501CDC}"/>
              </a:ext>
            </a:extLst>
          </p:cNvPr>
          <p:cNvSpPr>
            <a:spLocks noGrp="1"/>
          </p:cNvSpPr>
          <p:nvPr>
            <p:ph type="dt" sz="half" idx="10"/>
          </p:nvPr>
        </p:nvSpPr>
        <p:spPr/>
        <p:txBody>
          <a:bodyPr/>
          <a:lstStyle>
            <a:lvl1pPr>
              <a:defRPr>
                <a:solidFill>
                  <a:schemeClr val="tx1"/>
                </a:solidFill>
              </a:defRPr>
            </a:lvl1pPr>
          </a:lstStyle>
          <a:p>
            <a:fld id="{05861B11-817A-478B-9F27-B7D56C03E9A1}" type="datetime4">
              <a:rPr lang="en-US" smtClean="0"/>
              <a:pPr/>
              <a:t>September 1, 2025</a:t>
            </a:fld>
            <a:endParaRPr lang="en-US"/>
          </a:p>
        </p:txBody>
      </p:sp>
    </p:spTree>
    <p:extLst>
      <p:ext uri="{BB962C8B-B14F-4D97-AF65-F5344CB8AC3E}">
        <p14:creationId xmlns:p14="http://schemas.microsoft.com/office/powerpoint/2010/main" val="1391065986"/>
      </p:ext>
    </p:extLst>
  </p:cSld>
  <p:clrMapOvr>
    <a:overrideClrMapping bg1="lt1" tx1="dk1" bg2="lt2" tx2="dk2" accent1="accent1" accent2="accent2" accent3="accent3" accent4="accent4" accent5="accent5" accent6="accent6" hlink="hlink" folHlink="folHlink"/>
  </p:clrMapOvr>
  <p:hf hdr="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type="title" preserve="1">
  <p:cSld name="Quot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598016" y="1371295"/>
            <a:ext cx="9643263" cy="4061460"/>
          </a:xfrm>
          <a:prstGeom prst="rect">
            <a:avLst/>
          </a:prstGeom>
        </p:spPr>
        <p:txBody>
          <a:bodyPr anchor="b">
            <a:normAutofit/>
          </a:bodyPr>
          <a:lstStyle>
            <a:lvl1pPr marL="237744" indent="-237744" algn="l">
              <a:lnSpc>
                <a:spcPct val="120000"/>
              </a:lnSpc>
              <a:defRPr sz="4400">
                <a:solidFill>
                  <a:schemeClr val="tx1"/>
                </a:solidFill>
              </a:defRPr>
            </a:lvl1pPr>
          </a:lstStyle>
          <a:p>
            <a:r>
              <a:rPr lang="en-US"/>
              <a:t>Click to edit Quote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837828" y="5509260"/>
            <a:ext cx="9403451" cy="759866"/>
          </a:xfrm>
          <a:prstGeom prst="rect">
            <a:avLst/>
          </a:prstGeom>
        </p:spPr>
        <p:txBody>
          <a:bodyPr anchor="b">
            <a:normAutofit/>
          </a:bodyPr>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Footer Placeholder 4">
            <a:extLst>
              <a:ext uri="{FF2B5EF4-FFF2-40B4-BE49-F238E27FC236}">
                <a16:creationId xmlns:a16="http://schemas.microsoft.com/office/drawing/2014/main" id="{D8AC9610-E7A0-F082-C265-8307A79F11B3}"/>
              </a:ext>
            </a:extLst>
          </p:cNvPr>
          <p:cNvSpPr>
            <a:spLocks noGrp="1"/>
          </p:cNvSpPr>
          <p:nvPr>
            <p:ph type="ftr" sz="quarter" idx="11"/>
          </p:nvPr>
        </p:nvSpPr>
        <p:spPr/>
        <p:txBody>
          <a:bodyPr/>
          <a:lstStyle/>
          <a:p>
            <a:pPr algn="r"/>
            <a:r>
              <a:rPr lang="en-US"/>
              <a:t>Sample Footer Text</a:t>
            </a:r>
          </a:p>
        </p:txBody>
      </p:sp>
      <p:sp>
        <p:nvSpPr>
          <p:cNvPr id="6" name="Slide Number Placeholder 5">
            <a:extLst>
              <a:ext uri="{FF2B5EF4-FFF2-40B4-BE49-F238E27FC236}">
                <a16:creationId xmlns:a16="http://schemas.microsoft.com/office/drawing/2014/main" id="{6D670228-70F6-14E2-BAE4-57263D0602E4}"/>
              </a:ext>
            </a:extLst>
          </p:cNvPr>
          <p:cNvSpPr>
            <a:spLocks noGrp="1"/>
          </p:cNvSpPr>
          <p:nvPr>
            <p:ph type="sldNum" sz="quarter" idx="12"/>
          </p:nvPr>
        </p:nvSpPr>
        <p:spPr/>
        <p:txBody>
          <a:bodyPr/>
          <a:lstStyle/>
          <a:p>
            <a:pPr algn="ctr"/>
            <a:fld id="{CC057153-B650-4DEB-B370-79DDCFDCE934}" type="slidenum">
              <a:rPr lang="en-US" smtClean="0"/>
              <a:pPr algn="ctr"/>
              <a:t>‹#›</a:t>
            </a:fld>
            <a:endParaRPr lang="en-US"/>
          </a:p>
        </p:txBody>
      </p:sp>
      <p:sp>
        <p:nvSpPr>
          <p:cNvPr id="4" name="Date Placeholder 3">
            <a:extLst>
              <a:ext uri="{FF2B5EF4-FFF2-40B4-BE49-F238E27FC236}">
                <a16:creationId xmlns:a16="http://schemas.microsoft.com/office/drawing/2014/main" id="{0C16C0DA-BDEA-BCA8-48B7-4FAE9B501CDC}"/>
              </a:ext>
            </a:extLst>
          </p:cNvPr>
          <p:cNvSpPr>
            <a:spLocks noGrp="1"/>
          </p:cNvSpPr>
          <p:nvPr>
            <p:ph type="dt" sz="half" idx="10"/>
          </p:nvPr>
        </p:nvSpPr>
        <p:spPr/>
        <p:txBody>
          <a:bodyPr/>
          <a:lstStyle/>
          <a:p>
            <a:fld id="{5727415D-AD92-413A-BBF9-193857B34DAC}" type="datetime4">
              <a:rPr lang="en-US" smtClean="0"/>
              <a:t>September 1, 2025</a:t>
            </a:fld>
            <a:endParaRPr lang="en-US"/>
          </a:p>
        </p:txBody>
      </p:sp>
    </p:spTree>
    <p:extLst>
      <p:ext uri="{BB962C8B-B14F-4D97-AF65-F5344CB8AC3E}">
        <p14:creationId xmlns:p14="http://schemas.microsoft.com/office/powerpoint/2010/main" val="368413448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Quote 3">
    <p:bg>
      <p:bgRef idx="1001">
        <a:schemeClr val="bg1"/>
      </p:bgRef>
    </p:bg>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C7A9BE37-C8D5-7C3D-5E7A-7D47F9A5D27D}"/>
              </a:ext>
              <a:ext uri="{C183D7F6-B498-43B3-948B-1728B52AA6E4}">
                <adec:decorative xmlns:adec="http://schemas.microsoft.com/office/drawing/2017/decorative" val="1"/>
              </a:ext>
            </a:extLst>
          </p:cNvPr>
          <p:cNvCxnSpPr>
            <a:cxnSpLocks/>
          </p:cNvCxnSpPr>
          <p:nvPr/>
        </p:nvCxnSpPr>
        <p:spPr>
          <a:xfrm>
            <a:off x="5610423" y="4905775"/>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1685850" y="1040131"/>
            <a:ext cx="8820301" cy="3509030"/>
          </a:xfrm>
          <a:prstGeom prst="rect">
            <a:avLst/>
          </a:prstGeom>
        </p:spPr>
        <p:txBody>
          <a:bodyPr anchor="ctr">
            <a:normAutofit/>
          </a:bodyPr>
          <a:lstStyle>
            <a:lvl1pPr algn="ctr">
              <a:lnSpc>
                <a:spcPct val="120000"/>
              </a:lnSpc>
              <a:defRPr sz="4000" b="0" cap="none" spc="0" baseline="0">
                <a:solidFill>
                  <a:schemeClr val="tx1"/>
                </a:solidFill>
                <a:latin typeface="+mn-lt"/>
              </a:defRPr>
            </a:lvl1pPr>
          </a:lstStyle>
          <a:p>
            <a:r>
              <a:rPr lang="en-US"/>
              <a:t>Click to edit Quote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043380" y="5225814"/>
            <a:ext cx="8105240" cy="1043384"/>
          </a:xfrm>
          <a:prstGeom prst="rect">
            <a:avLst/>
          </a:prstGeom>
        </p:spPr>
        <p:txBody>
          <a:bodyPr anchor="ctr">
            <a:normAutofit/>
          </a:bodyPr>
          <a:lstStyle>
            <a:lvl1pPr marL="0" indent="0" algn="ctr">
              <a:buNone/>
              <a:defRPr sz="1800" b="1" cap="all" spc="300" baseline="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6" name="Footer Placeholder 5">
            <a:extLst>
              <a:ext uri="{FF2B5EF4-FFF2-40B4-BE49-F238E27FC236}">
                <a16:creationId xmlns:a16="http://schemas.microsoft.com/office/drawing/2014/main" id="{EECEF408-F86C-A1CC-03B6-4211B666AD3A}"/>
              </a:ext>
            </a:extLst>
          </p:cNvPr>
          <p:cNvSpPr>
            <a:spLocks noGrp="1"/>
          </p:cNvSpPr>
          <p:nvPr>
            <p:ph type="ftr" sz="quarter" idx="11"/>
          </p:nvPr>
        </p:nvSpPr>
        <p:spPr/>
        <p:txBody>
          <a:bodyPr/>
          <a:lstStyle/>
          <a:p>
            <a:pPr algn="r"/>
            <a:r>
              <a:rPr lang="en-US"/>
              <a:t>Sample Footer Text</a:t>
            </a:r>
          </a:p>
        </p:txBody>
      </p:sp>
      <p:sp>
        <p:nvSpPr>
          <p:cNvPr id="7" name="Slide Number Placeholder 6">
            <a:extLst>
              <a:ext uri="{FF2B5EF4-FFF2-40B4-BE49-F238E27FC236}">
                <a16:creationId xmlns:a16="http://schemas.microsoft.com/office/drawing/2014/main" id="{BEA1D0C5-9C94-4C68-AA5E-1C1F692A1B97}"/>
              </a:ext>
            </a:extLst>
          </p:cNvPr>
          <p:cNvSpPr>
            <a:spLocks noGrp="1"/>
          </p:cNvSpPr>
          <p:nvPr>
            <p:ph type="sldNum" sz="quarter" idx="12"/>
          </p:nvPr>
        </p:nvSpPr>
        <p:spPr/>
        <p:txBody>
          <a:bodyPr/>
          <a:lstStyle/>
          <a:p>
            <a:pPr algn="ctr"/>
            <a:fld id="{8D252C1B-CBF0-4A4D-8F57-7FB989103249}" type="slidenum">
              <a:rPr lang="en-US" smtClean="0"/>
              <a:pPr algn="ctr"/>
              <a:t>‹#›</a:t>
            </a:fld>
            <a:endParaRPr lang="en-US"/>
          </a:p>
        </p:txBody>
      </p:sp>
      <p:sp>
        <p:nvSpPr>
          <p:cNvPr id="5" name="Date Placeholder 4">
            <a:extLst>
              <a:ext uri="{FF2B5EF4-FFF2-40B4-BE49-F238E27FC236}">
                <a16:creationId xmlns:a16="http://schemas.microsoft.com/office/drawing/2014/main" id="{C850B983-0D8E-626D-6E29-14A18FA2D4BB}"/>
              </a:ext>
            </a:extLst>
          </p:cNvPr>
          <p:cNvSpPr>
            <a:spLocks noGrp="1"/>
          </p:cNvSpPr>
          <p:nvPr>
            <p:ph type="dt" sz="half" idx="10"/>
          </p:nvPr>
        </p:nvSpPr>
        <p:spPr/>
        <p:txBody>
          <a:bodyPr/>
          <a:lstStyle/>
          <a:p>
            <a:fld id="{38A0474E-E50C-4D0B-A819-76B332536B63}" type="datetime4">
              <a:rPr lang="en-US" smtClean="0"/>
              <a:t>September 1, 2025</a:t>
            </a:fld>
            <a:endParaRPr lang="en-US"/>
          </a:p>
        </p:txBody>
      </p:sp>
    </p:spTree>
    <p:extLst>
      <p:ext uri="{BB962C8B-B14F-4D97-AF65-F5344CB8AC3E}">
        <p14:creationId xmlns:p14="http://schemas.microsoft.com/office/powerpoint/2010/main" val="175304337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Quote 4">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CC37573-F5E7-3B70-12CF-C285166810ED}"/>
              </a:ext>
              <a:ext uri="{C183D7F6-B498-43B3-948B-1728B52AA6E4}">
                <adec:decorative xmlns:adec="http://schemas.microsoft.com/office/drawing/2017/decorative" val="1"/>
              </a:ext>
            </a:extLst>
          </p:cNvPr>
          <p:cNvSpPr/>
          <p:nvPr/>
        </p:nvSpPr>
        <p:spPr>
          <a:xfrm>
            <a:off x="762000" y="762000"/>
            <a:ext cx="10668000" cy="5334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 name="Straight Connector 3">
            <a:extLst>
              <a:ext uri="{FF2B5EF4-FFF2-40B4-BE49-F238E27FC236}">
                <a16:creationId xmlns:a16="http://schemas.microsoft.com/office/drawing/2014/main" id="{C7A9BE37-C8D5-7C3D-5E7A-7D47F9A5D27D}"/>
              </a:ext>
              <a:ext uri="{C183D7F6-B498-43B3-948B-1728B52AA6E4}">
                <adec:decorative xmlns:adec="http://schemas.microsoft.com/office/drawing/2017/decorative" val="1"/>
              </a:ext>
            </a:extLst>
          </p:cNvPr>
          <p:cNvCxnSpPr>
            <a:cxnSpLocks/>
          </p:cNvCxnSpPr>
          <p:nvPr/>
        </p:nvCxnSpPr>
        <p:spPr>
          <a:xfrm>
            <a:off x="5610423" y="4905775"/>
            <a:ext cx="971155" cy="0"/>
          </a:xfrm>
          <a:prstGeom prst="line">
            <a:avLst/>
          </a:prstGeom>
          <a:ln w="3175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1685850" y="1337309"/>
            <a:ext cx="8820301" cy="3108961"/>
          </a:xfrm>
          <a:prstGeom prst="rect">
            <a:avLst/>
          </a:prstGeom>
        </p:spPr>
        <p:txBody>
          <a:bodyPr anchor="ctr">
            <a:normAutofit/>
          </a:bodyPr>
          <a:lstStyle>
            <a:lvl1pPr algn="ctr">
              <a:lnSpc>
                <a:spcPct val="120000"/>
              </a:lnSpc>
              <a:defRPr sz="4000" b="0" cap="none" spc="0" baseline="0">
                <a:solidFill>
                  <a:schemeClr val="bg1"/>
                </a:solidFill>
                <a:latin typeface="+mn-lt"/>
              </a:defRPr>
            </a:lvl1pPr>
          </a:lstStyle>
          <a:p>
            <a:r>
              <a:rPr lang="en-US"/>
              <a:t>Click to edit Quote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043380" y="5225814"/>
            <a:ext cx="8105240" cy="592053"/>
          </a:xfrm>
          <a:prstGeom prst="rect">
            <a:avLst/>
          </a:prstGeom>
        </p:spPr>
        <p:txBody>
          <a:bodyPr anchor="t">
            <a:normAutofit/>
          </a:bodyPr>
          <a:lstStyle>
            <a:lvl1pPr marL="0" indent="0" algn="ctr">
              <a:buNone/>
              <a:defRPr sz="1800" b="1" cap="all" spc="300" baseline="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6" name="Footer Placeholder 5">
            <a:extLst>
              <a:ext uri="{FF2B5EF4-FFF2-40B4-BE49-F238E27FC236}">
                <a16:creationId xmlns:a16="http://schemas.microsoft.com/office/drawing/2014/main" id="{EECEF408-F86C-A1CC-03B6-4211B666AD3A}"/>
              </a:ext>
            </a:extLst>
          </p:cNvPr>
          <p:cNvSpPr>
            <a:spLocks noGrp="1"/>
          </p:cNvSpPr>
          <p:nvPr>
            <p:ph type="ftr" sz="quarter" idx="11"/>
          </p:nvPr>
        </p:nvSpPr>
        <p:spPr/>
        <p:txBody>
          <a:bodyPr/>
          <a:lstStyle/>
          <a:p>
            <a:pPr algn="r"/>
            <a:r>
              <a:rPr lang="en-US"/>
              <a:t>Sample Footer Text</a:t>
            </a:r>
          </a:p>
        </p:txBody>
      </p:sp>
      <p:sp>
        <p:nvSpPr>
          <p:cNvPr id="7" name="Slide Number Placeholder 6">
            <a:extLst>
              <a:ext uri="{FF2B5EF4-FFF2-40B4-BE49-F238E27FC236}">
                <a16:creationId xmlns:a16="http://schemas.microsoft.com/office/drawing/2014/main" id="{BEA1D0C5-9C94-4C68-AA5E-1C1F692A1B97}"/>
              </a:ext>
            </a:extLst>
          </p:cNvPr>
          <p:cNvSpPr>
            <a:spLocks noGrp="1"/>
          </p:cNvSpPr>
          <p:nvPr>
            <p:ph type="sldNum" sz="quarter" idx="12"/>
          </p:nvPr>
        </p:nvSpPr>
        <p:spPr/>
        <p:txBody>
          <a:bodyPr/>
          <a:lstStyle/>
          <a:p>
            <a:pPr algn="ctr"/>
            <a:fld id="{8D252C1B-CBF0-4A4D-8F57-7FB989103249}" type="slidenum">
              <a:rPr lang="en-US" smtClean="0"/>
              <a:pPr algn="ctr"/>
              <a:t>‹#›</a:t>
            </a:fld>
            <a:endParaRPr lang="en-US"/>
          </a:p>
        </p:txBody>
      </p:sp>
      <p:sp>
        <p:nvSpPr>
          <p:cNvPr id="5" name="Date Placeholder 4">
            <a:extLst>
              <a:ext uri="{FF2B5EF4-FFF2-40B4-BE49-F238E27FC236}">
                <a16:creationId xmlns:a16="http://schemas.microsoft.com/office/drawing/2014/main" id="{C850B983-0D8E-626D-6E29-14A18FA2D4BB}"/>
              </a:ext>
            </a:extLst>
          </p:cNvPr>
          <p:cNvSpPr>
            <a:spLocks noGrp="1"/>
          </p:cNvSpPr>
          <p:nvPr>
            <p:ph type="dt" sz="half" idx="10"/>
          </p:nvPr>
        </p:nvSpPr>
        <p:spPr/>
        <p:txBody>
          <a:bodyPr/>
          <a:lstStyle/>
          <a:p>
            <a:fld id="{38A0474E-E50C-4D0B-A819-76B332536B63}" type="datetime4">
              <a:rPr lang="en-US" smtClean="0"/>
              <a:t>September 1, 2025</a:t>
            </a:fld>
            <a:endParaRPr lang="en-US"/>
          </a:p>
        </p:txBody>
      </p:sp>
    </p:spTree>
    <p:extLst>
      <p:ext uri="{BB962C8B-B14F-4D97-AF65-F5344CB8AC3E}">
        <p14:creationId xmlns:p14="http://schemas.microsoft.com/office/powerpoint/2010/main" val="213912645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9" y="429768"/>
            <a:ext cx="10817352" cy="958480"/>
          </a:xfrm>
          <a:prstGeom prst="rect">
            <a:avLst/>
          </a:prstGeom>
        </p:spPr>
        <p:txBody>
          <a:bodyPr vert="horz" lIns="91440" tIns="45720" rIns="91440" bIns="45720" rtlCol="0" anchor="b">
            <a:normAutofit/>
          </a:bodyPr>
          <a:lstStyle>
            <a:lvl1pPr>
              <a:lnSpc>
                <a:spcPct val="120000"/>
              </a:lnSpc>
              <a:defRPr lang="en-US" dirty="0"/>
            </a:lvl1pPr>
          </a:lstStyle>
          <a:p>
            <a:pPr lvl="0"/>
            <a:r>
              <a:rPr lang="en-US"/>
              <a:t>Click to edit Master title style</a:t>
            </a:r>
          </a:p>
        </p:txBody>
      </p:sp>
      <p:sp>
        <p:nvSpPr>
          <p:cNvPr id="9" name="Text Placeholder 8">
            <a:extLst>
              <a:ext uri="{FF2B5EF4-FFF2-40B4-BE49-F238E27FC236}">
                <a16:creationId xmlns:a16="http://schemas.microsoft.com/office/drawing/2014/main" id="{DA7BFCD9-16A4-5745-7BB3-7836095FF16B}"/>
              </a:ext>
            </a:extLst>
          </p:cNvPr>
          <p:cNvSpPr>
            <a:spLocks noGrp="1"/>
          </p:cNvSpPr>
          <p:nvPr>
            <p:ph type="body" sz="quarter" idx="13"/>
          </p:nvPr>
        </p:nvSpPr>
        <p:spPr>
          <a:xfrm>
            <a:off x="612648" y="2020825"/>
            <a:ext cx="5029200" cy="4343400"/>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p>
        </p:txBody>
      </p:sp>
      <p:sp>
        <p:nvSpPr>
          <p:cNvPr id="11" name="Text Placeholder 10">
            <a:extLst>
              <a:ext uri="{FF2B5EF4-FFF2-40B4-BE49-F238E27FC236}">
                <a16:creationId xmlns:a16="http://schemas.microsoft.com/office/drawing/2014/main" id="{F30EDC57-7D17-D4C8-5C60-A44A480EA997}"/>
              </a:ext>
            </a:extLst>
          </p:cNvPr>
          <p:cNvSpPr>
            <a:spLocks noGrp="1"/>
          </p:cNvSpPr>
          <p:nvPr>
            <p:ph type="body" sz="quarter" idx="14"/>
          </p:nvPr>
        </p:nvSpPr>
        <p:spPr>
          <a:xfrm>
            <a:off x="6400800" y="2020824"/>
            <a:ext cx="5029200" cy="4343400"/>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p>
        </p:txBody>
      </p:sp>
      <p:sp>
        <p:nvSpPr>
          <p:cNvPr id="14" name="Footer Placeholder 13">
            <a:extLst>
              <a:ext uri="{FF2B5EF4-FFF2-40B4-BE49-F238E27FC236}">
                <a16:creationId xmlns:a16="http://schemas.microsoft.com/office/drawing/2014/main" id="{D34EBE88-C826-A0CB-2F99-4593AD931017}"/>
              </a:ext>
            </a:extLst>
          </p:cNvPr>
          <p:cNvSpPr>
            <a:spLocks noGrp="1"/>
          </p:cNvSpPr>
          <p:nvPr>
            <p:ph type="ftr" sz="quarter" idx="16"/>
          </p:nvPr>
        </p:nvSpPr>
        <p:spPr/>
        <p:txBody>
          <a:bodyPr/>
          <a:lstStyle/>
          <a:p>
            <a:pPr algn="r"/>
            <a:r>
              <a:rPr lang="en-US"/>
              <a:t>Sample Footer Text</a:t>
            </a:r>
          </a:p>
        </p:txBody>
      </p:sp>
      <p:sp>
        <p:nvSpPr>
          <p:cNvPr id="15" name="Slide Number Placeholder 14">
            <a:extLst>
              <a:ext uri="{FF2B5EF4-FFF2-40B4-BE49-F238E27FC236}">
                <a16:creationId xmlns:a16="http://schemas.microsoft.com/office/drawing/2014/main" id="{3ABF7200-8BFC-1209-D217-A05B147C7362}"/>
              </a:ext>
            </a:extLst>
          </p:cNvPr>
          <p:cNvSpPr>
            <a:spLocks noGrp="1"/>
          </p:cNvSpPr>
          <p:nvPr>
            <p:ph type="sldNum" sz="quarter" idx="17"/>
          </p:nvPr>
        </p:nvSpPr>
        <p:spPr/>
        <p:txBody>
          <a:bodyPr/>
          <a:lstStyle/>
          <a:p>
            <a:pPr algn="ctr"/>
            <a:fld id="{8D252C1B-CBF0-4A4D-8F57-7FB989103249}" type="slidenum">
              <a:rPr lang="en-US" smtClean="0"/>
              <a:pPr algn="ctr"/>
              <a:t>‹#›</a:t>
            </a:fld>
            <a:endParaRPr lang="en-US"/>
          </a:p>
        </p:txBody>
      </p:sp>
      <p:sp>
        <p:nvSpPr>
          <p:cNvPr id="13" name="Date Placeholder 12">
            <a:extLst>
              <a:ext uri="{FF2B5EF4-FFF2-40B4-BE49-F238E27FC236}">
                <a16:creationId xmlns:a16="http://schemas.microsoft.com/office/drawing/2014/main" id="{A1910647-79B7-6086-34D9-EBD4D6E4C954}"/>
              </a:ext>
            </a:extLst>
          </p:cNvPr>
          <p:cNvSpPr>
            <a:spLocks noGrp="1"/>
          </p:cNvSpPr>
          <p:nvPr>
            <p:ph type="dt" sz="half" idx="15"/>
          </p:nvPr>
        </p:nvSpPr>
        <p:spPr/>
        <p:txBody>
          <a:bodyPr/>
          <a:lstStyle/>
          <a:p>
            <a:fld id="{77B77741-45FC-4222-874D-9A051E494613}" type="datetime4">
              <a:rPr lang="en-US" smtClean="0"/>
              <a:t>September 1, 2025</a:t>
            </a:fld>
            <a:endParaRPr lang="en-US"/>
          </a:p>
        </p:txBody>
      </p:sp>
    </p:spTree>
    <p:extLst>
      <p:ext uri="{BB962C8B-B14F-4D97-AF65-F5344CB8AC3E}">
        <p14:creationId xmlns:p14="http://schemas.microsoft.com/office/powerpoint/2010/main" val="58899040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B518219-E186-2E63-46B3-4C1D3A8220EF}"/>
              </a:ext>
            </a:extLst>
          </p:cNvPr>
          <p:cNvSpPr>
            <a:spLocks noGrp="1"/>
          </p:cNvSpPr>
          <p:nvPr>
            <p:ph type="title"/>
          </p:nvPr>
        </p:nvSpPr>
        <p:spPr>
          <a:xfrm>
            <a:off x="612648" y="429768"/>
            <a:ext cx="10817352" cy="960120"/>
          </a:xfrm>
          <a:prstGeom prst="rect">
            <a:avLst/>
          </a:prstGeom>
        </p:spPr>
        <p:txBody>
          <a:bodyPr/>
          <a:lstStyle>
            <a:lvl1pPr>
              <a:lnSpc>
                <a:spcPct val="120000"/>
              </a:lnSpc>
              <a:defRPr/>
            </a:lvl1pPr>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12648" y="2025333"/>
            <a:ext cx="5029200" cy="559834"/>
          </a:xfrm>
          <a:prstGeom prst="rect">
            <a:avLst/>
          </a:prstGeom>
        </p:spPr>
        <p:txBody>
          <a:bodyPr anchor="b">
            <a:normAutofit/>
          </a:bodyPr>
          <a:lstStyle>
            <a:lvl1pPr marL="0" indent="0">
              <a:lnSpc>
                <a:spcPct val="90000"/>
              </a:lnSpc>
              <a:buNone/>
              <a:defRPr sz="2000" b="0" cap="all" spc="300"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Text Placeholder 10">
            <a:extLst>
              <a:ext uri="{FF2B5EF4-FFF2-40B4-BE49-F238E27FC236}">
                <a16:creationId xmlns:a16="http://schemas.microsoft.com/office/drawing/2014/main" id="{7B5BB1DC-4DAA-D220-25A9-5752C158FDD3}"/>
              </a:ext>
            </a:extLst>
          </p:cNvPr>
          <p:cNvSpPr>
            <a:spLocks noGrp="1"/>
          </p:cNvSpPr>
          <p:nvPr>
            <p:ph type="body" sz="quarter" idx="13"/>
          </p:nvPr>
        </p:nvSpPr>
        <p:spPr>
          <a:xfrm>
            <a:off x="612648" y="2665477"/>
            <a:ext cx="5029200" cy="3698747"/>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382512" y="2025333"/>
            <a:ext cx="5029200" cy="559834"/>
          </a:xfrm>
          <a:prstGeom prst="rect">
            <a:avLst/>
          </a:prstGeom>
        </p:spPr>
        <p:txBody>
          <a:bodyPr anchor="b">
            <a:normAutofit/>
          </a:bodyPr>
          <a:lstStyle>
            <a:lvl1pPr marL="0" indent="0">
              <a:lnSpc>
                <a:spcPct val="90000"/>
              </a:lnSpc>
              <a:buNone/>
              <a:defRPr sz="2000" b="0" cap="all" spc="300"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Text Placeholder 12">
            <a:extLst>
              <a:ext uri="{FF2B5EF4-FFF2-40B4-BE49-F238E27FC236}">
                <a16:creationId xmlns:a16="http://schemas.microsoft.com/office/drawing/2014/main" id="{BAB67A04-5E8D-18C5-D47A-A5B5CFE568A1}"/>
              </a:ext>
            </a:extLst>
          </p:cNvPr>
          <p:cNvSpPr>
            <a:spLocks noGrp="1"/>
          </p:cNvSpPr>
          <p:nvPr>
            <p:ph type="body" sz="quarter" idx="14"/>
          </p:nvPr>
        </p:nvSpPr>
        <p:spPr>
          <a:xfrm>
            <a:off x="6381750" y="2665477"/>
            <a:ext cx="5029200" cy="3698747"/>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p>
        </p:txBody>
      </p:sp>
      <p:sp>
        <p:nvSpPr>
          <p:cNvPr id="14" name="Footer Placeholder 13">
            <a:extLst>
              <a:ext uri="{FF2B5EF4-FFF2-40B4-BE49-F238E27FC236}">
                <a16:creationId xmlns:a16="http://schemas.microsoft.com/office/drawing/2014/main" id="{0D28A929-F039-96E6-B29C-717106871CBD}"/>
              </a:ext>
            </a:extLst>
          </p:cNvPr>
          <p:cNvSpPr>
            <a:spLocks noGrp="1"/>
          </p:cNvSpPr>
          <p:nvPr>
            <p:ph type="ftr" sz="quarter" idx="16"/>
          </p:nvPr>
        </p:nvSpPr>
        <p:spPr/>
        <p:txBody>
          <a:bodyPr/>
          <a:lstStyle/>
          <a:p>
            <a:pPr algn="r"/>
            <a:r>
              <a:rPr lang="en-US"/>
              <a:t>Sample Footer Text</a:t>
            </a:r>
          </a:p>
        </p:txBody>
      </p:sp>
      <p:sp>
        <p:nvSpPr>
          <p:cNvPr id="15" name="Slide Number Placeholder 14">
            <a:extLst>
              <a:ext uri="{FF2B5EF4-FFF2-40B4-BE49-F238E27FC236}">
                <a16:creationId xmlns:a16="http://schemas.microsoft.com/office/drawing/2014/main" id="{766D40EC-432B-24BD-14A2-EA02DE69B663}"/>
              </a:ext>
            </a:extLst>
          </p:cNvPr>
          <p:cNvSpPr>
            <a:spLocks noGrp="1"/>
          </p:cNvSpPr>
          <p:nvPr>
            <p:ph type="sldNum" sz="quarter" idx="17"/>
          </p:nvPr>
        </p:nvSpPr>
        <p:spPr/>
        <p:txBody>
          <a:bodyPr/>
          <a:lstStyle/>
          <a:p>
            <a:pPr algn="ctr"/>
            <a:fld id="{8D252C1B-CBF0-4A4D-8F57-7FB989103249}" type="slidenum">
              <a:rPr lang="en-US" smtClean="0"/>
              <a:pPr algn="ctr"/>
              <a:t>‹#›</a:t>
            </a:fld>
            <a:endParaRPr lang="en-US"/>
          </a:p>
        </p:txBody>
      </p:sp>
      <p:sp>
        <p:nvSpPr>
          <p:cNvPr id="12" name="Date Placeholder 11">
            <a:extLst>
              <a:ext uri="{FF2B5EF4-FFF2-40B4-BE49-F238E27FC236}">
                <a16:creationId xmlns:a16="http://schemas.microsoft.com/office/drawing/2014/main" id="{405654AF-A639-3FB5-E967-011B97C87C67}"/>
              </a:ext>
            </a:extLst>
          </p:cNvPr>
          <p:cNvSpPr>
            <a:spLocks noGrp="1"/>
          </p:cNvSpPr>
          <p:nvPr>
            <p:ph type="dt" sz="half" idx="15"/>
          </p:nvPr>
        </p:nvSpPr>
        <p:spPr/>
        <p:txBody>
          <a:bodyPr/>
          <a:lstStyle/>
          <a:p>
            <a:fld id="{1334C91E-202E-4F31-89CE-0789502AC959}" type="datetime4">
              <a:rPr lang="en-US" smtClean="0"/>
              <a:t>September 1, 2025</a:t>
            </a:fld>
            <a:endParaRPr lang="en-US"/>
          </a:p>
        </p:txBody>
      </p:sp>
    </p:spTree>
    <p:extLst>
      <p:ext uri="{BB962C8B-B14F-4D97-AF65-F5344CB8AC3E}">
        <p14:creationId xmlns:p14="http://schemas.microsoft.com/office/powerpoint/2010/main" val="55255970"/>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612648" y="429768"/>
            <a:ext cx="10817352" cy="960120"/>
          </a:xfrm>
          <a:prstGeom prst="rect">
            <a:avLst/>
          </a:prstGeom>
        </p:spPr>
        <p:txBody>
          <a:bodyPr/>
          <a:lstStyle>
            <a:lvl1pPr>
              <a:lnSpc>
                <a:spcPct val="120000"/>
              </a:lnSpc>
              <a:defRPr/>
            </a:lvl1pPr>
          </a:lstStyle>
          <a:p>
            <a:r>
              <a:rPr lang="en-US"/>
              <a:t>Click to edit Master title style</a:t>
            </a:r>
          </a:p>
        </p:txBody>
      </p:sp>
      <p:sp>
        <p:nvSpPr>
          <p:cNvPr id="7" name="Footer Placeholder 6">
            <a:extLst>
              <a:ext uri="{FF2B5EF4-FFF2-40B4-BE49-F238E27FC236}">
                <a16:creationId xmlns:a16="http://schemas.microsoft.com/office/drawing/2014/main" id="{9B4DD502-5BE6-822B-DB91-B6295D991AC2}"/>
              </a:ext>
            </a:extLst>
          </p:cNvPr>
          <p:cNvSpPr>
            <a:spLocks noGrp="1"/>
          </p:cNvSpPr>
          <p:nvPr>
            <p:ph type="ftr" sz="quarter" idx="11"/>
          </p:nvPr>
        </p:nvSpPr>
        <p:spPr/>
        <p:txBody>
          <a:bodyPr/>
          <a:lstStyle/>
          <a:p>
            <a:pPr algn="r"/>
            <a:r>
              <a:rPr lang="en-US"/>
              <a:t>Sample Footer Text</a:t>
            </a:r>
          </a:p>
        </p:txBody>
      </p:sp>
      <p:sp>
        <p:nvSpPr>
          <p:cNvPr id="8" name="Slide Number Placeholder 7">
            <a:extLst>
              <a:ext uri="{FF2B5EF4-FFF2-40B4-BE49-F238E27FC236}">
                <a16:creationId xmlns:a16="http://schemas.microsoft.com/office/drawing/2014/main" id="{3CBD9E88-9DFA-2EB7-34D5-E029BD46F5E3}"/>
              </a:ext>
            </a:extLst>
          </p:cNvPr>
          <p:cNvSpPr>
            <a:spLocks noGrp="1"/>
          </p:cNvSpPr>
          <p:nvPr>
            <p:ph type="sldNum" sz="quarter" idx="12"/>
          </p:nvPr>
        </p:nvSpPr>
        <p:spPr/>
        <p:txBody>
          <a:bodyPr/>
          <a:lstStyle/>
          <a:p>
            <a:pPr algn="ctr"/>
            <a:fld id="{8D252C1B-CBF0-4A4D-8F57-7FB989103249}" type="slidenum">
              <a:rPr lang="en-US" smtClean="0"/>
              <a:pPr algn="ctr"/>
              <a:t>‹#›</a:t>
            </a:fld>
            <a:endParaRPr lang="en-US"/>
          </a:p>
        </p:txBody>
      </p:sp>
      <p:sp>
        <p:nvSpPr>
          <p:cNvPr id="6" name="Date Placeholder 5">
            <a:extLst>
              <a:ext uri="{FF2B5EF4-FFF2-40B4-BE49-F238E27FC236}">
                <a16:creationId xmlns:a16="http://schemas.microsoft.com/office/drawing/2014/main" id="{26035DAD-0E07-921A-1F16-10A8BBFC3975}"/>
              </a:ext>
            </a:extLst>
          </p:cNvPr>
          <p:cNvSpPr>
            <a:spLocks noGrp="1"/>
          </p:cNvSpPr>
          <p:nvPr>
            <p:ph type="dt" sz="half" idx="10"/>
          </p:nvPr>
        </p:nvSpPr>
        <p:spPr/>
        <p:txBody>
          <a:bodyPr/>
          <a:lstStyle/>
          <a:p>
            <a:fld id="{CD320626-9DFB-409D-967E-45C89655DB7A}" type="datetime4">
              <a:rPr lang="en-US" smtClean="0"/>
              <a:t>September 1, 2025</a:t>
            </a:fld>
            <a:endParaRPr lang="en-US"/>
          </a:p>
        </p:txBody>
      </p:sp>
    </p:spTree>
    <p:extLst>
      <p:ext uri="{BB962C8B-B14F-4D97-AF65-F5344CB8AC3E}">
        <p14:creationId xmlns:p14="http://schemas.microsoft.com/office/powerpoint/2010/main" val="1079774894"/>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9E11FDDA-B97C-DDC5-8DB1-E60BD2AA1DBB}"/>
              </a:ext>
            </a:extLst>
          </p:cNvPr>
          <p:cNvSpPr>
            <a:spLocks noGrp="1"/>
          </p:cNvSpPr>
          <p:nvPr>
            <p:ph type="ftr" sz="quarter" idx="11"/>
          </p:nvPr>
        </p:nvSpPr>
        <p:spPr/>
        <p:txBody>
          <a:bodyPr/>
          <a:lstStyle/>
          <a:p>
            <a:pPr algn="r"/>
            <a:r>
              <a:rPr lang="en-US"/>
              <a:t>Sample Footer Text</a:t>
            </a:r>
          </a:p>
        </p:txBody>
      </p:sp>
      <p:sp>
        <p:nvSpPr>
          <p:cNvPr id="7" name="Slide Number Placeholder 6">
            <a:extLst>
              <a:ext uri="{FF2B5EF4-FFF2-40B4-BE49-F238E27FC236}">
                <a16:creationId xmlns:a16="http://schemas.microsoft.com/office/drawing/2014/main" id="{7F72A1C0-DA96-EA1E-D5A0-508F879B0757}"/>
              </a:ext>
            </a:extLst>
          </p:cNvPr>
          <p:cNvSpPr>
            <a:spLocks noGrp="1"/>
          </p:cNvSpPr>
          <p:nvPr>
            <p:ph type="sldNum" sz="quarter" idx="12"/>
          </p:nvPr>
        </p:nvSpPr>
        <p:spPr/>
        <p:txBody>
          <a:bodyPr/>
          <a:lstStyle/>
          <a:p>
            <a:pPr algn="ctr"/>
            <a:fld id="{8D252C1B-CBF0-4A4D-8F57-7FB989103249}" type="slidenum">
              <a:rPr lang="en-US" smtClean="0"/>
              <a:pPr algn="ctr"/>
              <a:t>‹#›</a:t>
            </a:fld>
            <a:endParaRPr lang="en-US"/>
          </a:p>
        </p:txBody>
      </p:sp>
      <p:sp>
        <p:nvSpPr>
          <p:cNvPr id="5" name="Date Placeholder 4">
            <a:extLst>
              <a:ext uri="{FF2B5EF4-FFF2-40B4-BE49-F238E27FC236}">
                <a16:creationId xmlns:a16="http://schemas.microsoft.com/office/drawing/2014/main" id="{F97F18BD-749C-B50F-D44C-F42AA6AABEB9}"/>
              </a:ext>
            </a:extLst>
          </p:cNvPr>
          <p:cNvSpPr>
            <a:spLocks noGrp="1"/>
          </p:cNvSpPr>
          <p:nvPr>
            <p:ph type="dt" sz="half" idx="10"/>
          </p:nvPr>
        </p:nvSpPr>
        <p:spPr/>
        <p:txBody>
          <a:bodyPr/>
          <a:lstStyle/>
          <a:p>
            <a:fld id="{1EC1A3DC-DD83-4773-AD6C-D60629042765}" type="datetime4">
              <a:rPr lang="en-US" smtClean="0"/>
              <a:t>September 1, 2025</a:t>
            </a:fld>
            <a:endParaRPr lang="en-US"/>
          </a:p>
        </p:txBody>
      </p:sp>
    </p:spTree>
    <p:extLst>
      <p:ext uri="{BB962C8B-B14F-4D97-AF65-F5344CB8AC3E}">
        <p14:creationId xmlns:p14="http://schemas.microsoft.com/office/powerpoint/2010/main" val="24945537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612648" y="758952"/>
            <a:ext cx="3595634" cy="2212848"/>
          </a:xfrm>
          <a:prstGeom prst="rect">
            <a:avLst/>
          </a:prstGeom>
        </p:spPr>
        <p:txBody>
          <a:bodyPr anchor="t">
            <a:normAutofit/>
          </a:bodyPr>
          <a:lstStyle>
            <a:lvl1pPr>
              <a:lnSpc>
                <a:spcPct val="120000"/>
              </a:lnSpc>
              <a:defRPr sz="2800"/>
            </a:lvl1pPr>
          </a:lstStyle>
          <a:p>
            <a:r>
              <a:rPr lang="en-US"/>
              <a:t>Click to edit Master title style</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612648" y="2971800"/>
            <a:ext cx="3309608" cy="3127248"/>
          </a:xfrm>
          <a:prstGeom prst="rect">
            <a:avLst/>
          </a:prstGeom>
        </p:spPr>
        <p:txBody>
          <a:bodyPr anchor="t">
            <a:normAutofit/>
          </a:bodyPr>
          <a:lstStyle>
            <a:lvl1pPr marL="0" indent="0">
              <a:lnSpc>
                <a:spcPct val="130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6996" y="758952"/>
            <a:ext cx="6284130" cy="5340093"/>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p>
        </p:txBody>
      </p:sp>
      <p:sp>
        <p:nvSpPr>
          <p:cNvPr id="13" name="Footer Placeholder 12">
            <a:extLst>
              <a:ext uri="{FF2B5EF4-FFF2-40B4-BE49-F238E27FC236}">
                <a16:creationId xmlns:a16="http://schemas.microsoft.com/office/drawing/2014/main" id="{247FD854-00E9-7A1B-6B8C-0458F22F1EC3}"/>
              </a:ext>
            </a:extLst>
          </p:cNvPr>
          <p:cNvSpPr>
            <a:spLocks noGrp="1"/>
          </p:cNvSpPr>
          <p:nvPr>
            <p:ph type="ftr" sz="quarter" idx="11"/>
          </p:nvPr>
        </p:nvSpPr>
        <p:spPr/>
        <p:txBody>
          <a:bodyPr/>
          <a:lstStyle/>
          <a:p>
            <a:pPr algn="r"/>
            <a:r>
              <a:rPr lang="en-US"/>
              <a:t>Sample Footer Text</a:t>
            </a:r>
          </a:p>
        </p:txBody>
      </p:sp>
      <p:sp>
        <p:nvSpPr>
          <p:cNvPr id="14" name="Slide Number Placeholder 13">
            <a:extLst>
              <a:ext uri="{FF2B5EF4-FFF2-40B4-BE49-F238E27FC236}">
                <a16:creationId xmlns:a16="http://schemas.microsoft.com/office/drawing/2014/main" id="{205E2392-B840-3FDD-E39D-8521DC827038}"/>
              </a:ext>
            </a:extLst>
          </p:cNvPr>
          <p:cNvSpPr>
            <a:spLocks noGrp="1"/>
          </p:cNvSpPr>
          <p:nvPr>
            <p:ph type="sldNum" sz="quarter" idx="12"/>
          </p:nvPr>
        </p:nvSpPr>
        <p:spPr/>
        <p:txBody>
          <a:bodyPr/>
          <a:lstStyle/>
          <a:p>
            <a:pPr algn="ctr"/>
            <a:fld id="{8D252C1B-CBF0-4A4D-8F57-7FB989103249}" type="slidenum">
              <a:rPr lang="en-US" smtClean="0"/>
              <a:pPr algn="ctr"/>
              <a:t>‹#›</a:t>
            </a:fld>
            <a:endParaRPr lang="en-US"/>
          </a:p>
        </p:txBody>
      </p:sp>
      <p:sp>
        <p:nvSpPr>
          <p:cNvPr id="12" name="Date Placeholder 11">
            <a:extLst>
              <a:ext uri="{FF2B5EF4-FFF2-40B4-BE49-F238E27FC236}">
                <a16:creationId xmlns:a16="http://schemas.microsoft.com/office/drawing/2014/main" id="{542EA063-3C1A-D1D2-916B-C1A4F124EA0C}"/>
              </a:ext>
            </a:extLst>
          </p:cNvPr>
          <p:cNvSpPr>
            <a:spLocks noGrp="1"/>
          </p:cNvSpPr>
          <p:nvPr>
            <p:ph type="dt" sz="half" idx="10"/>
          </p:nvPr>
        </p:nvSpPr>
        <p:spPr/>
        <p:txBody>
          <a:bodyPr/>
          <a:lstStyle/>
          <a:p>
            <a:fld id="{E033576C-593A-47BB-B516-D2528E5E552A}" type="datetime4">
              <a:rPr lang="en-US" smtClean="0"/>
              <a:t>September 1, 2025</a:t>
            </a:fld>
            <a:endParaRPr lang="en-US"/>
          </a:p>
        </p:txBody>
      </p:sp>
    </p:spTree>
    <p:extLst>
      <p:ext uri="{BB962C8B-B14F-4D97-AF65-F5344CB8AC3E}">
        <p14:creationId xmlns:p14="http://schemas.microsoft.com/office/powerpoint/2010/main" val="702924281"/>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12648" y="762000"/>
            <a:ext cx="3713996" cy="2212313"/>
          </a:xfrm>
          <a:prstGeom prst="rect">
            <a:avLst/>
          </a:prstGeom>
        </p:spPr>
        <p:txBody>
          <a:bodyPr anchor="t">
            <a:normAutofit/>
          </a:bodyPr>
          <a:lstStyle>
            <a:lvl1pPr>
              <a:lnSpc>
                <a:spcPct val="120000"/>
              </a:lnSpc>
              <a:defRPr sz="2800"/>
            </a:lvl1pPr>
          </a:lstStyle>
          <a:p>
            <a:r>
              <a:rPr lang="en-US"/>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8" y="3401567"/>
            <a:ext cx="3300984" cy="2731008"/>
          </a:xfrm>
          <a:prstGeom prst="rect">
            <a:avLst/>
          </a:prstGeom>
        </p:spPr>
        <p:txBody>
          <a:bodyPr anchor="b"/>
          <a:lstStyle>
            <a:lvl1pPr marL="0" indent="0">
              <a:lnSpc>
                <a:spcPct val="130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Picture Placeholder 8">
            <a:extLst>
              <a:ext uri="{FF2B5EF4-FFF2-40B4-BE49-F238E27FC236}">
                <a16:creationId xmlns:a16="http://schemas.microsoft.com/office/drawing/2014/main" id="{BE5C5A3E-7D50-F47F-EB7E-84E9BE86B09F}"/>
              </a:ext>
            </a:extLst>
          </p:cNvPr>
          <p:cNvSpPr>
            <a:spLocks noGrp="1"/>
          </p:cNvSpPr>
          <p:nvPr>
            <p:ph type="pic" sz="quarter" idx="13"/>
          </p:nvPr>
        </p:nvSpPr>
        <p:spPr>
          <a:xfrm>
            <a:off x="5361359" y="762000"/>
            <a:ext cx="6068641" cy="5334000"/>
          </a:xfrm>
          <a:prstGeom prst="rect">
            <a:avLst/>
          </a:prstGeom>
          <a:blipFill>
            <a:blip r:embed="rId2" cstate="screen">
              <a:alphaModFix amt="70000"/>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a:t>Click icon to add picture</a:t>
            </a:r>
          </a:p>
        </p:txBody>
      </p:sp>
      <p:sp>
        <p:nvSpPr>
          <p:cNvPr id="16" name="Footer Placeholder 15">
            <a:extLst>
              <a:ext uri="{FF2B5EF4-FFF2-40B4-BE49-F238E27FC236}">
                <a16:creationId xmlns:a16="http://schemas.microsoft.com/office/drawing/2014/main" id="{27DBDBE0-7D82-CCC0-82C8-C75970BFD286}"/>
              </a:ext>
            </a:extLst>
          </p:cNvPr>
          <p:cNvSpPr>
            <a:spLocks noGrp="1"/>
          </p:cNvSpPr>
          <p:nvPr>
            <p:ph type="ftr" sz="quarter" idx="15"/>
          </p:nvPr>
        </p:nvSpPr>
        <p:spPr/>
        <p:txBody>
          <a:bodyPr/>
          <a:lstStyle/>
          <a:p>
            <a:pPr algn="r"/>
            <a:r>
              <a:rPr lang="en-US"/>
              <a:t>Sample Footer Text</a:t>
            </a:r>
          </a:p>
        </p:txBody>
      </p:sp>
      <p:sp>
        <p:nvSpPr>
          <p:cNvPr id="17" name="Slide Number Placeholder 16">
            <a:extLst>
              <a:ext uri="{FF2B5EF4-FFF2-40B4-BE49-F238E27FC236}">
                <a16:creationId xmlns:a16="http://schemas.microsoft.com/office/drawing/2014/main" id="{098B971C-659F-56B1-E5C8-1551C52DEB0E}"/>
              </a:ext>
            </a:extLst>
          </p:cNvPr>
          <p:cNvSpPr>
            <a:spLocks noGrp="1"/>
          </p:cNvSpPr>
          <p:nvPr>
            <p:ph type="sldNum" sz="quarter" idx="16"/>
          </p:nvPr>
        </p:nvSpPr>
        <p:spPr/>
        <p:txBody>
          <a:bodyPr/>
          <a:lstStyle/>
          <a:p>
            <a:pPr algn="ctr"/>
            <a:fld id="{8D252C1B-CBF0-4A4D-8F57-7FB989103249}" type="slidenum">
              <a:rPr lang="en-US" smtClean="0"/>
              <a:pPr algn="ctr"/>
              <a:t>‹#›</a:t>
            </a:fld>
            <a:endParaRPr lang="en-US"/>
          </a:p>
        </p:txBody>
      </p:sp>
      <p:sp>
        <p:nvSpPr>
          <p:cNvPr id="15" name="Date Placeholder 14">
            <a:extLst>
              <a:ext uri="{FF2B5EF4-FFF2-40B4-BE49-F238E27FC236}">
                <a16:creationId xmlns:a16="http://schemas.microsoft.com/office/drawing/2014/main" id="{1018BD95-468D-0282-9949-1A0343239975}"/>
              </a:ext>
            </a:extLst>
          </p:cNvPr>
          <p:cNvSpPr>
            <a:spLocks noGrp="1"/>
          </p:cNvSpPr>
          <p:nvPr>
            <p:ph type="dt" sz="half" idx="14"/>
          </p:nvPr>
        </p:nvSpPr>
        <p:spPr/>
        <p:txBody>
          <a:bodyPr/>
          <a:lstStyle/>
          <a:p>
            <a:fld id="{1A852720-599F-48B5-9C00-11A46BDCDC83}" type="datetime4">
              <a:rPr lang="en-US" smtClean="0"/>
              <a:t>September 1, 2025</a:t>
            </a:fld>
            <a:endParaRPr lang="en-US"/>
          </a:p>
        </p:txBody>
      </p:sp>
    </p:spTree>
    <p:extLst>
      <p:ext uri="{BB962C8B-B14F-4D97-AF65-F5344CB8AC3E}">
        <p14:creationId xmlns:p14="http://schemas.microsoft.com/office/powerpoint/2010/main" val="4096398281"/>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Conclusion">
    <p:bg>
      <p:bgRef idx="1001">
        <a:schemeClr val="bg1"/>
      </p:bgRef>
    </p:bg>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937FE2A9-21DD-FB38-F9C9-5420B56B7136}"/>
              </a:ext>
              <a:ext uri="{C183D7F6-B498-43B3-948B-1728B52AA6E4}">
                <adec:decorative xmlns:adec="http://schemas.microsoft.com/office/drawing/2017/decorative" val="1"/>
              </a:ext>
            </a:extLst>
          </p:cNvPr>
          <p:cNvCxnSpPr>
            <a:cxnSpLocks/>
          </p:cNvCxnSpPr>
          <p:nvPr/>
        </p:nvCxnSpPr>
        <p:spPr>
          <a:xfrm>
            <a:off x="793007" y="761998"/>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1033272"/>
            <a:ext cx="7342632" cy="1901952"/>
          </a:xfrm>
          <a:prstGeom prst="rect">
            <a:avLst/>
          </a:prstGeom>
        </p:spPr>
        <p:txBody>
          <a:bodyPr anchor="t">
            <a:normAutofit/>
          </a:bodyPr>
          <a:lstStyle>
            <a:lvl1pPr>
              <a:lnSpc>
                <a:spcPct val="120000"/>
              </a:lnSpc>
              <a:defRPr sz="40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2648" y="3593592"/>
            <a:ext cx="10680192" cy="2688336"/>
          </a:xfrm>
          <a:prstGeom prst="rect">
            <a:avLst/>
          </a:prstGeom>
        </p:spPr>
        <p:txBody>
          <a:bodyPr vert="horz" lIns="91440" tIns="45720" rIns="91440" bIns="45720" rtlCol="0">
            <a:normAutofit/>
          </a:bodyPr>
          <a:lstStyle>
            <a:lvl1pPr>
              <a:defRPr lang="en-US">
                <a:solidFill>
                  <a:schemeClr val="tx1"/>
                </a:solidFill>
              </a:defRPr>
            </a:lvl1pPr>
            <a:lvl2pPr>
              <a:defRPr lang="en-US">
                <a:solidFill>
                  <a:schemeClr val="tx1"/>
                </a:solidFill>
              </a:defRPr>
            </a:lvl2pPr>
            <a:lvl3pPr>
              <a:defRPr lang="en-US">
                <a:solidFill>
                  <a:schemeClr val="tx1"/>
                </a:solidFill>
              </a:defRPr>
            </a:lvl3pPr>
            <a:lvl4pPr>
              <a:defRPr lang="en-US">
                <a:solidFill>
                  <a:schemeClr val="tx1"/>
                </a:solidFill>
              </a:defRPr>
            </a:lvl4pPr>
            <a:lvl5pPr>
              <a:defRPr lang="en-US">
                <a:solidFill>
                  <a:schemeClr val="tx1"/>
                </a:solidFill>
              </a:defRPr>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p>
        </p:txBody>
      </p:sp>
      <p:sp>
        <p:nvSpPr>
          <p:cNvPr id="9" name="Footer Placeholder 8">
            <a:extLst>
              <a:ext uri="{FF2B5EF4-FFF2-40B4-BE49-F238E27FC236}">
                <a16:creationId xmlns:a16="http://schemas.microsoft.com/office/drawing/2014/main" id="{F424D638-A40E-7DBE-0BDA-0653484A371B}"/>
              </a:ext>
            </a:extLst>
          </p:cNvPr>
          <p:cNvSpPr>
            <a:spLocks noGrp="1"/>
          </p:cNvSpPr>
          <p:nvPr>
            <p:ph type="ftr" sz="quarter" idx="15"/>
          </p:nvPr>
        </p:nvSpPr>
        <p:spPr/>
        <p:txBody>
          <a:bodyPr/>
          <a:lstStyle>
            <a:lvl1pPr>
              <a:defRPr>
                <a:solidFill>
                  <a:schemeClr val="tx1"/>
                </a:solidFill>
              </a:defRPr>
            </a:lvl1pPr>
          </a:lstStyle>
          <a:p>
            <a:r>
              <a:rPr lang="en-US"/>
              <a:t>Sample Footer Text</a:t>
            </a:r>
          </a:p>
        </p:txBody>
      </p:sp>
      <p:sp>
        <p:nvSpPr>
          <p:cNvPr id="10" name="Slide Number Placeholder 9">
            <a:extLst>
              <a:ext uri="{FF2B5EF4-FFF2-40B4-BE49-F238E27FC236}">
                <a16:creationId xmlns:a16="http://schemas.microsoft.com/office/drawing/2014/main" id="{D432539E-E64F-6ECB-8128-09189D20DDE8}"/>
              </a:ext>
            </a:extLst>
          </p:cNvPr>
          <p:cNvSpPr>
            <a:spLocks noGrp="1"/>
          </p:cNvSpPr>
          <p:nvPr>
            <p:ph type="sldNum" sz="quarter" idx="16"/>
          </p:nvPr>
        </p:nvSpPr>
        <p:spPr/>
        <p:txBody>
          <a:bodyPr/>
          <a:lstStyle>
            <a:lvl1pPr>
              <a:defRPr>
                <a:solidFill>
                  <a:schemeClr val="tx1"/>
                </a:solidFill>
              </a:defRPr>
            </a:lvl1pPr>
          </a:lstStyle>
          <a:p>
            <a:fld id="{8D252C1B-CBF0-4A4D-8F57-7FB989103249}" type="slidenum">
              <a:rPr lang="en-US" smtClean="0"/>
              <a:pPr/>
              <a:t>‹#›</a:t>
            </a:fld>
            <a:endParaRPr lang="en-US"/>
          </a:p>
        </p:txBody>
      </p:sp>
      <p:sp>
        <p:nvSpPr>
          <p:cNvPr id="7" name="Date Placeholder 6">
            <a:extLst>
              <a:ext uri="{FF2B5EF4-FFF2-40B4-BE49-F238E27FC236}">
                <a16:creationId xmlns:a16="http://schemas.microsoft.com/office/drawing/2014/main" id="{260958E1-1A6E-215C-E558-5C2B7E025D13}"/>
              </a:ext>
            </a:extLst>
          </p:cNvPr>
          <p:cNvSpPr>
            <a:spLocks noGrp="1"/>
          </p:cNvSpPr>
          <p:nvPr>
            <p:ph type="dt" sz="half" idx="14"/>
          </p:nvPr>
        </p:nvSpPr>
        <p:spPr/>
        <p:txBody>
          <a:bodyPr/>
          <a:lstStyle>
            <a:lvl1pPr>
              <a:defRPr>
                <a:solidFill>
                  <a:schemeClr val="tx1"/>
                </a:solidFill>
              </a:defRPr>
            </a:lvl1pPr>
          </a:lstStyle>
          <a:p>
            <a:fld id="{DD59AC0F-8E77-4F74-A460-12024CA04876}" type="datetime4">
              <a:rPr lang="en-US" smtClean="0"/>
              <a:pPr/>
              <a:t>September 1, 2025</a:t>
            </a:fld>
            <a:endParaRPr lang="en-US"/>
          </a:p>
        </p:txBody>
      </p:sp>
    </p:spTree>
    <p:extLst>
      <p:ext uri="{BB962C8B-B14F-4D97-AF65-F5344CB8AC3E}">
        <p14:creationId xmlns:p14="http://schemas.microsoft.com/office/powerpoint/2010/main" val="127538141"/>
      </p:ext>
    </p:extLst>
  </p:cSld>
  <p:clrMapOvr>
    <a:overrideClrMapping bg1="dk1" tx1="lt1" bg2="dk2" tx2="lt2" accent1="accent1" accent2="accent2" accent3="accent3" accent4="accent4" accent5="accent5" accent6="accent6" hlink="hlink" folHlink="folHlink"/>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Conclusion 2">
    <p:bg>
      <p:bgPr>
        <a:solidFill>
          <a:schemeClr val="tx1"/>
        </a:solidFill>
        <a:effectLst/>
      </p:bgPr>
    </p:bg>
    <p:spTree>
      <p:nvGrpSpPr>
        <p:cNvPr id="1" name=""/>
        <p:cNvGrpSpPr/>
        <p:nvPr/>
      </p:nvGrpSpPr>
      <p:grpSpPr>
        <a:xfrm>
          <a:off x="0" y="0"/>
          <a:ext cx="0" cy="0"/>
          <a:chOff x="0" y="0"/>
          <a:chExt cx="0" cy="0"/>
        </a:xfrm>
      </p:grpSpPr>
      <p:sp>
        <p:nvSpPr>
          <p:cNvPr id="3" name="Oval 2">
            <a:extLst>
              <a:ext uri="{FF2B5EF4-FFF2-40B4-BE49-F238E27FC236}">
                <a16:creationId xmlns:a16="http://schemas.microsoft.com/office/drawing/2014/main" id="{89CBFB52-CE70-A084-2784-8ADA5CBB0506}"/>
              </a:ext>
              <a:ext uri="{C183D7F6-B498-43B3-948B-1728B52AA6E4}">
                <adec:decorative xmlns:adec="http://schemas.microsoft.com/office/drawing/2017/decorative" val="1"/>
              </a:ext>
            </a:extLst>
          </p:cNvPr>
          <p:cNvSpPr/>
          <p:nvPr/>
        </p:nvSpPr>
        <p:spPr>
          <a:xfrm>
            <a:off x="733197" y="1114197"/>
            <a:ext cx="4629606" cy="462960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59536" y="2441448"/>
            <a:ext cx="4389120" cy="1984248"/>
          </a:xfrm>
          <a:prstGeom prst="rect">
            <a:avLst/>
          </a:prstGeom>
        </p:spPr>
        <p:txBody>
          <a:bodyPr anchor="ctr">
            <a:normAutofit/>
          </a:bodyPr>
          <a:lstStyle>
            <a:lvl1pPr algn="ctr">
              <a:lnSpc>
                <a:spcPct val="120000"/>
              </a:lnSpc>
              <a:defRPr sz="4000">
                <a:solidFill>
                  <a:schemeClr val="tx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272786" y="1792224"/>
            <a:ext cx="4626864" cy="3529584"/>
          </a:xfrm>
          <a:prstGeom prst="rect">
            <a:avLst/>
          </a:prstGeom>
        </p:spPr>
        <p:txBody>
          <a:bodyPr vert="horz" lIns="91440" tIns="45720" rIns="91440" bIns="45720" rtlCol="0" anchor="ctr">
            <a:normAutofit/>
          </a:bodyPr>
          <a:lstStyle>
            <a:lvl1pPr marL="0" indent="0">
              <a:lnSpc>
                <a:spcPct val="130000"/>
              </a:lnSpc>
              <a:buNone/>
              <a:defRPr lang="en-US" sz="2400" dirty="0">
                <a:solidFill>
                  <a:schemeClr val="bg1"/>
                </a:solidFill>
              </a:defRPr>
            </a:lvl1pPr>
            <a:lvl2pPr marL="228600" indent="0">
              <a:lnSpc>
                <a:spcPct val="130000"/>
              </a:lnSpc>
              <a:buNone/>
              <a:defRPr lang="en-US" sz="2000" dirty="0">
                <a:solidFill>
                  <a:schemeClr val="bg1"/>
                </a:solidFill>
              </a:defRPr>
            </a:lvl2pPr>
            <a:lvl3pPr marL="457200" indent="0">
              <a:lnSpc>
                <a:spcPct val="130000"/>
              </a:lnSpc>
              <a:buNone/>
              <a:defRPr lang="en-US" sz="1800" dirty="0">
                <a:solidFill>
                  <a:schemeClr val="bg1"/>
                </a:solidFill>
              </a:defRPr>
            </a:lvl3pPr>
            <a:lvl4pPr marL="685800" indent="0">
              <a:lnSpc>
                <a:spcPct val="130000"/>
              </a:lnSpc>
              <a:buNone/>
              <a:defRPr lang="en-US" sz="1600" dirty="0">
                <a:solidFill>
                  <a:schemeClr val="bg1"/>
                </a:solidFill>
              </a:defRPr>
            </a:lvl4pPr>
            <a:lvl5pPr marL="914400" indent="0">
              <a:lnSpc>
                <a:spcPct val="130000"/>
              </a:lnSpc>
              <a:buNone/>
              <a:defRPr lang="en-US" sz="1400" dirty="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Footer Placeholder 11">
            <a:extLst>
              <a:ext uri="{FF2B5EF4-FFF2-40B4-BE49-F238E27FC236}">
                <a16:creationId xmlns:a16="http://schemas.microsoft.com/office/drawing/2014/main" id="{AD01EFD6-9B00-587B-896E-04546E348CB7}"/>
              </a:ext>
            </a:extLst>
          </p:cNvPr>
          <p:cNvSpPr>
            <a:spLocks noGrp="1"/>
          </p:cNvSpPr>
          <p:nvPr>
            <p:ph type="ftr" sz="quarter" idx="16"/>
          </p:nvPr>
        </p:nvSpPr>
        <p:spPr/>
        <p:txBody>
          <a:bodyPr/>
          <a:lstStyle>
            <a:lvl1pPr>
              <a:defRPr>
                <a:solidFill>
                  <a:schemeClr val="bg1"/>
                </a:solidFill>
              </a:defRPr>
            </a:lvl1pPr>
          </a:lstStyle>
          <a:p>
            <a:r>
              <a:rPr lang="en-US"/>
              <a:t>Sample Footer Text</a:t>
            </a:r>
          </a:p>
        </p:txBody>
      </p:sp>
      <p:sp>
        <p:nvSpPr>
          <p:cNvPr id="13" name="Slide Number Placeholder 12">
            <a:extLst>
              <a:ext uri="{FF2B5EF4-FFF2-40B4-BE49-F238E27FC236}">
                <a16:creationId xmlns:a16="http://schemas.microsoft.com/office/drawing/2014/main" id="{16E3DBA5-3A5D-C80F-F079-E97456BEC2FA}"/>
              </a:ext>
            </a:extLst>
          </p:cNvPr>
          <p:cNvSpPr>
            <a:spLocks noGrp="1"/>
          </p:cNvSpPr>
          <p:nvPr>
            <p:ph type="sldNum" sz="quarter" idx="17"/>
          </p:nvPr>
        </p:nvSpPr>
        <p:spPr/>
        <p:txBody>
          <a:bodyPr/>
          <a:lstStyle>
            <a:lvl1pPr>
              <a:defRPr>
                <a:solidFill>
                  <a:schemeClr val="bg1"/>
                </a:solidFill>
              </a:defRPr>
            </a:lvl1pPr>
          </a:lstStyle>
          <a:p>
            <a:fld id="{8D252C1B-CBF0-4A4D-8F57-7FB989103249}" type="slidenum">
              <a:rPr lang="en-US" smtClean="0"/>
              <a:pPr/>
              <a:t>‹#›</a:t>
            </a:fld>
            <a:endParaRPr lang="en-US"/>
          </a:p>
        </p:txBody>
      </p:sp>
      <p:sp>
        <p:nvSpPr>
          <p:cNvPr id="11" name="Date Placeholder 10">
            <a:extLst>
              <a:ext uri="{FF2B5EF4-FFF2-40B4-BE49-F238E27FC236}">
                <a16:creationId xmlns:a16="http://schemas.microsoft.com/office/drawing/2014/main" id="{7470B87B-1EC8-FB40-1A35-1CFC24500D80}"/>
              </a:ext>
            </a:extLst>
          </p:cNvPr>
          <p:cNvSpPr>
            <a:spLocks noGrp="1"/>
          </p:cNvSpPr>
          <p:nvPr>
            <p:ph type="dt" sz="half" idx="15"/>
          </p:nvPr>
        </p:nvSpPr>
        <p:spPr/>
        <p:txBody>
          <a:bodyPr/>
          <a:lstStyle>
            <a:lvl1pPr>
              <a:defRPr>
                <a:solidFill>
                  <a:schemeClr val="bg1"/>
                </a:solidFill>
              </a:defRPr>
            </a:lvl1pPr>
          </a:lstStyle>
          <a:p>
            <a:fld id="{54478ED8-172F-4F2D-A6E6-A5C5E0653480}" type="datetime4">
              <a:rPr lang="en-US" smtClean="0"/>
              <a:pPr/>
              <a:t>September 1, 2025</a:t>
            </a:fld>
            <a:endParaRPr lang="en-US"/>
          </a:p>
        </p:txBody>
      </p:sp>
    </p:spTree>
    <p:extLst>
      <p:ext uri="{BB962C8B-B14F-4D97-AF65-F5344CB8AC3E}">
        <p14:creationId xmlns:p14="http://schemas.microsoft.com/office/powerpoint/2010/main" val="1289659560"/>
      </p:ext>
    </p:extLst>
  </p:cSld>
  <p:clrMapOvr>
    <a:overrideClrMapping bg1="lt1" tx1="dk1" bg2="lt2" tx2="dk2" accent1="accent1" accent2="accent2" accent3="accent3" accent4="accent4" accent5="accent5" accent6="accent6" hlink="hlink" folHlink="folHlink"/>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cSld name="Title, Content Photo 13-">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D7425CE9-1989-E4AC-20C4-20216538CD64}"/>
              </a:ext>
            </a:extLst>
          </p:cNvPr>
          <p:cNvSpPr>
            <a:spLocks noGrp="1"/>
          </p:cNvSpPr>
          <p:nvPr>
            <p:ph type="pic" sz="quarter" idx="18"/>
          </p:nvPr>
        </p:nvSpPr>
        <p:spPr>
          <a:xfrm>
            <a:off x="5039868" y="0"/>
            <a:ext cx="7152132" cy="6857999"/>
          </a:xfrm>
          <a:blipFill>
            <a:blip r:embed="rId2" cstate="screen">
              <a:alphaModFix amt="70000"/>
              <a:extLst>
                <a:ext uri="{28A0092B-C50C-407E-A947-70E740481C1C}">
                  <a14:useLocalDpi xmlns:a14="http://schemas.microsoft.com/office/drawing/2010/main"/>
                </a:ext>
              </a:extLst>
            </a:blip>
            <a:stretch>
              <a:fillRect/>
            </a:stretch>
          </a:blipFill>
        </p:spPr>
        <p:txBody>
          <a:bodyPr vert="horz" lIns="91440" tIns="45720" rIns="91440" bIns="45720" rtlCol="0">
            <a:normAutofit/>
          </a:bodyPr>
          <a:lstStyle>
            <a:lvl1pPr>
              <a:defRPr lang="en-US"/>
            </a:lvl1pPr>
          </a:lstStyle>
          <a:p>
            <a:pPr marL="0" lvl="0" indent="0">
              <a:buNone/>
            </a:pPr>
            <a:r>
              <a:rPr lang="en-US"/>
              <a:t>Click icon to add picture</a:t>
            </a:r>
          </a:p>
        </p:txBody>
      </p:sp>
      <p:sp>
        <p:nvSpPr>
          <p:cNvPr id="3" name="Date Placeholder 2">
            <a:extLst>
              <a:ext uri="{FF2B5EF4-FFF2-40B4-BE49-F238E27FC236}">
                <a16:creationId xmlns:a16="http://schemas.microsoft.com/office/drawing/2014/main" id="{43FC80B3-DCFA-D45D-AE8E-A26A743D9695}"/>
              </a:ext>
            </a:extLst>
          </p:cNvPr>
          <p:cNvSpPr>
            <a:spLocks noGrp="1"/>
          </p:cNvSpPr>
          <p:nvPr>
            <p:ph type="dt" sz="half" idx="15"/>
          </p:nvPr>
        </p:nvSpPr>
        <p:spPr>
          <a:xfrm rot="5400000">
            <a:off x="10469880" y="4892040"/>
            <a:ext cx="2670048" cy="365760"/>
          </a:xfrm>
          <a:prstGeom prst="rect">
            <a:avLst/>
          </a:prstGeom>
        </p:spPr>
        <p:txBody>
          <a:bodyPr/>
          <a:lstStyle>
            <a:lvl1pPr>
              <a:defRPr>
                <a:solidFill>
                  <a:schemeClr val="bg1"/>
                </a:solidFill>
                <a:effectLst>
                  <a:outerShdw blurRad="38100" dist="38100" dir="2700000" algn="tl">
                    <a:srgbClr val="000000">
                      <a:alpha val="43137"/>
                    </a:srgbClr>
                  </a:outerShdw>
                </a:effectLst>
              </a:defRPr>
            </a:lvl1pPr>
          </a:lstStyle>
          <a:p>
            <a:r>
              <a:rPr lang="en-US"/>
              <a:t>2/6/2025</a:t>
            </a:r>
          </a:p>
        </p:txBody>
      </p:sp>
      <p:sp>
        <p:nvSpPr>
          <p:cNvPr id="9" name="Footer Placeholder 8">
            <a:extLst>
              <a:ext uri="{FF2B5EF4-FFF2-40B4-BE49-F238E27FC236}">
                <a16:creationId xmlns:a16="http://schemas.microsoft.com/office/drawing/2014/main" id="{124D8FCC-5F89-BD9A-1A9F-45F99E8917AB}"/>
              </a:ext>
            </a:extLst>
          </p:cNvPr>
          <p:cNvSpPr>
            <a:spLocks noGrp="1"/>
          </p:cNvSpPr>
          <p:nvPr>
            <p:ph type="ftr" sz="quarter" idx="16"/>
          </p:nvPr>
        </p:nvSpPr>
        <p:spPr>
          <a:xfrm rot="5400000">
            <a:off x="10469880" y="1609344"/>
            <a:ext cx="2670048" cy="365760"/>
          </a:xfrm>
          <a:prstGeom prst="rect">
            <a:avLst/>
          </a:prstGeom>
        </p:spPr>
        <p:txBody>
          <a:bodyPr/>
          <a:lstStyle>
            <a:lvl1pPr>
              <a:defRPr>
                <a:solidFill>
                  <a:schemeClr val="bg1"/>
                </a:solidFill>
                <a:effectLst>
                  <a:outerShdw blurRad="38100" dist="38100" dir="2700000" algn="tl">
                    <a:srgbClr val="000000">
                      <a:alpha val="43137"/>
                    </a:srgbClr>
                  </a:outerShdw>
                </a:effectLst>
              </a:defRPr>
            </a:lvl1pPr>
          </a:lstStyle>
          <a:p>
            <a:pPr algn="r"/>
            <a:r>
              <a:rPr lang="en-US"/>
              <a:t>Sample Footer Text</a:t>
            </a:r>
          </a:p>
        </p:txBody>
      </p:sp>
      <p:sp>
        <p:nvSpPr>
          <p:cNvPr id="10" name="Slide Number Placeholder 9">
            <a:extLst>
              <a:ext uri="{FF2B5EF4-FFF2-40B4-BE49-F238E27FC236}">
                <a16:creationId xmlns:a16="http://schemas.microsoft.com/office/drawing/2014/main" id="{80387031-1FAB-58C5-4405-B9154D8D4EFB}"/>
              </a:ext>
            </a:extLst>
          </p:cNvPr>
          <p:cNvSpPr>
            <a:spLocks noGrp="1"/>
          </p:cNvSpPr>
          <p:nvPr>
            <p:ph type="sldNum" sz="quarter" idx="17"/>
          </p:nvPr>
        </p:nvSpPr>
        <p:spPr>
          <a:xfrm>
            <a:off x="11494008" y="3218688"/>
            <a:ext cx="630936" cy="429768"/>
          </a:xfrm>
          <a:prstGeom prst="rect">
            <a:avLst/>
          </a:prstGeom>
        </p:spPr>
        <p:txBody>
          <a:bodyPr/>
          <a:lstStyle>
            <a:lvl1pPr>
              <a:defRPr>
                <a:solidFill>
                  <a:schemeClr val="bg1"/>
                </a:solidFill>
                <a:effectLst>
                  <a:outerShdw blurRad="38100" dist="38100" dir="2700000" algn="tl">
                    <a:srgbClr val="000000">
                      <a:alpha val="43137"/>
                    </a:srgbClr>
                  </a:outerShdw>
                </a:effectLst>
              </a:defRPr>
            </a:lvl1pPr>
          </a:lstStyle>
          <a:p>
            <a:pPr algn="ctr"/>
            <a:fld id="{CC057153-B650-4DEB-B370-79DDCFDCE934}" type="slidenum">
              <a:rPr lang="en-US" smtClean="0"/>
              <a:pPr algn="ctr"/>
              <a:t>‹#›</a:t>
            </a:fld>
            <a:endParaRPr lang="en-US"/>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648" y="2258568"/>
            <a:ext cx="3703320" cy="3840480"/>
          </a:xfrm>
        </p:spPr>
        <p:txBody>
          <a:bodyPr/>
          <a:lstStyle>
            <a:lvl1pPr marL="0" indent="0">
              <a:buNone/>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758952"/>
            <a:ext cx="3703320" cy="1143000"/>
          </a:xfrm>
          <a:prstGeom prst="rect">
            <a:avLst/>
          </a:prstGeom>
        </p:spPr>
        <p:txBody>
          <a:bodyPr vert="horz" lIns="91440" tIns="45720" rIns="91440" bIns="45720" rtlCol="0" anchor="b">
            <a:noAutofit/>
          </a:bodyPr>
          <a:lstStyle>
            <a:lvl1pPr>
              <a:defRPr lang="en-US" dirty="0"/>
            </a:lvl1pPr>
          </a:lstStyle>
          <a:p>
            <a:pPr lvl="0">
              <a:lnSpc>
                <a:spcPct val="120000"/>
              </a:lnSpc>
            </a:pPr>
            <a:r>
              <a:rPr lang="en-US"/>
              <a:t>Click to edit Master title style</a:t>
            </a:r>
          </a:p>
        </p:txBody>
      </p:sp>
    </p:spTree>
    <p:extLst>
      <p:ext uri="{BB962C8B-B14F-4D97-AF65-F5344CB8AC3E}">
        <p14:creationId xmlns:p14="http://schemas.microsoft.com/office/powerpoint/2010/main" val="897337230"/>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cSld name="Title, Content 22">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837176" y="548640"/>
            <a:ext cx="6455664" cy="5952744"/>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1AB169CA-5488-CD07-6516-947BBA28AB35}"/>
              </a:ext>
            </a:extLst>
          </p:cNvPr>
          <p:cNvSpPr>
            <a:spLocks noGrp="1"/>
          </p:cNvSpPr>
          <p:nvPr>
            <p:ph type="dt" sz="half" idx="14"/>
          </p:nvPr>
        </p:nvSpPr>
        <p:spPr>
          <a:xfrm rot="5400000">
            <a:off x="10469880" y="4892040"/>
            <a:ext cx="2670048" cy="365760"/>
          </a:xfrm>
          <a:prstGeom prst="rect">
            <a:avLst/>
          </a:prstGeom>
        </p:spPr>
        <p:txBody>
          <a:bodyPr/>
          <a:lstStyle/>
          <a:p>
            <a:r>
              <a:rPr lang="en-US"/>
              <a:t>2/6/2025</a:t>
            </a:r>
          </a:p>
        </p:txBody>
      </p:sp>
      <p:sp>
        <p:nvSpPr>
          <p:cNvPr id="7" name="Footer Placeholder 6">
            <a:extLst>
              <a:ext uri="{FF2B5EF4-FFF2-40B4-BE49-F238E27FC236}">
                <a16:creationId xmlns:a16="http://schemas.microsoft.com/office/drawing/2014/main" id="{D61483D3-774D-9D68-68CB-5A937232274F}"/>
              </a:ext>
            </a:extLst>
          </p:cNvPr>
          <p:cNvSpPr>
            <a:spLocks noGrp="1"/>
          </p:cNvSpPr>
          <p:nvPr>
            <p:ph type="ftr" sz="quarter" idx="15"/>
          </p:nvPr>
        </p:nvSpPr>
        <p:spPr>
          <a:xfrm rot="5400000">
            <a:off x="10469880" y="1609344"/>
            <a:ext cx="2670048" cy="365760"/>
          </a:xfrm>
          <a:prstGeom prst="rect">
            <a:avLst/>
          </a:prstGeom>
        </p:spPr>
        <p:txBody>
          <a:bodyPr/>
          <a:lstStyle/>
          <a:p>
            <a:pPr algn="r"/>
            <a:r>
              <a:rPr lang="en-US"/>
              <a:t>Sample Footer Text</a:t>
            </a:r>
          </a:p>
        </p:txBody>
      </p:sp>
      <p:sp>
        <p:nvSpPr>
          <p:cNvPr id="9" name="Slide Number Placeholder 8">
            <a:extLst>
              <a:ext uri="{FF2B5EF4-FFF2-40B4-BE49-F238E27FC236}">
                <a16:creationId xmlns:a16="http://schemas.microsoft.com/office/drawing/2014/main" id="{C1048750-D97F-4F3E-349E-380EE5D3BD60}"/>
              </a:ext>
            </a:extLst>
          </p:cNvPr>
          <p:cNvSpPr>
            <a:spLocks noGrp="1"/>
          </p:cNvSpPr>
          <p:nvPr>
            <p:ph type="sldNum" sz="quarter" idx="16"/>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48640" y="548640"/>
            <a:ext cx="3538728" cy="2286000"/>
          </a:xfrm>
          <a:prstGeom prst="rect">
            <a:avLst/>
          </a:prstGeom>
        </p:spPr>
        <p:txBody>
          <a:bodyPr anchor="t">
            <a:normAutofit/>
          </a:bodyPr>
          <a:lstStyle>
            <a:lvl1pPr>
              <a:lnSpc>
                <a:spcPct val="120000"/>
              </a:lnSpc>
              <a:defRPr sz="2800"/>
            </a:lvl1pPr>
          </a:lstStyle>
          <a:p>
            <a:r>
              <a:rPr lang="en-US"/>
              <a:t>Click to edit Master title style</a:t>
            </a:r>
          </a:p>
        </p:txBody>
      </p:sp>
    </p:spTree>
    <p:extLst>
      <p:ext uri="{BB962C8B-B14F-4D97-AF65-F5344CB8AC3E}">
        <p14:creationId xmlns:p14="http://schemas.microsoft.com/office/powerpoint/2010/main" val="128705043"/>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cSld name="Big Number 1">
    <p:bg>
      <p:bgRef idx="1001">
        <a:schemeClr val="bg1"/>
      </p:bgRef>
    </p:bg>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p:nvPr>
        </p:nvSpPr>
        <p:spPr>
          <a:xfrm>
            <a:off x="2377440" y="4809744"/>
            <a:ext cx="7525512" cy="1545336"/>
          </a:xfrm>
        </p:spPr>
        <p:txBody>
          <a:bodyPr>
            <a:noAutofit/>
          </a:bodyPr>
          <a:lstStyle>
            <a:lvl1pPr marL="0" indent="0" algn="ctr">
              <a:buNone/>
              <a:defRPr sz="2800">
                <a:solidFill>
                  <a:schemeClr val="tx1"/>
                </a:solidFill>
              </a:defRPr>
            </a:lvl1pPr>
            <a:lvl2pPr marL="228600" indent="0" algn="ctr">
              <a:buNone/>
              <a:defRPr sz="2400">
                <a:solidFill>
                  <a:schemeClr val="tx1"/>
                </a:solidFill>
              </a:defRPr>
            </a:lvl2pPr>
            <a:lvl3pPr marL="457200" indent="0" algn="ctr">
              <a:buNone/>
              <a:defRPr sz="2000">
                <a:solidFill>
                  <a:schemeClr val="tx1"/>
                </a:solidFill>
              </a:defRPr>
            </a:lvl3pPr>
            <a:lvl4pPr marL="685800" indent="0" algn="ctr">
              <a:buNone/>
              <a:defRPr sz="1800">
                <a:solidFill>
                  <a:schemeClr val="tx1"/>
                </a:solidFill>
              </a:defRPr>
            </a:lvl4pPr>
            <a:lvl5pPr marL="914400" indent="0" algn="ctr">
              <a:buNone/>
              <a:defRPr sz="16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0AB237A3-2F09-B8A5-B137-C37686B24A0F}"/>
              </a:ext>
            </a:extLst>
          </p:cNvPr>
          <p:cNvSpPr>
            <a:spLocks noGrp="1"/>
          </p:cNvSpPr>
          <p:nvPr>
            <p:ph type="dt" sz="half" idx="14"/>
          </p:nvPr>
        </p:nvSpPr>
        <p:spPr/>
        <p:txBody>
          <a:bodyPr/>
          <a:lstStyle/>
          <a:p>
            <a:r>
              <a:rPr lang="en-US"/>
              <a:t>2/6/2025</a:t>
            </a:r>
          </a:p>
        </p:txBody>
      </p:sp>
      <p:sp>
        <p:nvSpPr>
          <p:cNvPr id="4" name="Footer Placeholder 3">
            <a:extLst>
              <a:ext uri="{FF2B5EF4-FFF2-40B4-BE49-F238E27FC236}">
                <a16:creationId xmlns:a16="http://schemas.microsoft.com/office/drawing/2014/main" id="{2B3A61EC-7FBA-4A9E-9442-8C179449C2C5}"/>
              </a:ext>
            </a:extLst>
          </p:cNvPr>
          <p:cNvSpPr>
            <a:spLocks noGrp="1"/>
          </p:cNvSpPr>
          <p:nvPr>
            <p:ph type="ftr" sz="quarter" idx="15"/>
          </p:nvPr>
        </p:nvSpPr>
        <p:spPr/>
        <p:txBody>
          <a:bodyPr/>
          <a:lstStyle/>
          <a:p>
            <a:pPr algn="r"/>
            <a:r>
              <a:rPr lang="en-US"/>
              <a:t>Sample Footer Text</a:t>
            </a:r>
          </a:p>
        </p:txBody>
      </p:sp>
      <p:sp>
        <p:nvSpPr>
          <p:cNvPr id="5" name="Slide Number Placeholder 4">
            <a:extLst>
              <a:ext uri="{FF2B5EF4-FFF2-40B4-BE49-F238E27FC236}">
                <a16:creationId xmlns:a16="http://schemas.microsoft.com/office/drawing/2014/main" id="{977FCA03-0EA5-26E8-F7C9-22AD8F298A4D}"/>
              </a:ext>
            </a:extLst>
          </p:cNvPr>
          <p:cNvSpPr>
            <a:spLocks noGrp="1"/>
          </p:cNvSpPr>
          <p:nvPr>
            <p:ph type="sldNum" sz="quarter" idx="16"/>
          </p:nvPr>
        </p:nvSpPr>
        <p:spPr/>
        <p:txBody>
          <a:bodyPr/>
          <a:lstStyle/>
          <a:p>
            <a:pPr algn="ctr"/>
            <a:fld id="{8D252C1B-CBF0-4A4D-8F57-7FB989103249}" type="slidenum">
              <a:rPr lang="en-US" smtClean="0"/>
              <a:pPr algn="ctr"/>
              <a:t>‹#›</a:t>
            </a:fld>
            <a:endParaRPr lang="en-US"/>
          </a:p>
        </p:txBody>
      </p:sp>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822960" y="603504"/>
            <a:ext cx="10543032" cy="4114800"/>
          </a:xfrm>
          <a:prstGeom prst="rect">
            <a:avLst/>
          </a:prstGeom>
        </p:spPr>
        <p:txBody>
          <a:bodyPr>
            <a:normAutofit/>
          </a:bodyPr>
          <a:lstStyle>
            <a:lvl1pPr algn="ctr">
              <a:lnSpc>
                <a:spcPct val="120000"/>
              </a:lnSpc>
              <a:defRPr sz="23200">
                <a:solidFill>
                  <a:schemeClr val="tx1"/>
                </a:solidFill>
              </a:defRPr>
            </a:lvl1pPr>
          </a:lstStyle>
          <a:p>
            <a:r>
              <a:rPr lang="en-US"/>
              <a:t>##%</a:t>
            </a:r>
          </a:p>
        </p:txBody>
      </p:sp>
    </p:spTree>
    <p:extLst>
      <p:ext uri="{BB962C8B-B14F-4D97-AF65-F5344CB8AC3E}">
        <p14:creationId xmlns:p14="http://schemas.microsoft.com/office/powerpoint/2010/main" val="3778160944"/>
      </p:ext>
    </p:extLst>
  </p:cSld>
  <p:clrMapOvr>
    <a:overrideClrMapping bg1="dk1" tx1="lt1" bg2="dk2" tx2="lt2" accent1="accent1" accent2="accent2" accent3="accent3" accent4="accent4" accent5="accent5" accent6="accent6" hlink="hlink" folHlink="folHlink"/>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cSld name="Title, Content Photo 20">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A8B6547-2A22-DE9B-D76B-8BC9967D224D}"/>
              </a:ext>
              <a:ext uri="{C183D7F6-B498-43B3-948B-1728B52AA6E4}">
                <adec:decorative xmlns:adec="http://schemas.microsoft.com/office/drawing/2017/decorative" val="1"/>
              </a:ext>
            </a:extLst>
          </p:cNvPr>
          <p:cNvSpPr/>
          <p:nvPr/>
        </p:nvSpPr>
        <p:spPr>
          <a:xfrm>
            <a:off x="0" y="0"/>
            <a:ext cx="4050792"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782312" y="758952"/>
            <a:ext cx="6382512" cy="5330952"/>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43FC80B3-DCFA-D45D-AE8E-A26A743D9695}"/>
              </a:ext>
            </a:extLst>
          </p:cNvPr>
          <p:cNvSpPr>
            <a:spLocks noGrp="1"/>
          </p:cNvSpPr>
          <p:nvPr>
            <p:ph type="dt" sz="half" idx="15"/>
          </p:nvPr>
        </p:nvSpPr>
        <p:spPr>
          <a:xfrm rot="5400000">
            <a:off x="10469880" y="4892040"/>
            <a:ext cx="2670048" cy="365760"/>
          </a:xfrm>
          <a:prstGeom prst="rect">
            <a:avLst/>
          </a:prstGeom>
        </p:spPr>
        <p:txBody>
          <a:bodyPr/>
          <a:lstStyle>
            <a:lvl1pPr>
              <a:defRPr>
                <a:solidFill>
                  <a:schemeClr val="tx1"/>
                </a:solidFill>
              </a:defRPr>
            </a:lvl1pPr>
          </a:lstStyle>
          <a:p>
            <a:r>
              <a:rPr lang="en-US"/>
              <a:t>2/6/2025</a:t>
            </a:r>
          </a:p>
        </p:txBody>
      </p:sp>
      <p:sp>
        <p:nvSpPr>
          <p:cNvPr id="9" name="Footer Placeholder 8">
            <a:extLst>
              <a:ext uri="{FF2B5EF4-FFF2-40B4-BE49-F238E27FC236}">
                <a16:creationId xmlns:a16="http://schemas.microsoft.com/office/drawing/2014/main" id="{124D8FCC-5F89-BD9A-1A9F-45F99E8917AB}"/>
              </a:ext>
            </a:extLst>
          </p:cNvPr>
          <p:cNvSpPr>
            <a:spLocks noGrp="1"/>
          </p:cNvSpPr>
          <p:nvPr>
            <p:ph type="ftr" sz="quarter" idx="16"/>
          </p:nvPr>
        </p:nvSpPr>
        <p:spPr>
          <a:xfrm rot="5400000">
            <a:off x="10469880" y="1609344"/>
            <a:ext cx="2670048" cy="365760"/>
          </a:xfrm>
          <a:prstGeom prst="rect">
            <a:avLst/>
          </a:prstGeom>
        </p:spPr>
        <p:txBody>
          <a:bodyPr/>
          <a:lstStyle>
            <a:lvl1pPr>
              <a:defRPr>
                <a:solidFill>
                  <a:schemeClr val="tx1"/>
                </a:solidFill>
              </a:defRPr>
            </a:lvl1pPr>
          </a:lstStyle>
          <a:p>
            <a:pPr algn="r"/>
            <a:r>
              <a:rPr lang="en-US"/>
              <a:t>Sample Footer Text</a:t>
            </a:r>
          </a:p>
        </p:txBody>
      </p:sp>
      <p:sp>
        <p:nvSpPr>
          <p:cNvPr id="10" name="Slide Number Placeholder 9">
            <a:extLst>
              <a:ext uri="{FF2B5EF4-FFF2-40B4-BE49-F238E27FC236}">
                <a16:creationId xmlns:a16="http://schemas.microsoft.com/office/drawing/2014/main" id="{80387031-1FAB-58C5-4405-B9154D8D4EFB}"/>
              </a:ext>
            </a:extLst>
          </p:cNvPr>
          <p:cNvSpPr>
            <a:spLocks noGrp="1"/>
          </p:cNvSpPr>
          <p:nvPr>
            <p:ph type="sldNum" sz="quarter" idx="17"/>
          </p:nvPr>
        </p:nvSpPr>
        <p:spPr>
          <a:xfrm>
            <a:off x="11494008" y="3218688"/>
            <a:ext cx="630936" cy="429768"/>
          </a:xfrm>
          <a:prstGeom prst="rect">
            <a:avLst/>
          </a:prstGeom>
        </p:spPr>
        <p:txBody>
          <a:bodyPr/>
          <a:lstStyle>
            <a:lvl1pPr>
              <a:defRPr>
                <a:solidFill>
                  <a:schemeClr val="tx1"/>
                </a:solidFill>
              </a:defRPr>
            </a:lvl1pPr>
          </a:lstStyle>
          <a:p>
            <a:pPr algn="ctr"/>
            <a:fld id="{CC057153-B650-4DEB-B370-79DDCFDCE934}" type="slidenum">
              <a:rPr lang="en-US" smtClean="0"/>
              <a:pPr algn="ctr"/>
              <a:t>‹#›</a:t>
            </a:fld>
            <a:endParaRPr lang="en-US"/>
          </a:p>
        </p:txBody>
      </p:sp>
      <p:sp>
        <p:nvSpPr>
          <p:cNvPr id="14" name="Picture Placeholder 13">
            <a:extLst>
              <a:ext uri="{FF2B5EF4-FFF2-40B4-BE49-F238E27FC236}">
                <a16:creationId xmlns:a16="http://schemas.microsoft.com/office/drawing/2014/main" id="{ADB4AEC6-2EA4-A5BD-A76D-1C38CE894EC0}"/>
              </a:ext>
            </a:extLst>
          </p:cNvPr>
          <p:cNvSpPr>
            <a:spLocks noGrp="1"/>
          </p:cNvSpPr>
          <p:nvPr>
            <p:ph type="pic" sz="quarter" idx="18"/>
          </p:nvPr>
        </p:nvSpPr>
        <p:spPr>
          <a:xfrm>
            <a:off x="649224" y="813816"/>
            <a:ext cx="2752344" cy="2752344"/>
          </a:xfrm>
          <a:custGeom>
            <a:avLst/>
            <a:gdLst>
              <a:gd name="connsiteX0" fmla="*/ 2679192 w 5358384"/>
              <a:gd name="connsiteY0" fmla="*/ 0 h 5358384"/>
              <a:gd name="connsiteX1" fmla="*/ 5358384 w 5358384"/>
              <a:gd name="connsiteY1" fmla="*/ 2679192 h 5358384"/>
              <a:gd name="connsiteX2" fmla="*/ 2679192 w 5358384"/>
              <a:gd name="connsiteY2" fmla="*/ 5358384 h 5358384"/>
              <a:gd name="connsiteX3" fmla="*/ 0 w 5358384"/>
              <a:gd name="connsiteY3" fmla="*/ 2679192 h 5358384"/>
              <a:gd name="connsiteX4" fmla="*/ 2679192 w 5358384"/>
              <a:gd name="connsiteY4" fmla="*/ 0 h 53583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58384" h="5358384">
                <a:moveTo>
                  <a:pt x="2679192" y="0"/>
                </a:moveTo>
                <a:cubicBezTo>
                  <a:pt x="4158869" y="0"/>
                  <a:pt x="5358384" y="1199515"/>
                  <a:pt x="5358384" y="2679192"/>
                </a:cubicBezTo>
                <a:cubicBezTo>
                  <a:pt x="5358384" y="4158869"/>
                  <a:pt x="4158869" y="5358384"/>
                  <a:pt x="2679192" y="5358384"/>
                </a:cubicBezTo>
                <a:cubicBezTo>
                  <a:pt x="1199515" y="5358384"/>
                  <a:pt x="0" y="4158869"/>
                  <a:pt x="0" y="2679192"/>
                </a:cubicBezTo>
                <a:cubicBezTo>
                  <a:pt x="0" y="1199515"/>
                  <a:pt x="1199515" y="0"/>
                  <a:pt x="2679192" y="0"/>
                </a:cubicBezTo>
                <a:close/>
              </a:path>
            </a:pathLst>
          </a:custGeom>
          <a:blipFill>
            <a:blip r:embed="rId2" cstate="screen">
              <a:alphaModFix amt="70000"/>
              <a:extLst>
                <a:ext uri="{28A0092B-C50C-407E-A947-70E740481C1C}">
                  <a14:useLocalDpi xmlns:a14="http://schemas.microsoft.com/office/drawing/2010/main"/>
                </a:ext>
              </a:extLst>
            </a:blip>
            <a:stretch>
              <a:fillRect/>
            </a:stretch>
          </a:blipFill>
        </p:spPr>
        <p:txBody>
          <a:bodyPr vert="horz" lIns="91440" tIns="45720" rIns="91440" bIns="45720" rtlCol="0">
            <a:normAutofit/>
          </a:bodyPr>
          <a:lstStyle>
            <a:lvl1pPr>
              <a:defRPr lang="en-US" dirty="0">
                <a:solidFill>
                  <a:schemeClr val="bg1"/>
                </a:solidFill>
              </a:defRPr>
            </a:lvl1pPr>
          </a:lstStyle>
          <a:p>
            <a:pPr marL="0" lvl="0" indent="0">
              <a:buNone/>
            </a:pPr>
            <a:r>
              <a:rPr lang="en-US"/>
              <a:t>Click icon to add picture</a:t>
            </a: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3995928"/>
            <a:ext cx="3127248" cy="2093976"/>
          </a:xfrm>
          <a:prstGeom prst="rect">
            <a:avLst/>
          </a:prstGeom>
        </p:spPr>
        <p:txBody>
          <a:bodyPr vert="horz" lIns="91440" tIns="45720" rIns="91440" bIns="45720" rtlCol="0" anchor="ctr">
            <a:noAutofit/>
          </a:bodyPr>
          <a:lstStyle>
            <a:lvl1pPr algn="ctr">
              <a:defRPr lang="en-US" sz="2600" dirty="0">
                <a:solidFill>
                  <a:schemeClr val="bg1"/>
                </a:solidFill>
              </a:defRPr>
            </a:lvl1pPr>
          </a:lstStyle>
          <a:p>
            <a:pPr lvl="0">
              <a:lnSpc>
                <a:spcPct val="120000"/>
              </a:lnSpc>
            </a:pPr>
            <a:r>
              <a:rPr lang="en-US"/>
              <a:t>Click to edit Master title style</a:t>
            </a:r>
          </a:p>
        </p:txBody>
      </p:sp>
    </p:spTree>
    <p:extLst>
      <p:ext uri="{BB962C8B-B14F-4D97-AF65-F5344CB8AC3E}">
        <p14:creationId xmlns:p14="http://schemas.microsoft.com/office/powerpoint/2010/main" val="1863487114"/>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Title 3"/>
          <p:cNvSpPr>
            <a:spLocks noGrp="1"/>
          </p:cNvSpPr>
          <p:nvPr>
            <p:ph type="title" hasCustomPrompt="1"/>
          </p:nvPr>
        </p:nvSpPr>
        <p:spPr>
          <a:xfrm>
            <a:off x="334434" y="274638"/>
            <a:ext cx="11523133" cy="889972"/>
          </a:xfrm>
          <a:prstGeom prst="rect">
            <a:avLst/>
          </a:prstGeom>
        </p:spPr>
        <p:txBody>
          <a:bodyPr/>
          <a:lstStyle/>
          <a:p>
            <a:r>
              <a:rPr lang="en-US" dirty="0"/>
              <a:t>CLICK TO EDIT MASTER TITLE STYLE</a:t>
            </a:r>
            <a:endParaRPr lang="en-GB" dirty="0"/>
          </a:p>
        </p:txBody>
      </p:sp>
      <p:sp>
        <p:nvSpPr>
          <p:cNvPr id="6" name="Date Placeholder 5"/>
          <p:cNvSpPr>
            <a:spLocks noGrp="1"/>
          </p:cNvSpPr>
          <p:nvPr>
            <p:ph type="dt" sz="half" idx="10"/>
          </p:nvPr>
        </p:nvSpPr>
        <p:spPr/>
        <p:txBody>
          <a:bodyPr/>
          <a:lstStyle/>
          <a:p>
            <a:fld id="{90207949-77D2-8946-A00C-B50C58EAD843}" type="datetime1">
              <a:rPr lang="en-GB" smtClean="0"/>
              <a:t>01/09/2025</a:t>
            </a:fld>
            <a:endParaRPr lang="en-GB" dirty="0"/>
          </a:p>
        </p:txBody>
      </p:sp>
      <p:sp>
        <p:nvSpPr>
          <p:cNvPr id="7" name="Footer Placeholder 6"/>
          <p:cNvSpPr>
            <a:spLocks noGrp="1"/>
          </p:cNvSpPr>
          <p:nvPr>
            <p:ph type="ftr" sz="quarter" idx="11"/>
          </p:nvPr>
        </p:nvSpPr>
        <p:spPr/>
        <p:txBody>
          <a:bodyPr/>
          <a:lstStyle/>
          <a:p>
            <a:r>
              <a:rPr lang="en-GB" dirty="0"/>
              <a:t>INSERT CONFIDENTIALITY LEVEL IN SLIDE FOOTER </a:t>
            </a:r>
          </a:p>
        </p:txBody>
      </p:sp>
      <p:sp>
        <p:nvSpPr>
          <p:cNvPr id="8" name="Slide Number Placeholder 7"/>
          <p:cNvSpPr>
            <a:spLocks noGrp="1"/>
          </p:cNvSpPr>
          <p:nvPr>
            <p:ph type="sldNum" sz="quarter" idx="12"/>
          </p:nvPr>
        </p:nvSpPr>
        <p:spPr/>
        <p:txBody>
          <a:bodyPr/>
          <a:lstStyle/>
          <a:p>
            <a:fld id="{72A83A2B-3358-44F8-83A0-4598795D8FB5}" type="slidenum">
              <a:rPr lang="en-GB" smtClean="0"/>
              <a:pPr/>
              <a:t>‹#›</a:t>
            </a:fld>
            <a:endParaRPr lang="en-GB" dirty="0"/>
          </a:p>
        </p:txBody>
      </p:sp>
      <p:sp>
        <p:nvSpPr>
          <p:cNvPr id="10" name="Content Placeholder 9"/>
          <p:cNvSpPr>
            <a:spLocks noGrp="1"/>
          </p:cNvSpPr>
          <p:nvPr>
            <p:ph sz="quarter" idx="13"/>
          </p:nvPr>
        </p:nvSpPr>
        <p:spPr>
          <a:xfrm>
            <a:off x="334434" y="1331899"/>
            <a:ext cx="11523133" cy="4538703"/>
          </a:xfrm>
        </p:spPr>
        <p:txBody>
          <a:bodyPr/>
          <a:lstStyle>
            <a:lvl1pPr>
              <a:defRPr sz="2133"/>
            </a:lvl1pPr>
            <a:lvl2pPr>
              <a:defRPr sz="1600"/>
            </a:lvl2pPr>
            <a:lvl3pPr>
              <a:defRPr sz="1600"/>
            </a:lvl3pPr>
            <a:lvl4pPr>
              <a:defRPr sz="1600"/>
            </a:lvl4pPr>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2656347089"/>
      </p:ext>
    </p:extLst>
  </p:cSld>
  <p:clrMapOvr>
    <a:masterClrMapping/>
  </p:clrMapOvr>
  <p:transition spd="slow">
    <p:wipe dir="r"/>
  </p:transition>
  <p:extLst>
    <p:ext uri="{DCECCB84-F9BA-43D5-87BE-67443E8EF086}">
      <p15:sldGuideLst xmlns:p15="http://schemas.microsoft.com/office/powerpoint/2012/main">
        <p15:guide id="1" pos="4277">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userDrawn="1">
  <p:cSld name="1_Title and Content Image BG">
    <p:spTree>
      <p:nvGrpSpPr>
        <p:cNvPr id="1" name=""/>
        <p:cNvGrpSpPr/>
        <p:nvPr/>
      </p:nvGrpSpPr>
      <p:grpSpPr>
        <a:xfrm>
          <a:off x="0" y="0"/>
          <a:ext cx="0" cy="0"/>
          <a:chOff x="0" y="0"/>
          <a:chExt cx="0" cy="0"/>
        </a:xfrm>
      </p:grpSpPr>
      <p:pic>
        <p:nvPicPr>
          <p:cNvPr id="12" name="Picture 11" descr="A picture containing light&#10;&#10;Description automatically generated">
            <a:extLst>
              <a:ext uri="{FF2B5EF4-FFF2-40B4-BE49-F238E27FC236}">
                <a16:creationId xmlns:a16="http://schemas.microsoft.com/office/drawing/2014/main" id="{BAE7EDB6-9919-C945-87C3-5614EA3FA7B9}"/>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4" name="Title 3"/>
          <p:cNvSpPr>
            <a:spLocks noGrp="1"/>
          </p:cNvSpPr>
          <p:nvPr>
            <p:ph type="title" hasCustomPrompt="1"/>
          </p:nvPr>
        </p:nvSpPr>
        <p:spPr>
          <a:xfrm>
            <a:off x="334434" y="274638"/>
            <a:ext cx="11523133" cy="889972"/>
          </a:xfrm>
          <a:prstGeom prst="rect">
            <a:avLst/>
          </a:prstGeom>
        </p:spPr>
        <p:txBody>
          <a:bodyPr/>
          <a:lstStyle>
            <a:lvl1pPr>
              <a:defRPr>
                <a:solidFill>
                  <a:schemeClr val="bg1"/>
                </a:solidFill>
              </a:defRPr>
            </a:lvl1pPr>
          </a:lstStyle>
          <a:p>
            <a:r>
              <a:rPr lang="en-US" dirty="0"/>
              <a:t>CLICK TO EDIT MASTER TITLE STYLE</a:t>
            </a:r>
            <a:endParaRPr lang="en-GB" dirty="0"/>
          </a:p>
        </p:txBody>
      </p:sp>
      <p:sp>
        <p:nvSpPr>
          <p:cNvPr id="6" name="Date Placeholder 5"/>
          <p:cNvSpPr>
            <a:spLocks noGrp="1"/>
          </p:cNvSpPr>
          <p:nvPr>
            <p:ph type="dt" sz="half" idx="10"/>
          </p:nvPr>
        </p:nvSpPr>
        <p:spPr/>
        <p:txBody>
          <a:bodyPr/>
          <a:lstStyle>
            <a:lvl1pPr>
              <a:defRPr>
                <a:solidFill>
                  <a:schemeClr val="bg1"/>
                </a:solidFill>
              </a:defRPr>
            </a:lvl1pPr>
          </a:lstStyle>
          <a:p>
            <a:fld id="{90E84F51-9D06-0646-9C43-4EADA2828A07}" type="datetime1">
              <a:rPr lang="en-GB" smtClean="0"/>
              <a:t>01/09/2025</a:t>
            </a:fld>
            <a:endParaRPr lang="en-US" dirty="0"/>
          </a:p>
        </p:txBody>
      </p:sp>
      <p:sp>
        <p:nvSpPr>
          <p:cNvPr id="7" name="Footer Placeholder 6"/>
          <p:cNvSpPr>
            <a:spLocks noGrp="1"/>
          </p:cNvSpPr>
          <p:nvPr>
            <p:ph type="ftr" sz="quarter" idx="11"/>
          </p:nvPr>
        </p:nvSpPr>
        <p:spPr/>
        <p:txBody>
          <a:bodyPr/>
          <a:lstStyle>
            <a:lvl1pPr>
              <a:defRPr>
                <a:solidFill>
                  <a:schemeClr val="bg1"/>
                </a:solidFill>
              </a:defRPr>
            </a:lvl1pPr>
          </a:lstStyle>
          <a:p>
            <a:r>
              <a:rPr lang="en-GB"/>
              <a:t>INSERT CONFIDENTIALITY LEVEL IN SLIDE FOOTER </a:t>
            </a:r>
          </a:p>
        </p:txBody>
      </p:sp>
      <p:sp>
        <p:nvSpPr>
          <p:cNvPr id="8" name="Slide Number Placeholder 7"/>
          <p:cNvSpPr>
            <a:spLocks noGrp="1"/>
          </p:cNvSpPr>
          <p:nvPr>
            <p:ph type="sldNum" sz="quarter" idx="12"/>
          </p:nvPr>
        </p:nvSpPr>
        <p:spPr/>
        <p:txBody>
          <a:bodyPr/>
          <a:lstStyle>
            <a:lvl1pPr>
              <a:defRPr>
                <a:solidFill>
                  <a:schemeClr val="bg1"/>
                </a:solidFill>
              </a:defRPr>
            </a:lvl1pPr>
          </a:lstStyle>
          <a:p>
            <a:fld id="{72A83A2B-3358-44F8-83A0-4598795D8FB5}" type="slidenum">
              <a:rPr lang="en-GB" smtClean="0"/>
              <a:pPr/>
              <a:t>‹#›</a:t>
            </a:fld>
            <a:endParaRPr lang="en-GB" dirty="0"/>
          </a:p>
        </p:txBody>
      </p:sp>
      <p:sp>
        <p:nvSpPr>
          <p:cNvPr id="10" name="Content Placeholder 9"/>
          <p:cNvSpPr>
            <a:spLocks noGrp="1"/>
          </p:cNvSpPr>
          <p:nvPr>
            <p:ph sz="quarter" idx="13"/>
          </p:nvPr>
        </p:nvSpPr>
        <p:spPr>
          <a:xfrm>
            <a:off x="334434" y="1164610"/>
            <a:ext cx="11523133" cy="4804391"/>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pic>
        <p:nvPicPr>
          <p:cNvPr id="9" name="Picture 8">
            <a:extLst>
              <a:ext uri="{FF2B5EF4-FFF2-40B4-BE49-F238E27FC236}">
                <a16:creationId xmlns:a16="http://schemas.microsoft.com/office/drawing/2014/main" id="{168C8EA4-E4B8-F04C-850F-7A61929B9A30}"/>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0571858" y="6282799"/>
            <a:ext cx="1271565" cy="318519"/>
          </a:xfrm>
          <a:prstGeom prst="rect">
            <a:avLst/>
          </a:prstGeom>
        </p:spPr>
      </p:pic>
    </p:spTree>
    <p:extLst>
      <p:ext uri="{BB962C8B-B14F-4D97-AF65-F5344CB8AC3E}">
        <p14:creationId xmlns:p14="http://schemas.microsoft.com/office/powerpoint/2010/main" val="2105108454"/>
      </p:ext>
    </p:extLst>
  </p:cSld>
  <p:clrMapOvr>
    <a:masterClrMapping/>
  </p:clrMapOvr>
  <p:transition spd="slow">
    <p:wipe dir="r"/>
  </p:transition>
  <p:extLst>
    <p:ext uri="{DCECCB84-F9BA-43D5-87BE-67443E8EF086}">
      <p15:sldGuideLst xmlns:p15="http://schemas.microsoft.com/office/powerpoint/2012/main">
        <p15:guide id="1" pos="4277">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userDrawn="1">
  <p:cSld name="Text &amp; Image">
    <p:spTree>
      <p:nvGrpSpPr>
        <p:cNvPr id="1" name=""/>
        <p:cNvGrpSpPr/>
        <p:nvPr/>
      </p:nvGrpSpPr>
      <p:grpSpPr>
        <a:xfrm>
          <a:off x="0" y="0"/>
          <a:ext cx="0" cy="0"/>
          <a:chOff x="0" y="0"/>
          <a:chExt cx="0" cy="0"/>
        </a:xfrm>
      </p:grpSpPr>
      <p:sp>
        <p:nvSpPr>
          <p:cNvPr id="9" name="Footer Placeholder 8"/>
          <p:cNvSpPr>
            <a:spLocks noGrp="1"/>
          </p:cNvSpPr>
          <p:nvPr>
            <p:ph type="ftr" sz="quarter" idx="12"/>
          </p:nvPr>
        </p:nvSpPr>
        <p:spPr/>
        <p:txBody>
          <a:bodyPr/>
          <a:lstStyle/>
          <a:p>
            <a:pPr lvl="0" algn="l"/>
            <a:r>
              <a:rPr lang="en-GB" dirty="0">
                <a:solidFill>
                  <a:schemeClr val="tx1"/>
                </a:solidFill>
              </a:rPr>
              <a:t>INSERT CONFIDENTIALITY LEVEL IN SLIDE FOOTER </a:t>
            </a:r>
          </a:p>
        </p:txBody>
      </p:sp>
      <p:sp>
        <p:nvSpPr>
          <p:cNvPr id="10" name="Slide Number Placeholder 9"/>
          <p:cNvSpPr>
            <a:spLocks noGrp="1"/>
          </p:cNvSpPr>
          <p:nvPr>
            <p:ph type="sldNum" sz="quarter" idx="13"/>
          </p:nvPr>
        </p:nvSpPr>
        <p:spPr/>
        <p:txBody>
          <a:bodyPr/>
          <a:lstStyle/>
          <a:p>
            <a:fld id="{72A83A2B-3358-44F8-83A0-4598795D8FB5}" type="slidenum">
              <a:rPr lang="en-GB" smtClean="0"/>
              <a:pPr/>
              <a:t>‹#›</a:t>
            </a:fld>
            <a:endParaRPr lang="en-GB" dirty="0"/>
          </a:p>
        </p:txBody>
      </p:sp>
      <p:sp>
        <p:nvSpPr>
          <p:cNvPr id="4" name="Date Placeholder 3"/>
          <p:cNvSpPr>
            <a:spLocks noGrp="1"/>
          </p:cNvSpPr>
          <p:nvPr>
            <p:ph type="dt" sz="half" idx="14"/>
          </p:nvPr>
        </p:nvSpPr>
        <p:spPr/>
        <p:txBody>
          <a:bodyPr/>
          <a:lstStyle/>
          <a:p>
            <a:fld id="{0007476C-11CB-CB45-8F84-D0EFF81E9473}" type="datetime1">
              <a:rPr lang="en-GB" smtClean="0"/>
              <a:t>01/09/2025</a:t>
            </a:fld>
            <a:endParaRPr lang="en-GB" dirty="0"/>
          </a:p>
        </p:txBody>
      </p:sp>
      <p:sp>
        <p:nvSpPr>
          <p:cNvPr id="12" name="Picture Placeholder 11"/>
          <p:cNvSpPr>
            <a:spLocks noGrp="1"/>
          </p:cNvSpPr>
          <p:nvPr>
            <p:ph type="pic" sz="quarter" idx="16"/>
          </p:nvPr>
        </p:nvSpPr>
        <p:spPr>
          <a:xfrm>
            <a:off x="6239934" y="1331900"/>
            <a:ext cx="5617633" cy="4637101"/>
          </a:xfrm>
          <a:solidFill>
            <a:schemeClr val="bg1">
              <a:lumMod val="95000"/>
            </a:schemeClr>
          </a:solidFill>
        </p:spPr>
        <p:txBody>
          <a:bodyPr/>
          <a:lstStyle>
            <a:lvl1pPr marL="0" indent="0">
              <a:buNone/>
              <a:defRPr/>
            </a:lvl1pPr>
          </a:lstStyle>
          <a:p>
            <a:endParaRPr lang="en-GB" dirty="0"/>
          </a:p>
        </p:txBody>
      </p:sp>
      <p:sp>
        <p:nvSpPr>
          <p:cNvPr id="5" name="Content Placeholder 4"/>
          <p:cNvSpPr>
            <a:spLocks noGrp="1"/>
          </p:cNvSpPr>
          <p:nvPr>
            <p:ph sz="quarter" idx="17"/>
          </p:nvPr>
        </p:nvSpPr>
        <p:spPr>
          <a:xfrm>
            <a:off x="334434" y="1331900"/>
            <a:ext cx="5617633" cy="4637101"/>
          </a:xfrm>
        </p:spPr>
        <p:txBody>
          <a:bodyPr/>
          <a:lstStyle>
            <a:lvl1pPr>
              <a:defRPr sz="2133"/>
            </a:lvl1pPr>
            <a:lvl2pPr>
              <a:defRPr sz="1600"/>
            </a:lvl2pPr>
            <a:lvl3pPr>
              <a:defRPr sz="1600"/>
            </a:lvl3pPr>
            <a:lvl4pPr>
              <a:defRPr sz="1600"/>
            </a:lvl4pPr>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8" name="Title 3">
            <a:extLst>
              <a:ext uri="{FF2B5EF4-FFF2-40B4-BE49-F238E27FC236}">
                <a16:creationId xmlns:a16="http://schemas.microsoft.com/office/drawing/2014/main" id="{81DDA30A-36D1-DC4B-A45A-6FB4926B8C9A}"/>
              </a:ext>
            </a:extLst>
          </p:cNvPr>
          <p:cNvSpPr>
            <a:spLocks noGrp="1"/>
          </p:cNvSpPr>
          <p:nvPr>
            <p:ph type="title" hasCustomPrompt="1"/>
          </p:nvPr>
        </p:nvSpPr>
        <p:spPr>
          <a:xfrm>
            <a:off x="334434" y="274638"/>
            <a:ext cx="11523133" cy="889972"/>
          </a:xfrm>
          <a:prstGeom prst="rect">
            <a:avLst/>
          </a:prstGeom>
        </p:spPr>
        <p:txBody>
          <a:bodyPr/>
          <a:lstStyle/>
          <a:p>
            <a:r>
              <a:rPr lang="en-US" dirty="0"/>
              <a:t>CLICK TO EDIT MASTER TITLE STYLE</a:t>
            </a:r>
            <a:endParaRPr lang="en-GB" dirty="0"/>
          </a:p>
        </p:txBody>
      </p:sp>
    </p:spTree>
    <p:extLst>
      <p:ext uri="{BB962C8B-B14F-4D97-AF65-F5344CB8AC3E}">
        <p14:creationId xmlns:p14="http://schemas.microsoft.com/office/powerpoint/2010/main" val="139423845"/>
      </p:ext>
    </p:extLst>
  </p:cSld>
  <p:clrMapOvr>
    <a:masterClrMapping/>
  </p:clrMapOvr>
  <p:transition spd="slow">
    <p:wipe dir="r"/>
  </p:transition>
  <p:extLst>
    <p:ext uri="{DCECCB84-F9BA-43D5-87BE-67443E8EF086}">
      <p15:sldGuideLst xmlns:p15="http://schemas.microsoft.com/office/powerpoint/2012/main">
        <p15:guide id="1" pos="2812">
          <p15:clr>
            <a:srgbClr val="FBAE40"/>
          </p15:clr>
        </p15:guide>
      </p15:sldGuideLst>
    </p:ext>
  </p:extLst>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63" Type="http://schemas.openxmlformats.org/officeDocument/2006/relationships/slideLayout" Target="../slideLayouts/slideLayout63.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theme" Target="../theme/theme1.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Title Placeholder 7">
            <a:extLst>
              <a:ext uri="{FF2B5EF4-FFF2-40B4-BE49-F238E27FC236}">
                <a16:creationId xmlns:a16="http://schemas.microsoft.com/office/drawing/2014/main" id="{84B65554-DB7D-CC81-D612-8170BD715444}"/>
              </a:ext>
            </a:extLst>
          </p:cNvPr>
          <p:cNvSpPr>
            <a:spLocks noGrp="1"/>
          </p:cNvSpPr>
          <p:nvPr>
            <p:ph type="title"/>
          </p:nvPr>
        </p:nvSpPr>
        <p:spPr>
          <a:xfrm>
            <a:off x="838200" y="365125"/>
            <a:ext cx="10515600" cy="1325563"/>
          </a:xfrm>
          <a:prstGeom prst="rect">
            <a:avLst/>
          </a:prstGeom>
        </p:spPr>
        <p:txBody>
          <a:bodyPr vert="horz" lIns="91440" tIns="45720" rIns="91440" bIns="45720" rtlCol="0" anchor="b">
            <a:normAutofit/>
          </a:bodyPr>
          <a:lstStyle/>
          <a:p>
            <a:r>
              <a:rPr lang="en-US"/>
              <a:t>Click to edit Master title style</a:t>
            </a:r>
          </a:p>
        </p:txBody>
      </p:sp>
      <p:sp>
        <p:nvSpPr>
          <p:cNvPr id="7" name="Text Placeholder 6">
            <a:extLst>
              <a:ext uri="{FF2B5EF4-FFF2-40B4-BE49-F238E27FC236}">
                <a16:creationId xmlns:a16="http://schemas.microsoft.com/office/drawing/2014/main" id="{46EA75EC-5FB9-4085-AA9C-B50367B6E92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673E5B98-AB07-09F6-04F8-C2EB3C12CD78}"/>
              </a:ext>
            </a:extLst>
          </p:cNvPr>
          <p:cNvSpPr>
            <a:spLocks noGrp="1"/>
          </p:cNvSpPr>
          <p:nvPr>
            <p:ph type="ftr" sz="quarter" idx="3"/>
          </p:nvPr>
        </p:nvSpPr>
        <p:spPr>
          <a:xfrm rot="5400000">
            <a:off x="10469880" y="1609344"/>
            <a:ext cx="2670048" cy="365125"/>
          </a:xfrm>
          <a:prstGeom prst="rect">
            <a:avLst/>
          </a:prstGeom>
        </p:spPr>
        <p:txBody>
          <a:bodyPr vert="horz" lIns="91440" tIns="45720" rIns="91440" bIns="45720" rtlCol="0" anchor="ctr"/>
          <a:lstStyle>
            <a:lvl1pPr algn="r">
              <a:defRPr sz="700" b="1" cap="all" spc="300" baseline="0">
                <a:solidFill>
                  <a:schemeClr val="tx1"/>
                </a:solidFill>
              </a:defRPr>
            </a:lvl1pPr>
          </a:lstStyle>
          <a:p>
            <a:pPr algn="r"/>
            <a:r>
              <a:rPr lang="en-US"/>
              <a:t>Sample Footer Text</a:t>
            </a:r>
          </a:p>
        </p:txBody>
      </p:sp>
      <p:sp>
        <p:nvSpPr>
          <p:cNvPr id="6" name="Slide Number Placeholder 5">
            <a:extLst>
              <a:ext uri="{FF2B5EF4-FFF2-40B4-BE49-F238E27FC236}">
                <a16:creationId xmlns:a16="http://schemas.microsoft.com/office/drawing/2014/main" id="{0332D13A-F013-C2CA-B786-0E62D0843407}"/>
              </a:ext>
            </a:extLst>
          </p:cNvPr>
          <p:cNvSpPr>
            <a:spLocks noGrp="1"/>
          </p:cNvSpPr>
          <p:nvPr>
            <p:ph type="sldNum" sz="quarter" idx="4"/>
          </p:nvPr>
        </p:nvSpPr>
        <p:spPr>
          <a:xfrm>
            <a:off x="11494008" y="3218688"/>
            <a:ext cx="630936" cy="429768"/>
          </a:xfrm>
          <a:prstGeom prst="rect">
            <a:avLst/>
          </a:prstGeom>
        </p:spPr>
        <p:txBody>
          <a:bodyPr vert="horz" lIns="91440" tIns="45720" rIns="91440" bIns="45720" rtlCol="0" anchor="ctr"/>
          <a:lstStyle>
            <a:lvl1pPr algn="ctr">
              <a:defRPr sz="1600" b="1">
                <a:solidFill>
                  <a:schemeClr val="tx1"/>
                </a:solidFill>
                <a:latin typeface="+mj-lt"/>
              </a:defRPr>
            </a:lvl1pPr>
          </a:lstStyle>
          <a:p>
            <a:pPr algn="ctr"/>
            <a:fld id="{8D252C1B-CBF0-4A4D-8F57-7FB989103249}" type="slidenum">
              <a:rPr lang="en-US" smtClean="0"/>
              <a:pPr algn="ctr"/>
              <a:t>‹#›</a:t>
            </a:fld>
            <a:endParaRPr lang="en-US"/>
          </a:p>
        </p:txBody>
      </p:sp>
      <p:sp>
        <p:nvSpPr>
          <p:cNvPr id="4" name="Date Placeholder 3">
            <a:extLst>
              <a:ext uri="{FF2B5EF4-FFF2-40B4-BE49-F238E27FC236}">
                <a16:creationId xmlns:a16="http://schemas.microsoft.com/office/drawing/2014/main" id="{1E9F681B-72AC-AD9A-C239-A41763E16ADA}"/>
              </a:ext>
            </a:extLst>
          </p:cNvPr>
          <p:cNvSpPr>
            <a:spLocks noGrp="1"/>
          </p:cNvSpPr>
          <p:nvPr>
            <p:ph type="dt" sz="half" idx="2"/>
          </p:nvPr>
        </p:nvSpPr>
        <p:spPr>
          <a:xfrm rot="5400000">
            <a:off x="10479024" y="4882896"/>
            <a:ext cx="2670048" cy="365125"/>
          </a:xfrm>
          <a:prstGeom prst="rect">
            <a:avLst/>
          </a:prstGeom>
        </p:spPr>
        <p:txBody>
          <a:bodyPr vert="horz" lIns="91440" tIns="45720" rIns="91440" bIns="45720" rtlCol="0" anchor="ctr"/>
          <a:lstStyle>
            <a:lvl1pPr algn="l">
              <a:defRPr sz="700" b="1" cap="all" spc="300" baseline="0">
                <a:solidFill>
                  <a:schemeClr val="tx1"/>
                </a:solidFill>
              </a:defRPr>
            </a:lvl1pPr>
          </a:lstStyle>
          <a:p>
            <a:fld id="{05861B11-817A-478B-9F27-B7D56C03E9A1}" type="datetime4">
              <a:rPr lang="en-US" smtClean="0"/>
              <a:t>September 1, 2025</a:t>
            </a:fld>
            <a:endParaRPr lang="en-US"/>
          </a:p>
        </p:txBody>
      </p:sp>
      <p:sp>
        <p:nvSpPr>
          <p:cNvPr id="3" name="TextBox 2">
            <a:extLst>
              <a:ext uri="{FF2B5EF4-FFF2-40B4-BE49-F238E27FC236}">
                <a16:creationId xmlns:a16="http://schemas.microsoft.com/office/drawing/2014/main" id="{2EA07ADD-6D04-12B2-6368-9C4551112A34}"/>
              </a:ext>
            </a:extLst>
          </p:cNvPr>
          <p:cNvSpPr txBox="1"/>
          <p:nvPr>
            <p:extLst>
              <p:ext uri="{1162E1C5-73C7-4A58-AE30-91384D911F3F}">
                <p184:classification xmlns:p184="http://schemas.microsoft.com/office/powerpoint/2018/4/main" val="ftr"/>
              </p:ext>
            </p:extLst>
          </p:nvPr>
        </p:nvSpPr>
        <p:spPr>
          <a:xfrm>
            <a:off x="190500" y="6560820"/>
            <a:ext cx="454025" cy="106680"/>
          </a:xfrm>
          <a:prstGeom prst="rect">
            <a:avLst/>
          </a:prstGeom>
        </p:spPr>
        <p:txBody>
          <a:bodyPr horzOverflow="overflow" lIns="0" tIns="0" rIns="0" bIns="0">
            <a:spAutoFit/>
          </a:bodyPr>
          <a:lstStyle/>
          <a:p>
            <a:pPr algn="l"/>
            <a:r>
              <a:rPr lang="en-US" sz="700">
                <a:solidFill>
                  <a:srgbClr val="000000">
                    <a:alpha val="50000"/>
                  </a:srgbClr>
                </a:solidFill>
                <a:latin typeface="Aptos" panose="020B0004020202020204" pitchFamily="34" charset="0"/>
              </a:rPr>
              <a:t>C2 General</a:t>
            </a:r>
          </a:p>
        </p:txBody>
      </p:sp>
    </p:spTree>
    <p:extLst>
      <p:ext uri="{BB962C8B-B14F-4D97-AF65-F5344CB8AC3E}">
        <p14:creationId xmlns:p14="http://schemas.microsoft.com/office/powerpoint/2010/main" val="13604200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 id="2147483719" r:id="rId59"/>
    <p:sldLayoutId id="2147483720" r:id="rId60"/>
    <p:sldLayoutId id="2147483721" r:id="rId61"/>
    <p:sldLayoutId id="2147483722" r:id="rId62"/>
    <p:sldLayoutId id="2147483723" r:id="rId63"/>
    <p:sldLayoutId id="2147483724" r:id="rId64"/>
    <p:sldLayoutId id="2147483725" r:id="rId65"/>
  </p:sldLayoutIdLst>
  <p:hf hdr="0"/>
  <p:txStyles>
    <p:titleStyle>
      <a:lvl1pPr algn="l" defTabSz="914400" rtl="0" eaLnBrk="1" latinLnBrk="0" hangingPunct="1">
        <a:lnSpc>
          <a:spcPct val="120000"/>
        </a:lnSpc>
        <a:spcBef>
          <a:spcPct val="0"/>
        </a:spcBef>
        <a:buNone/>
        <a:defRPr lang="en-US" sz="2800" b="1" kern="1200" cap="all" spc="500" baseline="0" dirty="0">
          <a:solidFill>
            <a:schemeClr val="tx1"/>
          </a:solidFill>
          <a:latin typeface="+mj-lt"/>
          <a:ea typeface="+mj-ea"/>
          <a:cs typeface="+mj-cs"/>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lang="en-US" sz="1800" kern="1200" smtClean="0">
          <a:solidFill>
            <a:schemeClr val="tx1"/>
          </a:solidFill>
          <a:latin typeface="+mn-lt"/>
          <a:ea typeface="+mn-ea"/>
          <a:cs typeface="+mn-cs"/>
        </a:defRPr>
      </a:lvl1pPr>
      <a:lvl2pPr marL="457200" indent="-228600" algn="l" defTabSz="914400" rtl="0" eaLnBrk="1" latinLnBrk="0" hangingPunct="1">
        <a:lnSpc>
          <a:spcPct val="130000"/>
        </a:lnSpc>
        <a:spcBef>
          <a:spcPts val="500"/>
        </a:spcBef>
        <a:buFont typeface="Arial" panose="020B0604020202020204" pitchFamily="34" charset="0"/>
        <a:buChar char="•"/>
        <a:defRPr lang="en-US" sz="1600" kern="1200" smtClean="0">
          <a:solidFill>
            <a:schemeClr val="tx1"/>
          </a:solidFill>
          <a:latin typeface="+mn-lt"/>
          <a:ea typeface="+mn-ea"/>
          <a:cs typeface="+mn-cs"/>
        </a:defRPr>
      </a:lvl2pPr>
      <a:lvl3pPr marL="685800" indent="-228600" algn="l" defTabSz="914400" rtl="0" eaLnBrk="1" latinLnBrk="0" hangingPunct="1">
        <a:lnSpc>
          <a:spcPct val="130000"/>
        </a:lnSpc>
        <a:spcBef>
          <a:spcPts val="500"/>
        </a:spcBef>
        <a:buFont typeface="Arial" panose="020B0604020202020204" pitchFamily="34" charset="0"/>
        <a:buChar char="•"/>
        <a:defRPr lang="en-US" sz="1400" kern="1200" smtClean="0">
          <a:solidFill>
            <a:schemeClr val="tx1"/>
          </a:solidFill>
          <a:latin typeface="+mn-lt"/>
          <a:ea typeface="+mn-ea"/>
          <a:cs typeface="+mn-cs"/>
        </a:defRPr>
      </a:lvl3pPr>
      <a:lvl4pPr marL="914400" indent="-228600" algn="l" defTabSz="914400" rtl="0" eaLnBrk="1" latinLnBrk="0" hangingPunct="1">
        <a:lnSpc>
          <a:spcPct val="130000"/>
        </a:lnSpc>
        <a:spcBef>
          <a:spcPts val="500"/>
        </a:spcBef>
        <a:buFont typeface="Arial" panose="020B0604020202020204" pitchFamily="34" charset="0"/>
        <a:buChar char="•"/>
        <a:defRPr lang="en-US" sz="1200" kern="1200" smtClean="0">
          <a:solidFill>
            <a:schemeClr val="tx1"/>
          </a:solidFill>
          <a:latin typeface="+mn-lt"/>
          <a:ea typeface="+mn-ea"/>
          <a:cs typeface="+mn-cs"/>
        </a:defRPr>
      </a:lvl4pPr>
      <a:lvl5pPr marL="1143000" indent="-228600" algn="l" defTabSz="914400" rtl="0" eaLnBrk="1" latinLnBrk="0" hangingPunct="1">
        <a:lnSpc>
          <a:spcPct val="130000"/>
        </a:lnSpc>
        <a:spcBef>
          <a:spcPts val="500"/>
        </a:spcBef>
        <a:buFont typeface="Arial" panose="020B0604020202020204" pitchFamily="34" charset="0"/>
        <a:buChar char="•"/>
        <a:defRPr lang="en-US"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3.xml"/><Relationship Id="rId1" Type="http://schemas.openxmlformats.org/officeDocument/2006/relationships/slideLayout" Target="../slideLayouts/slideLayout34.xml"/></Relationships>
</file>

<file path=ppt/slides/_rels/slide4.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4.xml"/><Relationship Id="rId1" Type="http://schemas.openxmlformats.org/officeDocument/2006/relationships/slideLayout" Target="../slideLayouts/slideLayout3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notesSlide" Target="../notesSlides/notesSlide6.xml"/><Relationship Id="rId1" Type="http://schemas.openxmlformats.org/officeDocument/2006/relationships/slideLayout" Target="../slideLayouts/slideLayout2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image" Target="../media/image30.jpg"/><Relationship Id="rId1" Type="http://schemas.openxmlformats.org/officeDocument/2006/relationships/slideLayout" Target="../slideLayouts/slideLayout63.xml"/></Relationships>
</file>

<file path=ppt/slides/_rels/slide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notesSlide" Target="../notesSlides/notesSlide8.xml"/><Relationship Id="rId1" Type="http://schemas.openxmlformats.org/officeDocument/2006/relationships/slideLayout" Target="../slideLayouts/slideLayout3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10.xml"/><Relationship Id="rId1" Type="http://schemas.openxmlformats.org/officeDocument/2006/relationships/slideLayout" Target="../slideLayouts/slideLayout33.xml"/></Relationships>
</file>

<file path=ppt/slides/_rels/slide13.xml.rels><?xml version="1.0" encoding="UTF-8" standalone="yes"?>
<Relationships xmlns="http://schemas.openxmlformats.org/package/2006/relationships"><Relationship Id="rId2" Type="http://schemas.openxmlformats.org/officeDocument/2006/relationships/image" Target="../media/image34.jpg"/><Relationship Id="rId1" Type="http://schemas.openxmlformats.org/officeDocument/2006/relationships/slideLayout" Target="../slideLayouts/slideLayout64.xml"/></Relationships>
</file>

<file path=ppt/slides/_rels/slide14.xml.rels><?xml version="1.0" encoding="UTF-8" standalone="yes"?>
<Relationships xmlns="http://schemas.openxmlformats.org/package/2006/relationships"><Relationship Id="rId2" Type="http://schemas.openxmlformats.org/officeDocument/2006/relationships/image" Target="../media/image35.gif"/><Relationship Id="rId1" Type="http://schemas.openxmlformats.org/officeDocument/2006/relationships/slideLayout" Target="../slideLayouts/slideLayout33.xml"/></Relationships>
</file>

<file path=ppt/slides/_rels/slide15.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1.xml"/><Relationship Id="rId1" Type="http://schemas.openxmlformats.org/officeDocument/2006/relationships/slideLayout" Target="../slideLayouts/slideLayout63.xml"/></Relationships>
</file>

<file path=ppt/slides/_rels/slide17.xml.rels><?xml version="1.0" encoding="UTF-8" standalone="yes"?>
<Relationships xmlns="http://schemas.openxmlformats.org/package/2006/relationships"><Relationship Id="rId2" Type="http://schemas.openxmlformats.org/officeDocument/2006/relationships/image" Target="../media/image38.jpg"/><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13.xml"/><Relationship Id="rId1" Type="http://schemas.openxmlformats.org/officeDocument/2006/relationships/slideLayout" Target="../slideLayouts/slideLayout38.xml"/></Relationships>
</file>

<file path=ppt/slides/_rels/slide20.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14.xml"/><Relationship Id="rId1" Type="http://schemas.openxmlformats.org/officeDocument/2006/relationships/slideLayout" Target="../slideLayouts/slideLayout3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A6856F-47C6-F156-7BAB-8B0A9C7536BA}"/>
              </a:ext>
            </a:extLst>
          </p:cNvPr>
          <p:cNvSpPr>
            <a:spLocks noGrp="1"/>
          </p:cNvSpPr>
          <p:nvPr>
            <p:ph type="ctrTitle"/>
          </p:nvPr>
        </p:nvSpPr>
        <p:spPr>
          <a:xfrm>
            <a:off x="1345999" y="1236272"/>
            <a:ext cx="3959352" cy="2885843"/>
          </a:xfrm>
        </p:spPr>
        <p:txBody>
          <a:bodyPr anchor="t">
            <a:normAutofit/>
          </a:bodyPr>
          <a:lstStyle/>
          <a:p>
            <a:pPr indent="0"/>
            <a:r>
              <a:rPr lang="en-US"/>
              <a:t>Generative AI – From Data to Creativity</a:t>
            </a:r>
          </a:p>
        </p:txBody>
      </p:sp>
      <p:sp>
        <p:nvSpPr>
          <p:cNvPr id="3" name="Subtitle 2">
            <a:extLst>
              <a:ext uri="{FF2B5EF4-FFF2-40B4-BE49-F238E27FC236}">
                <a16:creationId xmlns:a16="http://schemas.microsoft.com/office/drawing/2014/main" id="{35A27808-BB1E-C469-6806-2239B8D28FD3}"/>
              </a:ext>
            </a:extLst>
          </p:cNvPr>
          <p:cNvSpPr>
            <a:spLocks noGrp="1"/>
          </p:cNvSpPr>
          <p:nvPr>
            <p:ph type="subTitle" idx="1"/>
          </p:nvPr>
        </p:nvSpPr>
        <p:spPr>
          <a:xfrm>
            <a:off x="1355143" y="5029200"/>
            <a:ext cx="3941064" cy="786384"/>
          </a:xfrm>
        </p:spPr>
        <p:txBody>
          <a:bodyPr anchor="t">
            <a:normAutofit/>
          </a:bodyPr>
          <a:lstStyle/>
          <a:p>
            <a:r>
              <a:rPr lang="en-US"/>
              <a:t>Transforming raw data into innovative creative solutions</a:t>
            </a:r>
          </a:p>
        </p:txBody>
      </p:sp>
      <p:pic>
        <p:nvPicPr>
          <p:cNvPr id="11" name="Picture 10" descr="A head with circuit board&#10;&#10;AI-generated content may be incorrect.">
            <a:extLst>
              <a:ext uri="{FF2B5EF4-FFF2-40B4-BE49-F238E27FC236}">
                <a16:creationId xmlns:a16="http://schemas.microsoft.com/office/drawing/2014/main" id="{CC3B68CA-7BF7-108F-0073-3EF472F1935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9048" y="1552930"/>
            <a:ext cx="5340096" cy="3746037"/>
          </a:xfrm>
          <a:prstGeom prst="rect">
            <a:avLst/>
          </a:prstGeom>
          <a:noFill/>
        </p:spPr>
      </p:pic>
      <p:sp>
        <p:nvSpPr>
          <p:cNvPr id="4" name="Footer Placeholder 3">
            <a:extLst>
              <a:ext uri="{FF2B5EF4-FFF2-40B4-BE49-F238E27FC236}">
                <a16:creationId xmlns:a16="http://schemas.microsoft.com/office/drawing/2014/main" id="{9AFB91AD-17A6-FD26-5863-97C18C5F3640}"/>
              </a:ext>
            </a:extLst>
          </p:cNvPr>
          <p:cNvSpPr>
            <a:spLocks noGrp="1"/>
          </p:cNvSpPr>
          <p:nvPr>
            <p:ph type="ftr" sz="quarter" idx="11"/>
          </p:nvPr>
        </p:nvSpPr>
        <p:spPr>
          <a:xfrm rot="5400000">
            <a:off x="10469880" y="1609344"/>
            <a:ext cx="2670048" cy="365760"/>
          </a:xfrm>
        </p:spPr>
        <p:txBody>
          <a:bodyPr anchor="ctr">
            <a:normAutofit/>
          </a:bodyPr>
          <a:lstStyle/>
          <a:p>
            <a:pPr>
              <a:spcAft>
                <a:spcPts val="600"/>
              </a:spcAft>
            </a:pPr>
            <a:r>
              <a:rPr lang="en-US"/>
              <a:t>Sample Footer Text</a:t>
            </a:r>
          </a:p>
        </p:txBody>
      </p:sp>
      <p:sp>
        <p:nvSpPr>
          <p:cNvPr id="5" name="Slide Number Placeholder 4">
            <a:extLst>
              <a:ext uri="{FF2B5EF4-FFF2-40B4-BE49-F238E27FC236}">
                <a16:creationId xmlns:a16="http://schemas.microsoft.com/office/drawing/2014/main" id="{0121700F-0514-5A6B-EF3B-480DC9A000DE}"/>
              </a:ext>
            </a:extLst>
          </p:cNvPr>
          <p:cNvSpPr>
            <a:spLocks noGrp="1"/>
          </p:cNvSpPr>
          <p:nvPr>
            <p:ph type="sldNum" sz="quarter" idx="12"/>
          </p:nvPr>
        </p:nvSpPr>
        <p:spPr>
          <a:xfrm>
            <a:off x="11494008" y="3218688"/>
            <a:ext cx="630936" cy="429768"/>
          </a:xfrm>
        </p:spPr>
        <p:txBody>
          <a:bodyPr anchor="ctr">
            <a:normAutofit/>
          </a:bodyPr>
          <a:lstStyle/>
          <a:p>
            <a:pPr>
              <a:spcAft>
                <a:spcPts val="600"/>
              </a:spcAft>
            </a:pPr>
            <a:fld id="{CC057153-B650-4DEB-B370-79DDCFDCE934}" type="slidenum">
              <a:rPr lang="en-US" smtClean="0"/>
              <a:pPr>
                <a:spcAft>
                  <a:spcPts val="600"/>
                </a:spcAft>
              </a:pPr>
              <a:t>1</a:t>
            </a:fld>
            <a:endParaRPr lang="en-US"/>
          </a:p>
        </p:txBody>
      </p:sp>
      <p:sp>
        <p:nvSpPr>
          <p:cNvPr id="6" name="Date Placeholder 5">
            <a:extLst>
              <a:ext uri="{FF2B5EF4-FFF2-40B4-BE49-F238E27FC236}">
                <a16:creationId xmlns:a16="http://schemas.microsoft.com/office/drawing/2014/main" id="{E9AB4BE5-27CA-95D5-A9F9-B91B2F738423}"/>
              </a:ext>
            </a:extLst>
          </p:cNvPr>
          <p:cNvSpPr>
            <a:spLocks noGrp="1"/>
          </p:cNvSpPr>
          <p:nvPr>
            <p:ph type="dt" sz="half" idx="10"/>
          </p:nvPr>
        </p:nvSpPr>
        <p:spPr>
          <a:xfrm rot="5400000">
            <a:off x="10469880" y="4892040"/>
            <a:ext cx="2670048" cy="365760"/>
          </a:xfrm>
        </p:spPr>
        <p:txBody>
          <a:bodyPr anchor="ctr">
            <a:normAutofit/>
          </a:bodyPr>
          <a:lstStyle/>
          <a:p>
            <a:pPr>
              <a:spcAft>
                <a:spcPts val="600"/>
              </a:spcAft>
            </a:pPr>
            <a:fld id="{5727415D-AD92-413A-BBF9-193857B34DAC}" type="datetime4">
              <a:rPr lang="en-US" smtClean="0"/>
              <a:pPr>
                <a:spcAft>
                  <a:spcPts val="600"/>
                </a:spcAft>
              </a:pPr>
              <a:t>September 1, 2025</a:t>
            </a:fld>
            <a:endParaRPr lang="en-US"/>
          </a:p>
        </p:txBody>
      </p:sp>
    </p:spTree>
    <p:extLst>
      <p:ext uri="{BB962C8B-B14F-4D97-AF65-F5344CB8AC3E}">
        <p14:creationId xmlns:p14="http://schemas.microsoft.com/office/powerpoint/2010/main" val="4252178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10" presetClass="entr" presetSubtype="0" fill="hold" grpId="1" nodeType="withEffect">
                                  <p:stCondLst>
                                    <p:cond delay="250"/>
                                  </p:stCondLst>
                                  <p:iterate type="lt">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639E8354-81F0-98DB-CEAC-DB3A6EAF3CDC}"/>
              </a:ext>
            </a:extLst>
          </p:cNvPr>
          <p:cNvSpPr>
            <a:spLocks noGrp="1"/>
          </p:cNvSpPr>
          <p:nvPr>
            <p:ph type="ftr" sz="quarter" idx="11"/>
          </p:nvPr>
        </p:nvSpPr>
        <p:spPr>
          <a:xfrm rot="5400000">
            <a:off x="10469880" y="1609344"/>
            <a:ext cx="2670048" cy="365760"/>
          </a:xfrm>
        </p:spPr>
        <p:txBody>
          <a:bodyPr anchor="ctr">
            <a:normAutofit/>
          </a:bodyPr>
          <a:lstStyle/>
          <a:p>
            <a:pPr>
              <a:spcAft>
                <a:spcPts val="600"/>
              </a:spcAft>
            </a:pPr>
            <a:r>
              <a:rPr lang="en-US"/>
              <a:t>Sample Footer Text</a:t>
            </a:r>
          </a:p>
        </p:txBody>
      </p:sp>
      <p:sp>
        <p:nvSpPr>
          <p:cNvPr id="5" name="Slide Number Placeholder 4">
            <a:extLst>
              <a:ext uri="{FF2B5EF4-FFF2-40B4-BE49-F238E27FC236}">
                <a16:creationId xmlns:a16="http://schemas.microsoft.com/office/drawing/2014/main" id="{E4CC72DD-0589-F802-28F9-4BA6EA9B0F7B}"/>
              </a:ext>
            </a:extLst>
          </p:cNvPr>
          <p:cNvSpPr>
            <a:spLocks noGrp="1"/>
          </p:cNvSpPr>
          <p:nvPr>
            <p:ph type="sldNum" sz="quarter" idx="12"/>
          </p:nvPr>
        </p:nvSpPr>
        <p:spPr>
          <a:xfrm>
            <a:off x="11494008" y="3218688"/>
            <a:ext cx="630936" cy="429768"/>
          </a:xfrm>
        </p:spPr>
        <p:txBody>
          <a:bodyPr anchor="ctr">
            <a:normAutofit/>
          </a:bodyPr>
          <a:lstStyle/>
          <a:p>
            <a:pPr>
              <a:spcAft>
                <a:spcPts val="600"/>
              </a:spcAft>
            </a:pPr>
            <a:fld id="{CC057153-B650-4DEB-B370-79DDCFDCE934}" type="slidenum">
              <a:rPr lang="en-US" smtClean="0"/>
              <a:pPr>
                <a:spcAft>
                  <a:spcPts val="600"/>
                </a:spcAft>
              </a:pPr>
              <a:t>2</a:t>
            </a:fld>
            <a:endParaRPr lang="en-US"/>
          </a:p>
        </p:txBody>
      </p:sp>
      <p:sp>
        <p:nvSpPr>
          <p:cNvPr id="6" name="Date Placeholder 5">
            <a:extLst>
              <a:ext uri="{FF2B5EF4-FFF2-40B4-BE49-F238E27FC236}">
                <a16:creationId xmlns:a16="http://schemas.microsoft.com/office/drawing/2014/main" id="{6978C3CB-4CBD-5123-9556-4530B875A499}"/>
              </a:ext>
            </a:extLst>
          </p:cNvPr>
          <p:cNvSpPr>
            <a:spLocks noGrp="1"/>
          </p:cNvSpPr>
          <p:nvPr>
            <p:ph type="dt" sz="half" idx="10"/>
          </p:nvPr>
        </p:nvSpPr>
        <p:spPr>
          <a:xfrm rot="5400000">
            <a:off x="10469880" y="4892040"/>
            <a:ext cx="2670048" cy="365760"/>
          </a:xfrm>
        </p:spPr>
        <p:txBody>
          <a:bodyPr anchor="ctr">
            <a:normAutofit/>
          </a:bodyPr>
          <a:lstStyle/>
          <a:p>
            <a:pPr>
              <a:spcAft>
                <a:spcPts val="600"/>
              </a:spcAft>
            </a:pPr>
            <a:fld id="{5727415D-AD92-413A-BBF9-193857B34DAC}" type="datetime4">
              <a:rPr lang="en-US" smtClean="0"/>
              <a:pPr>
                <a:spcAft>
                  <a:spcPts val="600"/>
                </a:spcAft>
              </a:pPr>
              <a:t>September 1, 2025</a:t>
            </a:fld>
            <a:endParaRPr lang="en-US"/>
          </a:p>
        </p:txBody>
      </p:sp>
      <p:sp>
        <p:nvSpPr>
          <p:cNvPr id="2" name="Title 1">
            <a:extLst>
              <a:ext uri="{FF2B5EF4-FFF2-40B4-BE49-F238E27FC236}">
                <a16:creationId xmlns:a16="http://schemas.microsoft.com/office/drawing/2014/main" id="{1FE87E0A-773D-0C90-E144-142A671D2DA2}"/>
              </a:ext>
            </a:extLst>
          </p:cNvPr>
          <p:cNvSpPr>
            <a:spLocks noGrp="1"/>
          </p:cNvSpPr>
          <p:nvPr>
            <p:ph type="ctrTitle"/>
          </p:nvPr>
        </p:nvSpPr>
        <p:spPr>
          <a:xfrm>
            <a:off x="3862426" y="1984248"/>
            <a:ext cx="4462272" cy="2889504"/>
          </a:xfrm>
        </p:spPr>
        <p:txBody>
          <a:bodyPr anchor="ctr">
            <a:normAutofit/>
          </a:bodyPr>
          <a:lstStyle/>
          <a:p>
            <a:pPr indent="0"/>
            <a:r>
              <a:rPr lang="en-US"/>
              <a:t>Introduction to Generative AI</a:t>
            </a:r>
          </a:p>
        </p:txBody>
      </p:sp>
    </p:spTree>
    <p:extLst>
      <p:ext uri="{BB962C8B-B14F-4D97-AF65-F5344CB8AC3E}">
        <p14:creationId xmlns:p14="http://schemas.microsoft.com/office/powerpoint/2010/main" val="202898462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B08C77-A11B-069E-2E74-E0C8E4376046}"/>
              </a:ext>
            </a:extLst>
          </p:cNvPr>
          <p:cNvSpPr>
            <a:spLocks noGrp="1"/>
          </p:cNvSpPr>
          <p:nvPr>
            <p:ph type="title"/>
          </p:nvPr>
        </p:nvSpPr>
        <p:spPr>
          <a:xfrm>
            <a:off x="612648" y="758952"/>
            <a:ext cx="3704970" cy="1143000"/>
          </a:xfrm>
        </p:spPr>
        <p:txBody>
          <a:bodyPr vert="horz" lIns="91440" tIns="45720" rIns="91440" bIns="45720" rtlCol="0" anchor="b">
            <a:normAutofit/>
          </a:bodyPr>
          <a:lstStyle/>
          <a:p>
            <a:r>
              <a:rPr lang="en-US" b="1" kern="1200" cap="all" spc="500" baseline="0" dirty="0">
                <a:latin typeface="+mj-lt"/>
                <a:ea typeface="+mj-ea"/>
                <a:cs typeface="+mj-cs"/>
              </a:rPr>
              <a:t>What is Generative AI?</a:t>
            </a:r>
          </a:p>
        </p:txBody>
      </p:sp>
      <p:sp>
        <p:nvSpPr>
          <p:cNvPr id="8" name="TextBox 7">
            <a:extLst>
              <a:ext uri="{FF2B5EF4-FFF2-40B4-BE49-F238E27FC236}">
                <a16:creationId xmlns:a16="http://schemas.microsoft.com/office/drawing/2014/main" id="{9108B26F-F132-4BDF-82E7-7268B28585E8}"/>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9" y="2258568"/>
            <a:ext cx="3704970" cy="3840480"/>
          </a:xfrm>
          <a:prstGeom prst="rect">
            <a:avLst/>
          </a:prstGeom>
        </p:spPr>
        <p:txBody>
          <a:bodyPr>
            <a:normAutofit/>
          </a:bodyPr>
          <a:lstStyle/>
          <a:p>
            <a:pPr marL="0" indent="0">
              <a:lnSpc>
                <a:spcPct val="90000"/>
              </a:lnSpc>
              <a:spcBef>
                <a:spcPts val="2500"/>
              </a:spcBef>
              <a:spcAft>
                <a:spcPts val="600"/>
              </a:spcAft>
              <a:buFont typeface="Arial" panose="020B0604020202020204" pitchFamily="34" charset="0"/>
              <a:buNone/>
            </a:pPr>
            <a:r>
              <a:rPr lang="en-US" sz="1400" b="1" dirty="0"/>
              <a:t>Definition of Generative AI</a:t>
            </a:r>
          </a:p>
          <a:p>
            <a:pPr marL="0" lvl="1" indent="0">
              <a:lnSpc>
                <a:spcPct val="90000"/>
              </a:lnSpc>
              <a:spcBef>
                <a:spcPts val="1000"/>
              </a:spcBef>
              <a:spcAft>
                <a:spcPts val="600"/>
              </a:spcAft>
              <a:buFont typeface="Arial" panose="020B0604020202020204" pitchFamily="34" charset="0"/>
              <a:buNone/>
            </a:pPr>
            <a:r>
              <a:rPr lang="en-US" sz="1400" dirty="0"/>
              <a:t>Generative AI creates new content by learning patterns from existing data, unlike traditional AI.</a:t>
            </a:r>
          </a:p>
          <a:p>
            <a:pPr marL="0" indent="0">
              <a:lnSpc>
                <a:spcPct val="90000"/>
              </a:lnSpc>
              <a:spcBef>
                <a:spcPts val="2500"/>
              </a:spcBef>
              <a:spcAft>
                <a:spcPts val="600"/>
              </a:spcAft>
              <a:buFont typeface="Arial" panose="020B0604020202020204" pitchFamily="34" charset="0"/>
              <a:buNone/>
            </a:pPr>
            <a:r>
              <a:rPr lang="en-US" sz="1400" b="1" dirty="0"/>
              <a:t>Creative Output Types</a:t>
            </a:r>
          </a:p>
          <a:p>
            <a:pPr marL="0" lvl="1" indent="0">
              <a:lnSpc>
                <a:spcPct val="90000"/>
              </a:lnSpc>
              <a:spcBef>
                <a:spcPts val="1000"/>
              </a:spcBef>
              <a:spcAft>
                <a:spcPts val="600"/>
              </a:spcAft>
              <a:buFont typeface="Arial" panose="020B0604020202020204" pitchFamily="34" charset="0"/>
              <a:buNone/>
            </a:pPr>
            <a:r>
              <a:rPr lang="en-US" sz="1400" dirty="0"/>
              <a:t>Generative AI produces original text, images, music, code, and more, mimicking human creativity.</a:t>
            </a:r>
          </a:p>
          <a:p>
            <a:pPr marL="0" indent="0">
              <a:lnSpc>
                <a:spcPct val="90000"/>
              </a:lnSpc>
              <a:spcBef>
                <a:spcPts val="2500"/>
              </a:spcBef>
              <a:spcAft>
                <a:spcPts val="600"/>
              </a:spcAft>
              <a:buFont typeface="Arial" panose="020B0604020202020204" pitchFamily="34" charset="0"/>
              <a:buNone/>
            </a:pPr>
            <a:r>
              <a:rPr lang="en-US" sz="1400" b="1" dirty="0"/>
              <a:t>Examples of Generative AI</a:t>
            </a:r>
          </a:p>
          <a:p>
            <a:pPr marL="0" lvl="1" indent="0">
              <a:lnSpc>
                <a:spcPct val="90000"/>
              </a:lnSpc>
              <a:spcBef>
                <a:spcPts val="1000"/>
              </a:spcBef>
              <a:spcAft>
                <a:spcPts val="600"/>
              </a:spcAft>
              <a:buFont typeface="Arial" panose="020B0604020202020204" pitchFamily="34" charset="0"/>
              <a:buNone/>
            </a:pPr>
            <a:r>
              <a:rPr lang="en-US" sz="1400" dirty="0"/>
              <a:t>Tools like text generators, image synthesizers, and code assistants showcase generative AI capabilities.</a:t>
            </a:r>
          </a:p>
        </p:txBody>
      </p:sp>
      <p:pic>
        <p:nvPicPr>
          <p:cNvPr id="7" name="Content Placeholder 6" descr="Abstract rendered image of a human figure standing before tall tilted pillars and alien lights.">
            <a:extLst>
              <a:ext uri="{FF2B5EF4-FFF2-40B4-BE49-F238E27FC236}">
                <a16:creationId xmlns:a16="http://schemas.microsoft.com/office/drawing/2014/main" id="{19975297-68DB-4B06-8CDF-60B9AE2B556A}"/>
              </a:ext>
            </a:extLst>
          </p:cNvPr>
          <p:cNvPicPr>
            <a:picLocks noGrp="1" noChangeAspect="1"/>
          </p:cNvPicPr>
          <p:nvPr>
            <p:ph type="pic" sz="quarter" idx="18"/>
          </p:nvPr>
        </p:nvPicPr>
        <p:blipFill>
          <a:blip r:embed="rId3"/>
          <a:srcRect l="16448" r="16448"/>
          <a:stretch/>
        </p:blipFill>
        <p:spPr>
          <a:xfrm>
            <a:off x="5070142" y="758952"/>
            <a:ext cx="6359613" cy="5330952"/>
          </a:xfrm>
          <a:prstGeom prst="rect">
            <a:avLst/>
          </a:prstGeom>
          <a:noFill/>
        </p:spPr>
      </p:pic>
      <p:sp>
        <p:nvSpPr>
          <p:cNvPr id="4" name="Footer Placeholder 3">
            <a:extLst>
              <a:ext uri="{FF2B5EF4-FFF2-40B4-BE49-F238E27FC236}">
                <a16:creationId xmlns:a16="http://schemas.microsoft.com/office/drawing/2014/main" id="{353A952E-D234-C38F-1941-C1FBCF06581F}"/>
              </a:ext>
            </a:extLst>
          </p:cNvPr>
          <p:cNvSpPr>
            <a:spLocks noGrp="1"/>
          </p:cNvSpPr>
          <p:nvPr>
            <p:ph type="ftr" sz="quarter" idx="16"/>
          </p:nvPr>
        </p:nvSpPr>
        <p:spPr>
          <a:xfrm rot="5400000">
            <a:off x="10469880" y="1609344"/>
            <a:ext cx="2670048" cy="365760"/>
          </a:xfrm>
        </p:spPr>
        <p:txBody>
          <a:bodyPr vert="horz" lIns="91440" tIns="45720" rIns="91440" bIns="45720" rtlCol="0" anchor="ctr">
            <a:normAutofit/>
          </a:bodyPr>
          <a:lstStyle/>
          <a:p>
            <a:pPr>
              <a:spcAft>
                <a:spcPts val="600"/>
              </a:spcAft>
            </a:pPr>
            <a:r>
              <a:rPr lang="en-US" b="1" kern="1200" cap="all" spc="300" baseline="0" dirty="0">
                <a:effectLst/>
                <a:latin typeface="+mn-lt"/>
                <a:ea typeface="+mn-ea"/>
                <a:cs typeface="+mn-cs"/>
              </a:rPr>
              <a:t> </a:t>
            </a:r>
          </a:p>
        </p:txBody>
      </p:sp>
      <p:sp>
        <p:nvSpPr>
          <p:cNvPr id="5" name="Slide Number Placeholder 4">
            <a:extLst>
              <a:ext uri="{FF2B5EF4-FFF2-40B4-BE49-F238E27FC236}">
                <a16:creationId xmlns:a16="http://schemas.microsoft.com/office/drawing/2014/main" id="{89D9DA4D-EA02-2AC6-0D95-E0C9E053A17E}"/>
              </a:ext>
            </a:extLst>
          </p:cNvPr>
          <p:cNvSpPr>
            <a:spLocks noGrp="1"/>
          </p:cNvSpPr>
          <p:nvPr>
            <p:ph type="sldNum" sz="quarter" idx="17"/>
          </p:nvPr>
        </p:nvSpPr>
        <p:spPr>
          <a:xfrm>
            <a:off x="11494008" y="3218688"/>
            <a:ext cx="630936" cy="429768"/>
          </a:xfrm>
        </p:spPr>
        <p:txBody>
          <a:bodyPr vert="horz" lIns="91440" tIns="45720" rIns="91440" bIns="45720" rtlCol="0" anchor="ctr">
            <a:normAutofit/>
          </a:bodyPr>
          <a:lstStyle/>
          <a:p>
            <a:pPr>
              <a:spcAft>
                <a:spcPts val="600"/>
              </a:spcAft>
            </a:pPr>
            <a:fld id="{CC057153-B650-4DEB-B370-79DDCFDCE934}" type="slidenum">
              <a:rPr lang="en-US" smtClean="0"/>
              <a:pPr>
                <a:spcAft>
                  <a:spcPts val="600"/>
                </a:spcAft>
              </a:pPr>
              <a:t>3</a:t>
            </a:fld>
            <a:endParaRPr lang="en-US"/>
          </a:p>
        </p:txBody>
      </p:sp>
      <p:sp>
        <p:nvSpPr>
          <p:cNvPr id="6" name="Date Placeholder 5">
            <a:extLst>
              <a:ext uri="{FF2B5EF4-FFF2-40B4-BE49-F238E27FC236}">
                <a16:creationId xmlns:a16="http://schemas.microsoft.com/office/drawing/2014/main" id="{BC2B032B-E228-594F-7D09-BA87F9369DDA}"/>
              </a:ext>
            </a:extLst>
          </p:cNvPr>
          <p:cNvSpPr>
            <a:spLocks noGrp="1"/>
          </p:cNvSpPr>
          <p:nvPr>
            <p:ph type="dt" sz="half" idx="15"/>
          </p:nvPr>
        </p:nvSpPr>
        <p:spPr>
          <a:xfrm rot="5400000">
            <a:off x="10469880" y="4892040"/>
            <a:ext cx="2670048" cy="365760"/>
          </a:xfrm>
        </p:spPr>
        <p:txBody>
          <a:bodyPr vert="horz" lIns="91440" tIns="45720" rIns="91440" bIns="45720" rtlCol="0" anchor="ctr">
            <a:normAutofit/>
          </a:bodyPr>
          <a:lstStyle/>
          <a:p>
            <a:pPr>
              <a:spcAft>
                <a:spcPts val="600"/>
              </a:spcAft>
            </a:pPr>
            <a:r>
              <a:rPr lang="en-US" dirty="0"/>
              <a:t> </a:t>
            </a:r>
          </a:p>
        </p:txBody>
      </p:sp>
    </p:spTree>
    <p:extLst>
      <p:ext uri="{BB962C8B-B14F-4D97-AF65-F5344CB8AC3E}">
        <p14:creationId xmlns:p14="http://schemas.microsoft.com/office/powerpoint/2010/main" val="152296664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E1F42A-088F-752F-C09E-DB6CB72CC370}"/>
              </a:ext>
            </a:extLst>
          </p:cNvPr>
          <p:cNvSpPr>
            <a:spLocks noGrp="1"/>
          </p:cNvSpPr>
          <p:nvPr>
            <p:ph type="title"/>
          </p:nvPr>
        </p:nvSpPr>
        <p:spPr>
          <a:xfrm>
            <a:off x="612648" y="819477"/>
            <a:ext cx="4617720" cy="1197864"/>
          </a:xfrm>
        </p:spPr>
        <p:txBody>
          <a:bodyPr vert="horz" lIns="91440" tIns="45720" rIns="91440" bIns="45720" rtlCol="0" anchor="t">
            <a:normAutofit/>
          </a:bodyPr>
          <a:lstStyle/>
          <a:p>
            <a:r>
              <a:rPr lang="en-US" b="1" kern="1200" cap="all" spc="500" baseline="0">
                <a:latin typeface="+mj-lt"/>
                <a:ea typeface="+mj-ea"/>
                <a:cs typeface="+mj-cs"/>
              </a:rPr>
              <a:t>How Does It Work?</a:t>
            </a:r>
          </a:p>
        </p:txBody>
      </p:sp>
      <p:pic>
        <p:nvPicPr>
          <p:cNvPr id="7" name="Content Placeholder 6" descr="Abstract Technology Background">
            <a:extLst>
              <a:ext uri="{FF2B5EF4-FFF2-40B4-BE49-F238E27FC236}">
                <a16:creationId xmlns:a16="http://schemas.microsoft.com/office/drawing/2014/main" id="{32A21F74-FCE7-4C93-977A-F84D49D1B2AB}"/>
              </a:ext>
            </a:extLst>
          </p:cNvPr>
          <p:cNvPicPr>
            <a:picLocks noGrp="1" noChangeAspect="1"/>
          </p:cNvPicPr>
          <p:nvPr>
            <p:ph type="pic" sz="quarter" idx="18"/>
          </p:nvPr>
        </p:nvPicPr>
        <p:blipFill>
          <a:blip r:embed="rId3"/>
          <a:srcRect l="20207" r="23293" b="-1"/>
          <a:stretch>
            <a:fillRect/>
          </a:stretch>
        </p:blipFill>
        <p:spPr>
          <a:xfrm>
            <a:off x="950976" y="2148840"/>
            <a:ext cx="3877056" cy="3877056"/>
          </a:xfrm>
          <a:prstGeom prst="rect">
            <a:avLst/>
          </a:prstGeom>
          <a:noFill/>
        </p:spPr>
      </p:pic>
      <p:sp>
        <p:nvSpPr>
          <p:cNvPr id="8" name="TextBox 7">
            <a:extLst>
              <a:ext uri="{FF2B5EF4-FFF2-40B4-BE49-F238E27FC236}">
                <a16:creationId xmlns:a16="http://schemas.microsoft.com/office/drawing/2014/main" id="{503B82BB-4AC0-4D7F-97C9-33791C5CF278}"/>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843016" y="950976"/>
            <a:ext cx="5586984" cy="5330952"/>
          </a:xfrm>
          <a:prstGeom prst="rect">
            <a:avLst/>
          </a:prstGeom>
        </p:spPr>
        <p:txBody>
          <a:bodyPr>
            <a:noAutofit/>
          </a:bodyPr>
          <a:lstStyle/>
          <a:p>
            <a:pPr marL="0" indent="0">
              <a:spcBef>
                <a:spcPts val="2500"/>
              </a:spcBef>
              <a:spcAft>
                <a:spcPts val="600"/>
              </a:spcAft>
              <a:buFont typeface="Arial" panose="020B0604020202020204" pitchFamily="34" charset="0"/>
              <a:buNone/>
            </a:pPr>
            <a:r>
              <a:rPr lang="en-US" b="1" dirty="0"/>
              <a:t>Training on Diverse Data</a:t>
            </a:r>
          </a:p>
          <a:p>
            <a:pPr marL="0" lvl="1" indent="0">
              <a:spcBef>
                <a:spcPts val="1000"/>
              </a:spcBef>
              <a:spcAft>
                <a:spcPts val="600"/>
              </a:spcAft>
              <a:buFont typeface="Arial" panose="020B0604020202020204" pitchFamily="34" charset="0"/>
              <a:buNone/>
            </a:pPr>
            <a:r>
              <a:rPr lang="en-US" dirty="0"/>
              <a:t>Generative AI learns from large datasets including text, images, and audio to understand various data forms.</a:t>
            </a:r>
          </a:p>
          <a:p>
            <a:pPr marL="0" indent="0">
              <a:spcBef>
                <a:spcPts val="2500"/>
              </a:spcBef>
              <a:spcAft>
                <a:spcPts val="600"/>
              </a:spcAft>
              <a:buFont typeface="Arial" panose="020B0604020202020204" pitchFamily="34" charset="0"/>
              <a:buNone/>
            </a:pPr>
            <a:r>
              <a:rPr lang="en-US" b="1" dirty="0"/>
              <a:t>Use of Deep Learning Models</a:t>
            </a:r>
          </a:p>
          <a:p>
            <a:pPr marL="0" lvl="1" indent="0">
              <a:spcBef>
                <a:spcPts val="1000"/>
              </a:spcBef>
              <a:spcAft>
                <a:spcPts val="600"/>
              </a:spcAft>
              <a:buFont typeface="Arial" panose="020B0604020202020204" pitchFamily="34" charset="0"/>
              <a:buNone/>
            </a:pPr>
            <a:r>
              <a:rPr lang="en-US" dirty="0"/>
              <a:t>Transformer-based deep learning models capture patterns and relationships within data effectively.</a:t>
            </a:r>
          </a:p>
          <a:p>
            <a:pPr marL="0" indent="0">
              <a:spcBef>
                <a:spcPts val="2500"/>
              </a:spcBef>
              <a:spcAft>
                <a:spcPts val="600"/>
              </a:spcAft>
              <a:buFont typeface="Arial" panose="020B0604020202020204" pitchFamily="34" charset="0"/>
              <a:buNone/>
            </a:pPr>
            <a:r>
              <a:rPr lang="en-US" b="1" dirty="0"/>
              <a:t>Sequential Prediction</a:t>
            </a:r>
          </a:p>
          <a:p>
            <a:pPr marL="0" lvl="1" indent="0">
              <a:spcBef>
                <a:spcPts val="1000"/>
              </a:spcBef>
              <a:spcAft>
                <a:spcPts val="600"/>
              </a:spcAft>
              <a:buFont typeface="Arial" panose="020B0604020202020204" pitchFamily="34" charset="0"/>
              <a:buNone/>
            </a:pPr>
            <a:r>
              <a:rPr lang="en-US" dirty="0"/>
              <a:t>AI predicts the next element in a sequence based on previous context, enabling coherent generation.</a:t>
            </a:r>
          </a:p>
          <a:p>
            <a:pPr marL="0" indent="0">
              <a:spcBef>
                <a:spcPts val="2500"/>
              </a:spcBef>
              <a:spcAft>
                <a:spcPts val="600"/>
              </a:spcAft>
              <a:buFont typeface="Arial" panose="020B0604020202020204" pitchFamily="34" charset="0"/>
              <a:buNone/>
            </a:pPr>
            <a:r>
              <a:rPr lang="en-US" b="1" dirty="0"/>
              <a:t>Creative Content Generation</a:t>
            </a:r>
          </a:p>
          <a:p>
            <a:pPr marL="0" lvl="1" indent="0">
              <a:spcBef>
                <a:spcPts val="1000"/>
              </a:spcBef>
              <a:spcAft>
                <a:spcPts val="600"/>
              </a:spcAft>
              <a:buFont typeface="Arial" panose="020B0604020202020204" pitchFamily="34" charset="0"/>
              <a:buNone/>
            </a:pPr>
            <a:r>
              <a:rPr lang="en-US" dirty="0"/>
              <a:t>The AI generates new, contextually relevant content by sampling learned patterns from training data.</a:t>
            </a:r>
          </a:p>
        </p:txBody>
      </p:sp>
      <p:sp>
        <p:nvSpPr>
          <p:cNvPr id="4" name="Footer Placeholder 3">
            <a:extLst>
              <a:ext uri="{FF2B5EF4-FFF2-40B4-BE49-F238E27FC236}">
                <a16:creationId xmlns:a16="http://schemas.microsoft.com/office/drawing/2014/main" id="{C67D91F1-4AAC-E3A7-9832-C1F6654B090E}"/>
              </a:ext>
            </a:extLst>
          </p:cNvPr>
          <p:cNvSpPr>
            <a:spLocks noGrp="1"/>
          </p:cNvSpPr>
          <p:nvPr>
            <p:ph type="ftr" sz="quarter" idx="16"/>
          </p:nvPr>
        </p:nvSpPr>
        <p:spPr>
          <a:xfrm rot="5400000">
            <a:off x="10469880" y="1609344"/>
            <a:ext cx="2670048" cy="365760"/>
          </a:xfrm>
        </p:spPr>
        <p:txBody>
          <a:bodyPr vert="horz" lIns="91440" tIns="45720" rIns="91440" bIns="45720" rtlCol="0" anchor="ctr">
            <a:normAutofit/>
          </a:bodyPr>
          <a:lstStyle/>
          <a:p>
            <a:pPr>
              <a:spcAft>
                <a:spcPts val="600"/>
              </a:spcAft>
            </a:pPr>
            <a:r>
              <a:rPr lang="en-US" b="1" kern="1200" cap="all" spc="300" baseline="0">
                <a:latin typeface="+mn-lt"/>
                <a:ea typeface="+mn-ea"/>
                <a:cs typeface="+mn-cs"/>
              </a:rPr>
              <a:t>Sample Footer Text</a:t>
            </a:r>
          </a:p>
        </p:txBody>
      </p:sp>
      <p:sp>
        <p:nvSpPr>
          <p:cNvPr id="5" name="Slide Number Placeholder 4">
            <a:extLst>
              <a:ext uri="{FF2B5EF4-FFF2-40B4-BE49-F238E27FC236}">
                <a16:creationId xmlns:a16="http://schemas.microsoft.com/office/drawing/2014/main" id="{640BCDCB-DB5B-D147-4F81-36B09F1DF4FE}"/>
              </a:ext>
            </a:extLst>
          </p:cNvPr>
          <p:cNvSpPr>
            <a:spLocks noGrp="1"/>
          </p:cNvSpPr>
          <p:nvPr>
            <p:ph type="sldNum" sz="quarter" idx="17"/>
          </p:nvPr>
        </p:nvSpPr>
        <p:spPr>
          <a:xfrm>
            <a:off x="11494008" y="3218688"/>
            <a:ext cx="630936" cy="429768"/>
          </a:xfrm>
        </p:spPr>
        <p:txBody>
          <a:bodyPr vert="horz" lIns="91440" tIns="45720" rIns="91440" bIns="45720" rtlCol="0" anchor="ctr">
            <a:normAutofit/>
          </a:bodyPr>
          <a:lstStyle/>
          <a:p>
            <a:pPr>
              <a:spcAft>
                <a:spcPts val="600"/>
              </a:spcAft>
            </a:pPr>
            <a:fld id="{CC057153-B650-4DEB-B370-79DDCFDCE934}" type="slidenum">
              <a:rPr lang="en-US" smtClean="0"/>
              <a:pPr>
                <a:spcAft>
                  <a:spcPts val="600"/>
                </a:spcAft>
              </a:pPr>
              <a:t>4</a:t>
            </a:fld>
            <a:endParaRPr lang="en-US"/>
          </a:p>
        </p:txBody>
      </p:sp>
      <p:sp>
        <p:nvSpPr>
          <p:cNvPr id="6" name="Date Placeholder 5">
            <a:extLst>
              <a:ext uri="{FF2B5EF4-FFF2-40B4-BE49-F238E27FC236}">
                <a16:creationId xmlns:a16="http://schemas.microsoft.com/office/drawing/2014/main" id="{AE981CBB-3F93-3C75-AD04-25CBB03C3B75}"/>
              </a:ext>
            </a:extLst>
          </p:cNvPr>
          <p:cNvSpPr>
            <a:spLocks noGrp="1"/>
          </p:cNvSpPr>
          <p:nvPr>
            <p:ph type="dt" sz="half" idx="15"/>
          </p:nvPr>
        </p:nvSpPr>
        <p:spPr>
          <a:xfrm rot="5400000">
            <a:off x="10469880" y="4892040"/>
            <a:ext cx="2670048" cy="365760"/>
          </a:xfrm>
        </p:spPr>
        <p:txBody>
          <a:bodyPr vert="horz" lIns="91440" tIns="45720" rIns="91440" bIns="45720" rtlCol="0" anchor="ctr">
            <a:normAutofit/>
          </a:bodyPr>
          <a:lstStyle/>
          <a:p>
            <a:pPr>
              <a:spcAft>
                <a:spcPts val="600"/>
              </a:spcAft>
            </a:pPr>
            <a:fld id="{3968F040-9A2D-487C-9838-D433833E9BE2}" type="datetime4">
              <a:rPr lang="en-US" smtClean="0"/>
              <a:pPr>
                <a:spcAft>
                  <a:spcPts val="600"/>
                </a:spcAft>
              </a:pPr>
              <a:t>September 1, 2025</a:t>
            </a:fld>
            <a:endParaRPr lang="en-US"/>
          </a:p>
        </p:txBody>
      </p:sp>
    </p:spTree>
    <p:extLst>
      <p:ext uri="{BB962C8B-B14F-4D97-AF65-F5344CB8AC3E}">
        <p14:creationId xmlns:p14="http://schemas.microsoft.com/office/powerpoint/2010/main" val="282268443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21837C10-A33F-1B1E-5A78-A7507730504E}"/>
              </a:ext>
            </a:extLst>
          </p:cNvPr>
          <p:cNvSpPr>
            <a:spLocks noGrp="1"/>
          </p:cNvSpPr>
          <p:nvPr>
            <p:ph type="ftr" sz="quarter" idx="11"/>
          </p:nvPr>
        </p:nvSpPr>
        <p:spPr>
          <a:xfrm rot="5400000">
            <a:off x="10469880" y="1609344"/>
            <a:ext cx="2670048" cy="365760"/>
          </a:xfrm>
        </p:spPr>
        <p:txBody>
          <a:bodyPr anchor="ctr">
            <a:normAutofit/>
          </a:bodyPr>
          <a:lstStyle/>
          <a:p>
            <a:pPr>
              <a:spcAft>
                <a:spcPts val="600"/>
              </a:spcAft>
            </a:pPr>
            <a:r>
              <a:rPr lang="en-US"/>
              <a:t>Sample Footer Text</a:t>
            </a:r>
          </a:p>
        </p:txBody>
      </p:sp>
      <p:sp>
        <p:nvSpPr>
          <p:cNvPr id="5" name="Slide Number Placeholder 4">
            <a:extLst>
              <a:ext uri="{FF2B5EF4-FFF2-40B4-BE49-F238E27FC236}">
                <a16:creationId xmlns:a16="http://schemas.microsoft.com/office/drawing/2014/main" id="{DC76ED8C-FD46-F56D-D4D7-96F3D4C8E096}"/>
              </a:ext>
            </a:extLst>
          </p:cNvPr>
          <p:cNvSpPr>
            <a:spLocks noGrp="1"/>
          </p:cNvSpPr>
          <p:nvPr>
            <p:ph type="sldNum" sz="quarter" idx="12"/>
          </p:nvPr>
        </p:nvSpPr>
        <p:spPr>
          <a:xfrm>
            <a:off x="11494008" y="3218688"/>
            <a:ext cx="630936" cy="429768"/>
          </a:xfrm>
        </p:spPr>
        <p:txBody>
          <a:bodyPr anchor="ctr">
            <a:normAutofit/>
          </a:bodyPr>
          <a:lstStyle/>
          <a:p>
            <a:pPr>
              <a:spcAft>
                <a:spcPts val="600"/>
              </a:spcAft>
            </a:pPr>
            <a:fld id="{CC057153-B650-4DEB-B370-79DDCFDCE934}" type="slidenum">
              <a:rPr lang="en-US" smtClean="0"/>
              <a:pPr>
                <a:spcAft>
                  <a:spcPts val="600"/>
                </a:spcAft>
              </a:pPr>
              <a:t>5</a:t>
            </a:fld>
            <a:endParaRPr lang="en-US"/>
          </a:p>
        </p:txBody>
      </p:sp>
      <p:sp>
        <p:nvSpPr>
          <p:cNvPr id="6" name="Date Placeholder 5">
            <a:extLst>
              <a:ext uri="{FF2B5EF4-FFF2-40B4-BE49-F238E27FC236}">
                <a16:creationId xmlns:a16="http://schemas.microsoft.com/office/drawing/2014/main" id="{50D2298F-79FE-5592-6C98-E354C2F06625}"/>
              </a:ext>
            </a:extLst>
          </p:cNvPr>
          <p:cNvSpPr>
            <a:spLocks noGrp="1"/>
          </p:cNvSpPr>
          <p:nvPr>
            <p:ph type="dt" sz="half" idx="10"/>
          </p:nvPr>
        </p:nvSpPr>
        <p:spPr>
          <a:xfrm rot="5400000">
            <a:off x="10469880" y="4892040"/>
            <a:ext cx="2670048" cy="365760"/>
          </a:xfrm>
        </p:spPr>
        <p:txBody>
          <a:bodyPr anchor="ctr">
            <a:normAutofit/>
          </a:bodyPr>
          <a:lstStyle/>
          <a:p>
            <a:pPr>
              <a:spcAft>
                <a:spcPts val="600"/>
              </a:spcAft>
            </a:pPr>
            <a:fld id="{5727415D-AD92-413A-BBF9-193857B34DAC}" type="datetime4">
              <a:rPr lang="en-US" smtClean="0"/>
              <a:pPr>
                <a:spcAft>
                  <a:spcPts val="600"/>
                </a:spcAft>
              </a:pPr>
              <a:t>September 1, 2025</a:t>
            </a:fld>
            <a:endParaRPr lang="en-US"/>
          </a:p>
        </p:txBody>
      </p:sp>
      <p:sp>
        <p:nvSpPr>
          <p:cNvPr id="2" name="Title 1">
            <a:extLst>
              <a:ext uri="{FF2B5EF4-FFF2-40B4-BE49-F238E27FC236}">
                <a16:creationId xmlns:a16="http://schemas.microsoft.com/office/drawing/2014/main" id="{10926FFF-9E3B-4722-0BE6-7036C019EA45}"/>
              </a:ext>
            </a:extLst>
          </p:cNvPr>
          <p:cNvSpPr>
            <a:spLocks noGrp="1"/>
          </p:cNvSpPr>
          <p:nvPr>
            <p:ph type="ctrTitle"/>
          </p:nvPr>
        </p:nvSpPr>
        <p:spPr>
          <a:xfrm>
            <a:off x="3862426" y="1984248"/>
            <a:ext cx="4462272" cy="2889504"/>
          </a:xfrm>
        </p:spPr>
        <p:txBody>
          <a:bodyPr anchor="ctr">
            <a:normAutofit/>
          </a:bodyPr>
          <a:lstStyle/>
          <a:p>
            <a:pPr indent="0"/>
            <a:r>
              <a:rPr lang="en-US"/>
              <a:t>Technologies Behind Generative AI</a:t>
            </a:r>
          </a:p>
        </p:txBody>
      </p:sp>
    </p:spTree>
    <p:extLst>
      <p:ext uri="{BB962C8B-B14F-4D97-AF65-F5344CB8AC3E}">
        <p14:creationId xmlns:p14="http://schemas.microsoft.com/office/powerpoint/2010/main" val="192075699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267C94-F81D-3713-8FFA-842B3A37925F}"/>
              </a:ext>
            </a:extLst>
          </p:cNvPr>
          <p:cNvSpPr>
            <a:spLocks noGrp="1"/>
          </p:cNvSpPr>
          <p:nvPr>
            <p:ph type="title"/>
          </p:nvPr>
        </p:nvSpPr>
        <p:spPr>
          <a:xfrm>
            <a:off x="612647" y="256032"/>
            <a:ext cx="6949439" cy="1124712"/>
          </a:xfrm>
        </p:spPr>
        <p:txBody>
          <a:bodyPr vert="horz" lIns="91440" tIns="45720" rIns="91440" bIns="45720" rtlCol="0" anchor="b">
            <a:normAutofit/>
          </a:bodyPr>
          <a:lstStyle/>
          <a:p>
            <a:r>
              <a:rPr lang="en-US" b="1" kern="1200" cap="all" spc="500" baseline="0">
                <a:latin typeface="+mj-lt"/>
                <a:ea typeface="+mj-ea"/>
                <a:cs typeface="+mj-cs"/>
              </a:rPr>
              <a:t>Key Technologies</a:t>
            </a:r>
          </a:p>
        </p:txBody>
      </p:sp>
      <p:sp>
        <p:nvSpPr>
          <p:cNvPr id="8" name="TextBox 7">
            <a:extLst>
              <a:ext uri="{FF2B5EF4-FFF2-40B4-BE49-F238E27FC236}">
                <a16:creationId xmlns:a16="http://schemas.microsoft.com/office/drawing/2014/main" id="{DAFC8D8D-72CB-43E5-85AF-2AA395AA905A}"/>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8" y="1380744"/>
            <a:ext cx="6949440" cy="5029200"/>
          </a:xfrm>
          <a:prstGeom prst="rect">
            <a:avLst/>
          </a:prstGeom>
        </p:spPr>
        <p:txBody>
          <a:bodyPr>
            <a:noAutofit/>
          </a:bodyPr>
          <a:lstStyle/>
          <a:p>
            <a:pPr marL="0" indent="0">
              <a:lnSpc>
                <a:spcPct val="90000"/>
              </a:lnSpc>
              <a:spcBef>
                <a:spcPts val="2500"/>
              </a:spcBef>
              <a:spcAft>
                <a:spcPts val="600"/>
              </a:spcAft>
              <a:buFont typeface="Arial" panose="020B0604020202020204" pitchFamily="34" charset="0"/>
              <a:buNone/>
            </a:pPr>
            <a:r>
              <a:rPr lang="en-US" sz="1600" b="1" dirty="0">
                <a:solidFill>
                  <a:srgbClr val="FF0000"/>
                </a:solidFill>
              </a:rPr>
              <a:t>Transformers in AI</a:t>
            </a:r>
          </a:p>
          <a:p>
            <a:pPr marL="0" lvl="1" indent="0">
              <a:lnSpc>
                <a:spcPct val="90000"/>
              </a:lnSpc>
              <a:spcBef>
                <a:spcPts val="1000"/>
              </a:spcBef>
              <a:spcAft>
                <a:spcPts val="600"/>
              </a:spcAft>
              <a:buFont typeface="Arial" panose="020B0604020202020204" pitchFamily="34" charset="0"/>
              <a:buNone/>
            </a:pPr>
            <a:r>
              <a:rPr lang="en-US" sz="1600" dirty="0"/>
              <a:t>Transformers revolutionize how machines process and generate human-like language in generative AI models.</a:t>
            </a:r>
          </a:p>
          <a:p>
            <a:pPr marL="0" indent="0">
              <a:lnSpc>
                <a:spcPct val="90000"/>
              </a:lnSpc>
              <a:spcBef>
                <a:spcPts val="2500"/>
              </a:spcBef>
              <a:buFont typeface="Arial" panose="020B0604020202020204" pitchFamily="34" charset="0"/>
              <a:buNone/>
            </a:pPr>
            <a:r>
              <a:rPr lang="en-US" sz="1600" b="1" dirty="0">
                <a:solidFill>
                  <a:srgbClr val="FF0000"/>
                </a:solidFill>
              </a:rPr>
              <a:t>VAEs (Variational Autoencoders)</a:t>
            </a:r>
          </a:p>
          <a:p>
            <a:pPr marL="0" indent="0">
              <a:lnSpc>
                <a:spcPct val="90000"/>
              </a:lnSpc>
              <a:spcBef>
                <a:spcPts val="2500"/>
              </a:spcBef>
              <a:buFont typeface="Arial" panose="020B0604020202020204" pitchFamily="34" charset="0"/>
              <a:buNone/>
            </a:pPr>
            <a:r>
              <a:rPr lang="en-US" sz="1600" b="1" dirty="0"/>
              <a:t>How it works: Encodes data into a latent space and decodes it back to generate new samples.</a:t>
            </a:r>
          </a:p>
          <a:p>
            <a:pPr marL="0" indent="0">
              <a:lnSpc>
                <a:spcPct val="90000"/>
              </a:lnSpc>
              <a:spcBef>
                <a:spcPts val="2500"/>
              </a:spcBef>
              <a:buFont typeface="Arial" panose="020B0604020202020204" pitchFamily="34" charset="0"/>
              <a:buNone/>
            </a:pPr>
            <a:r>
              <a:rPr lang="en-US" sz="1600" b="1" dirty="0"/>
              <a:t>Best for: Image reconstruction, anomaly detection.</a:t>
            </a:r>
          </a:p>
          <a:p>
            <a:pPr marL="0" indent="0">
              <a:lnSpc>
                <a:spcPct val="90000"/>
              </a:lnSpc>
              <a:spcBef>
                <a:spcPts val="2500"/>
              </a:spcBef>
              <a:spcAft>
                <a:spcPts val="600"/>
              </a:spcAft>
              <a:buFont typeface="Arial" panose="020B0604020202020204" pitchFamily="34" charset="0"/>
              <a:buNone/>
            </a:pPr>
            <a:r>
              <a:rPr lang="en-US" sz="1600" b="1" dirty="0">
                <a:solidFill>
                  <a:srgbClr val="FF0000"/>
                </a:solidFill>
              </a:rPr>
              <a:t>Diffusion Models for Images</a:t>
            </a:r>
          </a:p>
          <a:p>
            <a:pPr marL="0" lvl="1" indent="0">
              <a:lnSpc>
                <a:spcPct val="90000"/>
              </a:lnSpc>
              <a:spcBef>
                <a:spcPts val="1000"/>
              </a:spcBef>
              <a:spcAft>
                <a:spcPts val="600"/>
              </a:spcAft>
              <a:buFont typeface="Arial" panose="020B0604020202020204" pitchFamily="34" charset="0"/>
              <a:buNone/>
            </a:pPr>
            <a:r>
              <a:rPr lang="en-US" sz="1600" dirty="0"/>
              <a:t>Diffusion models iteratively refine noisy inputs to create high-quality, coherent images in AI generation tasks.</a:t>
            </a:r>
          </a:p>
          <a:p>
            <a:pPr marL="0" indent="0">
              <a:lnSpc>
                <a:spcPct val="90000"/>
              </a:lnSpc>
              <a:spcBef>
                <a:spcPts val="2500"/>
              </a:spcBef>
              <a:spcAft>
                <a:spcPts val="600"/>
              </a:spcAft>
              <a:buFont typeface="Arial" panose="020B0604020202020204" pitchFamily="34" charset="0"/>
              <a:buNone/>
            </a:pPr>
            <a:r>
              <a:rPr lang="en-US" sz="1600" b="1" dirty="0">
                <a:solidFill>
                  <a:srgbClr val="FF0000"/>
                </a:solidFill>
              </a:rPr>
              <a:t>Generative Adversarial Networks</a:t>
            </a:r>
          </a:p>
          <a:p>
            <a:pPr marL="0" lvl="1" indent="0">
              <a:lnSpc>
                <a:spcPct val="90000"/>
              </a:lnSpc>
              <a:spcBef>
                <a:spcPts val="1000"/>
              </a:spcBef>
              <a:spcAft>
                <a:spcPts val="600"/>
              </a:spcAft>
              <a:buFont typeface="Arial" panose="020B0604020202020204" pitchFamily="34" charset="0"/>
              <a:buNone/>
            </a:pPr>
            <a:r>
              <a:rPr lang="en-US" sz="1600" dirty="0"/>
              <a:t>GANs use two competing neural networks to produce realistic images and digital art by improving generated content.</a:t>
            </a:r>
          </a:p>
        </p:txBody>
      </p:sp>
      <p:pic>
        <p:nvPicPr>
          <p:cNvPr id="9" name="Picture 8" descr="A close up of gears&#10;&#10;AI-generated content may be incorrect.">
            <a:extLst>
              <a:ext uri="{FF2B5EF4-FFF2-40B4-BE49-F238E27FC236}">
                <a16:creationId xmlns:a16="http://schemas.microsoft.com/office/drawing/2014/main" id="{DAAD59A4-3219-71AD-A292-3F468E433B38}"/>
              </a:ext>
            </a:extLst>
          </p:cNvPr>
          <p:cNvPicPr>
            <a:picLocks noChangeAspect="1"/>
          </p:cNvPicPr>
          <p:nvPr/>
        </p:nvPicPr>
        <p:blipFill>
          <a:blip r:embed="rId3">
            <a:extLst>
              <a:ext uri="{28A0092B-C50C-407E-A947-70E740481C1C}">
                <a14:useLocalDpi xmlns:a14="http://schemas.microsoft.com/office/drawing/2010/main" val="0"/>
              </a:ext>
            </a:extLst>
          </a:blip>
          <a:srcRect l="43506" r="21702"/>
          <a:stretch>
            <a:fillRect/>
          </a:stretch>
        </p:blipFill>
        <p:spPr>
          <a:xfrm>
            <a:off x="8129016" y="758952"/>
            <a:ext cx="3300984" cy="5330952"/>
          </a:xfrm>
          <a:prstGeom prst="rect">
            <a:avLst/>
          </a:prstGeom>
          <a:noFill/>
        </p:spPr>
      </p:pic>
      <p:sp>
        <p:nvSpPr>
          <p:cNvPr id="4" name="Footer Placeholder 3">
            <a:extLst>
              <a:ext uri="{FF2B5EF4-FFF2-40B4-BE49-F238E27FC236}">
                <a16:creationId xmlns:a16="http://schemas.microsoft.com/office/drawing/2014/main" id="{6C62D420-5367-2FCF-ADC7-E5232C0F0BF4}"/>
              </a:ext>
            </a:extLst>
          </p:cNvPr>
          <p:cNvSpPr>
            <a:spLocks noGrp="1"/>
          </p:cNvSpPr>
          <p:nvPr>
            <p:ph type="ftr" sz="quarter" idx="16"/>
          </p:nvPr>
        </p:nvSpPr>
        <p:spPr>
          <a:xfrm rot="5400000">
            <a:off x="10469880" y="1609344"/>
            <a:ext cx="2670048" cy="365760"/>
          </a:xfrm>
        </p:spPr>
        <p:txBody>
          <a:bodyPr vert="horz" lIns="91440" tIns="45720" rIns="91440" bIns="45720" rtlCol="0" anchor="ctr">
            <a:normAutofit/>
          </a:bodyPr>
          <a:lstStyle/>
          <a:p>
            <a:pPr>
              <a:spcAft>
                <a:spcPts val="600"/>
              </a:spcAft>
            </a:pPr>
            <a:r>
              <a:rPr lang="en-US" b="1" kern="1200" cap="all" spc="300" baseline="0">
                <a:latin typeface="+mn-lt"/>
                <a:ea typeface="+mn-ea"/>
                <a:cs typeface="+mn-cs"/>
              </a:rPr>
              <a:t>Sample Footer Text</a:t>
            </a:r>
          </a:p>
        </p:txBody>
      </p:sp>
      <p:sp>
        <p:nvSpPr>
          <p:cNvPr id="5" name="Slide Number Placeholder 4">
            <a:extLst>
              <a:ext uri="{FF2B5EF4-FFF2-40B4-BE49-F238E27FC236}">
                <a16:creationId xmlns:a16="http://schemas.microsoft.com/office/drawing/2014/main" id="{B545812B-E3C1-C844-7CB2-5C035195335E}"/>
              </a:ext>
            </a:extLst>
          </p:cNvPr>
          <p:cNvSpPr>
            <a:spLocks noGrp="1"/>
          </p:cNvSpPr>
          <p:nvPr>
            <p:ph type="sldNum" sz="quarter" idx="17"/>
          </p:nvPr>
        </p:nvSpPr>
        <p:spPr>
          <a:xfrm>
            <a:off x="11494008" y="3218688"/>
            <a:ext cx="630936" cy="429768"/>
          </a:xfrm>
        </p:spPr>
        <p:txBody>
          <a:bodyPr vert="horz" lIns="91440" tIns="45720" rIns="91440" bIns="45720" rtlCol="0" anchor="ctr">
            <a:normAutofit/>
          </a:bodyPr>
          <a:lstStyle/>
          <a:p>
            <a:pPr>
              <a:spcAft>
                <a:spcPts val="600"/>
              </a:spcAft>
            </a:pPr>
            <a:fld id="{CC057153-B650-4DEB-B370-79DDCFDCE934}" type="slidenum">
              <a:rPr lang="en-US" smtClean="0"/>
              <a:pPr>
                <a:spcAft>
                  <a:spcPts val="600"/>
                </a:spcAft>
              </a:pPr>
              <a:t>6</a:t>
            </a:fld>
            <a:endParaRPr lang="en-US"/>
          </a:p>
        </p:txBody>
      </p:sp>
      <p:sp>
        <p:nvSpPr>
          <p:cNvPr id="6" name="Date Placeholder 5">
            <a:extLst>
              <a:ext uri="{FF2B5EF4-FFF2-40B4-BE49-F238E27FC236}">
                <a16:creationId xmlns:a16="http://schemas.microsoft.com/office/drawing/2014/main" id="{6F06BF5B-B1EC-25C6-E8E8-5E7A3469FABF}"/>
              </a:ext>
            </a:extLst>
          </p:cNvPr>
          <p:cNvSpPr>
            <a:spLocks noGrp="1"/>
          </p:cNvSpPr>
          <p:nvPr>
            <p:ph type="dt" sz="half" idx="15"/>
          </p:nvPr>
        </p:nvSpPr>
        <p:spPr>
          <a:xfrm rot="5400000">
            <a:off x="10469880" y="4892040"/>
            <a:ext cx="2670048" cy="365760"/>
          </a:xfrm>
        </p:spPr>
        <p:txBody>
          <a:bodyPr vert="horz" lIns="91440" tIns="45720" rIns="91440" bIns="45720" rtlCol="0" anchor="ctr">
            <a:normAutofit/>
          </a:bodyPr>
          <a:lstStyle/>
          <a:p>
            <a:pPr>
              <a:spcAft>
                <a:spcPts val="600"/>
              </a:spcAft>
            </a:pPr>
            <a:fld id="{3968F040-9A2D-487C-9838-D433833E9BE2}" type="datetime4">
              <a:rPr lang="en-US" smtClean="0"/>
              <a:pPr>
                <a:spcAft>
                  <a:spcPts val="600"/>
                </a:spcAft>
              </a:pPr>
              <a:t>September 1, 2025</a:t>
            </a:fld>
            <a:endParaRPr lang="en-US"/>
          </a:p>
        </p:txBody>
      </p:sp>
    </p:spTree>
    <p:extLst>
      <p:ext uri="{BB962C8B-B14F-4D97-AF65-F5344CB8AC3E}">
        <p14:creationId xmlns:p14="http://schemas.microsoft.com/office/powerpoint/2010/main" val="152718436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529C7E47-F44F-7CE1-5D16-9E44E3AE77C8}"/>
              </a:ext>
            </a:extLst>
          </p:cNvPr>
          <p:cNvSpPr>
            <a:spLocks noGrp="1"/>
          </p:cNvSpPr>
          <p:nvPr>
            <p:ph type="ftr" sz="quarter" idx="11"/>
          </p:nvPr>
        </p:nvSpPr>
        <p:spPr>
          <a:xfrm rot="5400000">
            <a:off x="10469880" y="1609344"/>
            <a:ext cx="2670048" cy="365760"/>
          </a:xfrm>
        </p:spPr>
        <p:txBody>
          <a:bodyPr anchor="ctr">
            <a:normAutofit/>
          </a:bodyPr>
          <a:lstStyle/>
          <a:p>
            <a:pPr>
              <a:spcAft>
                <a:spcPts val="600"/>
              </a:spcAft>
            </a:pPr>
            <a:r>
              <a:rPr lang="en-US"/>
              <a:t>Sample Footer Text</a:t>
            </a:r>
          </a:p>
        </p:txBody>
      </p:sp>
      <p:sp>
        <p:nvSpPr>
          <p:cNvPr id="5" name="Slide Number Placeholder 4">
            <a:extLst>
              <a:ext uri="{FF2B5EF4-FFF2-40B4-BE49-F238E27FC236}">
                <a16:creationId xmlns:a16="http://schemas.microsoft.com/office/drawing/2014/main" id="{ECE34623-FD13-2AC1-11D1-657C307B1187}"/>
              </a:ext>
            </a:extLst>
          </p:cNvPr>
          <p:cNvSpPr>
            <a:spLocks noGrp="1"/>
          </p:cNvSpPr>
          <p:nvPr>
            <p:ph type="sldNum" sz="quarter" idx="12"/>
          </p:nvPr>
        </p:nvSpPr>
        <p:spPr>
          <a:xfrm>
            <a:off x="11494008" y="3218688"/>
            <a:ext cx="630936" cy="429768"/>
          </a:xfrm>
        </p:spPr>
        <p:txBody>
          <a:bodyPr anchor="ctr">
            <a:normAutofit/>
          </a:bodyPr>
          <a:lstStyle/>
          <a:p>
            <a:pPr>
              <a:spcAft>
                <a:spcPts val="600"/>
              </a:spcAft>
            </a:pPr>
            <a:fld id="{CC057153-B650-4DEB-B370-79DDCFDCE934}" type="slidenum">
              <a:rPr lang="en-US" smtClean="0"/>
              <a:pPr>
                <a:spcAft>
                  <a:spcPts val="600"/>
                </a:spcAft>
              </a:pPr>
              <a:t>7</a:t>
            </a:fld>
            <a:endParaRPr lang="en-US"/>
          </a:p>
        </p:txBody>
      </p:sp>
      <p:sp>
        <p:nvSpPr>
          <p:cNvPr id="6" name="Date Placeholder 5">
            <a:extLst>
              <a:ext uri="{FF2B5EF4-FFF2-40B4-BE49-F238E27FC236}">
                <a16:creationId xmlns:a16="http://schemas.microsoft.com/office/drawing/2014/main" id="{63C0CBEB-C7E0-29BA-8E35-10F503CB3D42}"/>
              </a:ext>
            </a:extLst>
          </p:cNvPr>
          <p:cNvSpPr>
            <a:spLocks noGrp="1"/>
          </p:cNvSpPr>
          <p:nvPr>
            <p:ph type="dt" sz="half" idx="10"/>
          </p:nvPr>
        </p:nvSpPr>
        <p:spPr>
          <a:xfrm rot="5400000">
            <a:off x="10469880" y="4892040"/>
            <a:ext cx="2670048" cy="365760"/>
          </a:xfrm>
        </p:spPr>
        <p:txBody>
          <a:bodyPr anchor="ctr">
            <a:normAutofit/>
          </a:bodyPr>
          <a:lstStyle/>
          <a:p>
            <a:pPr>
              <a:spcAft>
                <a:spcPts val="600"/>
              </a:spcAft>
            </a:pPr>
            <a:fld id="{5727415D-AD92-413A-BBF9-193857B34DAC}" type="datetime4">
              <a:rPr lang="en-US" smtClean="0"/>
              <a:pPr>
                <a:spcAft>
                  <a:spcPts val="600"/>
                </a:spcAft>
              </a:pPr>
              <a:t>September 1, 2025</a:t>
            </a:fld>
            <a:endParaRPr lang="en-US"/>
          </a:p>
        </p:txBody>
      </p:sp>
      <p:sp>
        <p:nvSpPr>
          <p:cNvPr id="2" name="Title 1">
            <a:extLst>
              <a:ext uri="{FF2B5EF4-FFF2-40B4-BE49-F238E27FC236}">
                <a16:creationId xmlns:a16="http://schemas.microsoft.com/office/drawing/2014/main" id="{FF286643-6D17-B410-4982-422A756FE301}"/>
              </a:ext>
            </a:extLst>
          </p:cNvPr>
          <p:cNvSpPr>
            <a:spLocks noGrp="1"/>
          </p:cNvSpPr>
          <p:nvPr>
            <p:ph type="ctrTitle"/>
          </p:nvPr>
        </p:nvSpPr>
        <p:spPr>
          <a:xfrm>
            <a:off x="3862426" y="1984248"/>
            <a:ext cx="4462272" cy="2889504"/>
          </a:xfrm>
        </p:spPr>
        <p:txBody>
          <a:bodyPr anchor="ctr">
            <a:normAutofit/>
          </a:bodyPr>
          <a:lstStyle/>
          <a:p>
            <a:pPr indent="0"/>
            <a:r>
              <a:rPr lang="en-US"/>
              <a:t>Applications and Examples</a:t>
            </a:r>
          </a:p>
        </p:txBody>
      </p:sp>
    </p:spTree>
    <p:extLst>
      <p:ext uri="{BB962C8B-B14F-4D97-AF65-F5344CB8AC3E}">
        <p14:creationId xmlns:p14="http://schemas.microsoft.com/office/powerpoint/2010/main" val="44741982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B88E4B59-7E70-1754-6E53-9CDD80385706}"/>
              </a:ext>
            </a:extLst>
          </p:cNvPr>
          <p:cNvSpPr>
            <a:spLocks noGrp="1"/>
          </p:cNvSpPr>
          <p:nvPr>
            <p:ph type="title"/>
          </p:nvPr>
        </p:nvSpPr>
        <p:spPr/>
        <p:txBody>
          <a:bodyPr/>
          <a:lstStyle/>
          <a:p>
            <a:r>
              <a:rPr lang="en-US" dirty="0"/>
              <a:t>Application of Generative AI</a:t>
            </a:r>
          </a:p>
        </p:txBody>
      </p:sp>
      <p:sp>
        <p:nvSpPr>
          <p:cNvPr id="4" name="Date Placeholder 3">
            <a:extLst>
              <a:ext uri="{FF2B5EF4-FFF2-40B4-BE49-F238E27FC236}">
                <a16:creationId xmlns:a16="http://schemas.microsoft.com/office/drawing/2014/main" id="{C3E665B6-CBB4-7A3A-4739-69C156B49ADC}"/>
              </a:ext>
            </a:extLst>
          </p:cNvPr>
          <p:cNvSpPr>
            <a:spLocks noGrp="1"/>
          </p:cNvSpPr>
          <p:nvPr>
            <p:ph type="dt" sz="half" idx="10"/>
          </p:nvPr>
        </p:nvSpPr>
        <p:spPr/>
        <p:txBody>
          <a:bodyPr/>
          <a:lstStyle/>
          <a:p>
            <a:fld id="{0007476C-11CB-CB45-8F84-D0EFF81E9473}" type="datetime1">
              <a:rPr lang="en-GB" smtClean="0"/>
              <a:t>01/09/2025</a:t>
            </a:fld>
            <a:endParaRPr lang="en-GB" dirty="0"/>
          </a:p>
        </p:txBody>
      </p:sp>
      <p:sp>
        <p:nvSpPr>
          <p:cNvPr id="2" name="Footer Placeholder 1">
            <a:extLst>
              <a:ext uri="{FF2B5EF4-FFF2-40B4-BE49-F238E27FC236}">
                <a16:creationId xmlns:a16="http://schemas.microsoft.com/office/drawing/2014/main" id="{4D1067B0-BD60-D76F-65C7-E6C99729A263}"/>
              </a:ext>
            </a:extLst>
          </p:cNvPr>
          <p:cNvSpPr>
            <a:spLocks noGrp="1"/>
          </p:cNvSpPr>
          <p:nvPr>
            <p:ph type="ftr" sz="quarter" idx="11"/>
          </p:nvPr>
        </p:nvSpPr>
        <p:spPr/>
        <p:txBody>
          <a:bodyPr/>
          <a:lstStyle/>
          <a:p>
            <a:pPr lvl="0" algn="l"/>
            <a:r>
              <a:rPr lang="en-GB">
                <a:solidFill>
                  <a:schemeClr val="tx1"/>
                </a:solidFill>
              </a:rPr>
              <a:t>INSERT CONFIDENTIALITY LEVEL IN SLIDE FOOTER </a:t>
            </a:r>
            <a:endParaRPr lang="en-GB" dirty="0">
              <a:solidFill>
                <a:schemeClr val="tx1"/>
              </a:solidFill>
            </a:endParaRPr>
          </a:p>
        </p:txBody>
      </p:sp>
      <p:sp>
        <p:nvSpPr>
          <p:cNvPr id="3" name="Slide Number Placeholder 2">
            <a:extLst>
              <a:ext uri="{FF2B5EF4-FFF2-40B4-BE49-F238E27FC236}">
                <a16:creationId xmlns:a16="http://schemas.microsoft.com/office/drawing/2014/main" id="{4767E0AD-9823-7ADE-5522-57CA0E1117D1}"/>
              </a:ext>
            </a:extLst>
          </p:cNvPr>
          <p:cNvSpPr>
            <a:spLocks noGrp="1"/>
          </p:cNvSpPr>
          <p:nvPr>
            <p:ph type="sldNum" sz="quarter" idx="12"/>
          </p:nvPr>
        </p:nvSpPr>
        <p:spPr/>
        <p:txBody>
          <a:bodyPr/>
          <a:lstStyle/>
          <a:p>
            <a:fld id="{72A83A2B-3358-44F8-83A0-4598795D8FB5}" type="slidenum">
              <a:rPr lang="en-GB" smtClean="0"/>
              <a:pPr/>
              <a:t>8</a:t>
            </a:fld>
            <a:endParaRPr lang="en-GB" dirty="0"/>
          </a:p>
        </p:txBody>
      </p:sp>
      <p:sp>
        <p:nvSpPr>
          <p:cNvPr id="6" name="Content Placeholder 5">
            <a:extLst>
              <a:ext uri="{FF2B5EF4-FFF2-40B4-BE49-F238E27FC236}">
                <a16:creationId xmlns:a16="http://schemas.microsoft.com/office/drawing/2014/main" id="{8E0C6222-9C6B-31F7-3992-0D6CAC2211D2}"/>
              </a:ext>
            </a:extLst>
          </p:cNvPr>
          <p:cNvSpPr>
            <a:spLocks noGrp="1"/>
          </p:cNvSpPr>
          <p:nvPr>
            <p:ph sz="quarter" idx="13"/>
          </p:nvPr>
        </p:nvSpPr>
        <p:spPr/>
        <p:txBody>
          <a:bodyPr/>
          <a:lstStyle/>
          <a:p>
            <a:r>
              <a:rPr lang="en-US" dirty="0"/>
              <a:t>Healthcare: Drug discovery, medical imaging.</a:t>
            </a:r>
          </a:p>
          <a:p>
            <a:r>
              <a:rPr lang="en-US" dirty="0"/>
              <a:t>Finance: Fraud detection, algorithmic trading.</a:t>
            </a:r>
          </a:p>
          <a:p>
            <a:r>
              <a:rPr lang="en-US" dirty="0"/>
              <a:t>Entertainment: Content creation, game design.</a:t>
            </a:r>
          </a:p>
          <a:p>
            <a:r>
              <a:rPr lang="en-US" dirty="0"/>
              <a:t>Real-world Examples: DeepMind's AlphaFold for protein folding, OpenAI's DALL-E for image generation.</a:t>
            </a:r>
          </a:p>
          <a:p>
            <a:endParaRPr lang="en-US" dirty="0"/>
          </a:p>
        </p:txBody>
      </p:sp>
      <p:pic>
        <p:nvPicPr>
          <p:cNvPr id="10" name="Picture 9" descr="A diagram of a computer&#10;&#10;AI-generated content may be incorrect.">
            <a:extLst>
              <a:ext uri="{FF2B5EF4-FFF2-40B4-BE49-F238E27FC236}">
                <a16:creationId xmlns:a16="http://schemas.microsoft.com/office/drawing/2014/main" id="{BF86CEB5-AA36-B59F-A3EF-BC73C9EB8824}"/>
              </a:ext>
            </a:extLst>
          </p:cNvPr>
          <p:cNvPicPr>
            <a:picLocks noChangeAspect="1"/>
          </p:cNvPicPr>
          <p:nvPr/>
        </p:nvPicPr>
        <p:blipFill>
          <a:blip r:embed="rId2"/>
          <a:stretch>
            <a:fillRect/>
          </a:stretch>
        </p:blipFill>
        <p:spPr>
          <a:xfrm>
            <a:off x="1" y="987400"/>
            <a:ext cx="12191999" cy="5870600"/>
          </a:xfrm>
          <a:prstGeom prst="rect">
            <a:avLst/>
          </a:prstGeom>
        </p:spPr>
      </p:pic>
    </p:spTree>
    <p:extLst>
      <p:ext uri="{BB962C8B-B14F-4D97-AF65-F5344CB8AC3E}">
        <p14:creationId xmlns:p14="http://schemas.microsoft.com/office/powerpoint/2010/main" val="3731100811"/>
      </p:ext>
    </p:extLst>
  </p:cSld>
  <p:clrMapOvr>
    <a:masterClrMapping/>
  </p:clrMapOvr>
  <p:transition spd="slow">
    <p:wipe dir="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descr="A screenshot of a computer program&#10;&#10;AI-generated content may be incorrect.">
            <a:extLst>
              <a:ext uri="{FF2B5EF4-FFF2-40B4-BE49-F238E27FC236}">
                <a16:creationId xmlns:a16="http://schemas.microsoft.com/office/drawing/2014/main" id="{69C346E3-EC4D-85EF-5FA7-A872A74AC0A9}"/>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rcRect t="7578" r="2" b="2"/>
          <a:stretch>
            <a:fillRect/>
          </a:stretch>
        </p:blipFill>
        <p:spPr>
          <a:xfrm>
            <a:off x="137159" y="329450"/>
            <a:ext cx="11924209" cy="6199100"/>
          </a:xfrm>
          <a:noFill/>
        </p:spPr>
      </p:pic>
      <p:sp>
        <p:nvSpPr>
          <p:cNvPr id="4" name="Footer Placeholder 3">
            <a:extLst>
              <a:ext uri="{FF2B5EF4-FFF2-40B4-BE49-F238E27FC236}">
                <a16:creationId xmlns:a16="http://schemas.microsoft.com/office/drawing/2014/main" id="{521BA2A8-8819-2480-B820-865AE2799707}"/>
              </a:ext>
            </a:extLst>
          </p:cNvPr>
          <p:cNvSpPr>
            <a:spLocks noGrp="1"/>
          </p:cNvSpPr>
          <p:nvPr>
            <p:ph type="ftr" sz="quarter" idx="11"/>
          </p:nvPr>
        </p:nvSpPr>
        <p:spPr>
          <a:xfrm>
            <a:off x="137160" y="6492240"/>
            <a:ext cx="3657600" cy="365760"/>
          </a:xfrm>
        </p:spPr>
        <p:txBody>
          <a:bodyPr anchor="ctr">
            <a:normAutofit/>
          </a:bodyPr>
          <a:lstStyle/>
          <a:p>
            <a:pPr>
              <a:spcAft>
                <a:spcPts val="600"/>
              </a:spcAft>
            </a:pPr>
            <a:r>
              <a:rPr lang="en-US"/>
              <a:t>Sample Footer Text</a:t>
            </a:r>
          </a:p>
        </p:txBody>
      </p:sp>
      <p:sp>
        <p:nvSpPr>
          <p:cNvPr id="5" name="Slide Number Placeholder 4">
            <a:extLst>
              <a:ext uri="{FF2B5EF4-FFF2-40B4-BE49-F238E27FC236}">
                <a16:creationId xmlns:a16="http://schemas.microsoft.com/office/drawing/2014/main" id="{22FD0DA2-6F52-BEB4-AB4B-5EA0F969C058}"/>
              </a:ext>
            </a:extLst>
          </p:cNvPr>
          <p:cNvSpPr>
            <a:spLocks noGrp="1"/>
          </p:cNvSpPr>
          <p:nvPr>
            <p:ph type="sldNum" sz="quarter" idx="12"/>
          </p:nvPr>
        </p:nvSpPr>
        <p:spPr>
          <a:xfrm>
            <a:off x="5780532" y="6455664"/>
            <a:ext cx="630936" cy="429768"/>
          </a:xfrm>
        </p:spPr>
        <p:txBody>
          <a:bodyPr anchor="ctr">
            <a:normAutofit/>
          </a:bodyPr>
          <a:lstStyle/>
          <a:p>
            <a:pPr>
              <a:spcAft>
                <a:spcPts val="600"/>
              </a:spcAft>
            </a:pPr>
            <a:fld id="{CC057153-B650-4DEB-B370-79DDCFDCE934}" type="slidenum">
              <a:rPr lang="en-US" smtClean="0"/>
              <a:pPr>
                <a:spcAft>
                  <a:spcPts val="600"/>
                </a:spcAft>
              </a:pPr>
              <a:t>9</a:t>
            </a:fld>
            <a:endParaRPr lang="en-US"/>
          </a:p>
        </p:txBody>
      </p:sp>
      <p:sp>
        <p:nvSpPr>
          <p:cNvPr id="6" name="Date Placeholder 5">
            <a:extLst>
              <a:ext uri="{FF2B5EF4-FFF2-40B4-BE49-F238E27FC236}">
                <a16:creationId xmlns:a16="http://schemas.microsoft.com/office/drawing/2014/main" id="{7562C6B3-1234-A718-111C-A52624C5C201}"/>
              </a:ext>
            </a:extLst>
          </p:cNvPr>
          <p:cNvSpPr>
            <a:spLocks noGrp="1"/>
          </p:cNvSpPr>
          <p:nvPr>
            <p:ph type="dt" sz="half" idx="10"/>
          </p:nvPr>
        </p:nvSpPr>
        <p:spPr>
          <a:xfrm>
            <a:off x="8397240" y="6492240"/>
            <a:ext cx="3657600" cy="365760"/>
          </a:xfrm>
        </p:spPr>
        <p:txBody>
          <a:bodyPr anchor="ctr">
            <a:normAutofit/>
          </a:bodyPr>
          <a:lstStyle/>
          <a:p>
            <a:pPr>
              <a:spcAft>
                <a:spcPts val="600"/>
              </a:spcAft>
            </a:pPr>
            <a:fld id="{F987B6F1-20E0-4730-B472-4F9747DD0066}" type="datetime4">
              <a:rPr lang="en-US" smtClean="0"/>
              <a:pPr>
                <a:spcAft>
                  <a:spcPts val="600"/>
                </a:spcAft>
              </a:pPr>
              <a:t>September 1, 2025</a:t>
            </a:fld>
            <a:endParaRPr lang="en-US"/>
          </a:p>
        </p:txBody>
      </p:sp>
    </p:spTree>
    <p:extLst>
      <p:ext uri="{BB962C8B-B14F-4D97-AF65-F5344CB8AC3E}">
        <p14:creationId xmlns:p14="http://schemas.microsoft.com/office/powerpoint/2010/main" val="5014934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4BF2E6-110C-4C4E-6521-F49FC49458A5}"/>
              </a:ext>
            </a:extLst>
          </p:cNvPr>
          <p:cNvSpPr>
            <a:spLocks noGrp="1"/>
          </p:cNvSpPr>
          <p:nvPr>
            <p:ph type="title"/>
          </p:nvPr>
        </p:nvSpPr>
        <p:spPr>
          <a:xfrm>
            <a:off x="612648" y="819477"/>
            <a:ext cx="4617720" cy="1197864"/>
          </a:xfrm>
        </p:spPr>
        <p:txBody>
          <a:bodyPr vert="horz" lIns="91440" tIns="45720" rIns="91440" bIns="45720" rtlCol="0" anchor="t">
            <a:normAutofit/>
          </a:bodyPr>
          <a:lstStyle/>
          <a:p>
            <a:r>
              <a:rPr lang="en-US" b="1" kern="1200" cap="all" spc="500" baseline="0">
                <a:latin typeface="+mj-lt"/>
                <a:ea typeface="+mj-ea"/>
                <a:cs typeface="+mj-cs"/>
              </a:rPr>
              <a:t>Real-World Examples</a:t>
            </a:r>
          </a:p>
        </p:txBody>
      </p:sp>
      <p:sp>
        <p:nvSpPr>
          <p:cNvPr id="8" name="TextBox 7">
            <a:extLst>
              <a:ext uri="{FF2B5EF4-FFF2-40B4-BE49-F238E27FC236}">
                <a16:creationId xmlns:a16="http://schemas.microsoft.com/office/drawing/2014/main" id="{459DBC45-6381-4735-AB93-92C5BCF0667E}"/>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843016" y="950976"/>
            <a:ext cx="5586984" cy="5330952"/>
          </a:xfrm>
          <a:prstGeom prst="rect">
            <a:avLst/>
          </a:prstGeom>
        </p:spPr>
        <p:txBody>
          <a:bodyPr>
            <a:noAutofit/>
          </a:bodyPr>
          <a:lstStyle/>
          <a:p>
            <a:pPr marL="0" indent="0">
              <a:spcBef>
                <a:spcPts val="2500"/>
              </a:spcBef>
              <a:spcAft>
                <a:spcPts val="600"/>
              </a:spcAft>
              <a:buFont typeface="Arial" panose="020B0604020202020204" pitchFamily="34" charset="0"/>
              <a:buNone/>
            </a:pPr>
            <a:r>
              <a:rPr lang="en-US" b="1" dirty="0"/>
              <a:t>Conversational AI</a:t>
            </a:r>
          </a:p>
          <a:p>
            <a:pPr marL="0" lvl="1" indent="0">
              <a:spcBef>
                <a:spcPts val="1000"/>
              </a:spcBef>
              <a:spcAft>
                <a:spcPts val="600"/>
              </a:spcAft>
              <a:buFont typeface="Arial" panose="020B0604020202020204" pitchFamily="34" charset="0"/>
              <a:buNone/>
            </a:pPr>
            <a:r>
              <a:rPr lang="en-US" dirty="0"/>
              <a:t>Conversational AI tools generate human-like responses to enhance dialogue and communication.</a:t>
            </a:r>
          </a:p>
          <a:p>
            <a:pPr marL="0" indent="0">
              <a:spcBef>
                <a:spcPts val="2500"/>
              </a:spcBef>
              <a:spcAft>
                <a:spcPts val="600"/>
              </a:spcAft>
              <a:buFont typeface="Arial" panose="020B0604020202020204" pitchFamily="34" charset="0"/>
              <a:buNone/>
            </a:pPr>
            <a:r>
              <a:rPr lang="en-US" b="1" dirty="0"/>
              <a:t>AI Image Generation</a:t>
            </a:r>
          </a:p>
          <a:p>
            <a:pPr marL="0" lvl="1" indent="0">
              <a:spcBef>
                <a:spcPts val="1000"/>
              </a:spcBef>
              <a:spcAft>
                <a:spcPts val="600"/>
              </a:spcAft>
              <a:buFont typeface="Arial" panose="020B0604020202020204" pitchFamily="34" charset="0"/>
              <a:buNone/>
            </a:pPr>
            <a:r>
              <a:rPr lang="en-US" dirty="0"/>
              <a:t>AI models create images from text prompts, merging language and visual creativity.</a:t>
            </a:r>
          </a:p>
          <a:p>
            <a:pPr marL="0" indent="0">
              <a:spcBef>
                <a:spcPts val="2500"/>
              </a:spcBef>
              <a:spcAft>
                <a:spcPts val="600"/>
              </a:spcAft>
              <a:buFont typeface="Arial" panose="020B0604020202020204" pitchFamily="34" charset="0"/>
              <a:buNone/>
            </a:pPr>
            <a:r>
              <a:rPr lang="en-US" b="1" dirty="0"/>
              <a:t>Video Editing with AI</a:t>
            </a:r>
          </a:p>
          <a:p>
            <a:pPr marL="0" lvl="1" indent="0">
              <a:spcBef>
                <a:spcPts val="1000"/>
              </a:spcBef>
              <a:spcAft>
                <a:spcPts val="600"/>
              </a:spcAft>
              <a:buFont typeface="Arial" panose="020B0604020202020204" pitchFamily="34" charset="0"/>
              <a:buNone/>
            </a:pPr>
            <a:r>
              <a:rPr lang="en-US" dirty="0"/>
              <a:t>Generative AI powers video editing tools, enabling creative manipulation of video content.</a:t>
            </a:r>
          </a:p>
          <a:p>
            <a:pPr marL="0" indent="0">
              <a:spcBef>
                <a:spcPts val="2500"/>
              </a:spcBef>
              <a:spcAft>
                <a:spcPts val="600"/>
              </a:spcAft>
              <a:buFont typeface="Arial" panose="020B0604020202020204" pitchFamily="34" charset="0"/>
              <a:buNone/>
            </a:pPr>
            <a:r>
              <a:rPr lang="en-US" b="1" dirty="0"/>
              <a:t>AI Code Assistance</a:t>
            </a:r>
          </a:p>
          <a:p>
            <a:pPr marL="0" lvl="1" indent="0">
              <a:spcBef>
                <a:spcPts val="1000"/>
              </a:spcBef>
              <a:spcAft>
                <a:spcPts val="600"/>
              </a:spcAft>
              <a:buFont typeface="Arial" panose="020B0604020202020204" pitchFamily="34" charset="0"/>
              <a:buNone/>
            </a:pPr>
            <a:r>
              <a:rPr lang="en-US" dirty="0"/>
              <a:t>AI assists programmers by suggesting context-aware code to boost productivity.</a:t>
            </a:r>
          </a:p>
        </p:txBody>
      </p:sp>
      <p:sp>
        <p:nvSpPr>
          <p:cNvPr id="4" name="Footer Placeholder 3">
            <a:extLst>
              <a:ext uri="{FF2B5EF4-FFF2-40B4-BE49-F238E27FC236}">
                <a16:creationId xmlns:a16="http://schemas.microsoft.com/office/drawing/2014/main" id="{AEBF6F7F-9C61-6CDE-F553-150E11D19FD0}"/>
              </a:ext>
            </a:extLst>
          </p:cNvPr>
          <p:cNvSpPr>
            <a:spLocks noGrp="1"/>
          </p:cNvSpPr>
          <p:nvPr>
            <p:ph type="ftr" sz="quarter" idx="16"/>
          </p:nvPr>
        </p:nvSpPr>
        <p:spPr>
          <a:xfrm rot="5400000">
            <a:off x="10469880" y="1609344"/>
            <a:ext cx="2670048" cy="365760"/>
          </a:xfrm>
        </p:spPr>
        <p:txBody>
          <a:bodyPr vert="horz" lIns="91440" tIns="45720" rIns="91440" bIns="45720" rtlCol="0" anchor="ctr">
            <a:normAutofit/>
          </a:bodyPr>
          <a:lstStyle/>
          <a:p>
            <a:pPr>
              <a:spcAft>
                <a:spcPts val="600"/>
              </a:spcAft>
            </a:pPr>
            <a:r>
              <a:rPr lang="en-US" b="1" kern="1200" cap="all" spc="300" baseline="0">
                <a:latin typeface="+mn-lt"/>
                <a:ea typeface="+mn-ea"/>
                <a:cs typeface="+mn-cs"/>
              </a:rPr>
              <a:t>Sample Footer Text</a:t>
            </a:r>
          </a:p>
        </p:txBody>
      </p:sp>
      <p:sp>
        <p:nvSpPr>
          <p:cNvPr id="5" name="Slide Number Placeholder 4">
            <a:extLst>
              <a:ext uri="{FF2B5EF4-FFF2-40B4-BE49-F238E27FC236}">
                <a16:creationId xmlns:a16="http://schemas.microsoft.com/office/drawing/2014/main" id="{6E456032-D39D-8EC2-4BED-4F1DA16BB780}"/>
              </a:ext>
            </a:extLst>
          </p:cNvPr>
          <p:cNvSpPr>
            <a:spLocks noGrp="1"/>
          </p:cNvSpPr>
          <p:nvPr>
            <p:ph type="sldNum" sz="quarter" idx="17"/>
          </p:nvPr>
        </p:nvSpPr>
        <p:spPr>
          <a:xfrm>
            <a:off x="11494008" y="3218688"/>
            <a:ext cx="630936" cy="429768"/>
          </a:xfrm>
        </p:spPr>
        <p:txBody>
          <a:bodyPr vert="horz" lIns="91440" tIns="45720" rIns="91440" bIns="45720" rtlCol="0" anchor="ctr">
            <a:normAutofit/>
          </a:bodyPr>
          <a:lstStyle/>
          <a:p>
            <a:pPr>
              <a:spcAft>
                <a:spcPts val="600"/>
              </a:spcAft>
            </a:pPr>
            <a:fld id="{CC057153-B650-4DEB-B370-79DDCFDCE934}" type="slidenum">
              <a:rPr lang="en-US" smtClean="0"/>
              <a:pPr>
                <a:spcAft>
                  <a:spcPts val="600"/>
                </a:spcAft>
              </a:pPr>
              <a:t>10</a:t>
            </a:fld>
            <a:endParaRPr lang="en-US"/>
          </a:p>
        </p:txBody>
      </p:sp>
      <p:sp>
        <p:nvSpPr>
          <p:cNvPr id="6" name="Date Placeholder 5">
            <a:extLst>
              <a:ext uri="{FF2B5EF4-FFF2-40B4-BE49-F238E27FC236}">
                <a16:creationId xmlns:a16="http://schemas.microsoft.com/office/drawing/2014/main" id="{40877BDA-A4C9-2457-2E3C-6A32278D3A73}"/>
              </a:ext>
            </a:extLst>
          </p:cNvPr>
          <p:cNvSpPr>
            <a:spLocks noGrp="1"/>
          </p:cNvSpPr>
          <p:nvPr>
            <p:ph type="dt" sz="half" idx="15"/>
          </p:nvPr>
        </p:nvSpPr>
        <p:spPr>
          <a:xfrm rot="5400000">
            <a:off x="10469880" y="4892040"/>
            <a:ext cx="2670048" cy="365760"/>
          </a:xfrm>
        </p:spPr>
        <p:txBody>
          <a:bodyPr vert="horz" lIns="91440" tIns="45720" rIns="91440" bIns="45720" rtlCol="0" anchor="ctr">
            <a:normAutofit/>
          </a:bodyPr>
          <a:lstStyle/>
          <a:p>
            <a:pPr>
              <a:spcAft>
                <a:spcPts val="600"/>
              </a:spcAft>
            </a:pPr>
            <a:fld id="{3968F040-9A2D-487C-9838-D433833E9BE2}" type="datetime4">
              <a:rPr lang="en-US" smtClean="0"/>
              <a:pPr>
                <a:spcAft>
                  <a:spcPts val="600"/>
                </a:spcAft>
              </a:pPr>
              <a:t>September 1, 2025</a:t>
            </a:fld>
            <a:endParaRPr lang="en-US"/>
          </a:p>
        </p:txBody>
      </p:sp>
      <p:pic>
        <p:nvPicPr>
          <p:cNvPr id="11" name="Picture Placeholder 10" descr="A painting of a person's face&#10;&#10;AI-generated content may be incorrect.">
            <a:extLst>
              <a:ext uri="{FF2B5EF4-FFF2-40B4-BE49-F238E27FC236}">
                <a16:creationId xmlns:a16="http://schemas.microsoft.com/office/drawing/2014/main" id="{D201B1A3-6C45-679A-D35F-0D97ABB8ACFB}"/>
              </a:ext>
            </a:extLst>
          </p:cNvPr>
          <p:cNvPicPr>
            <a:picLocks noGrp="1" noChangeAspect="1"/>
          </p:cNvPicPr>
          <p:nvPr>
            <p:ph type="pic" sz="quarter" idx="18"/>
          </p:nvPr>
        </p:nvPicPr>
        <p:blipFill>
          <a:blip r:embed="rId3">
            <a:extLst>
              <a:ext uri="{28A0092B-C50C-407E-A947-70E740481C1C}">
                <a14:useLocalDpi xmlns:a14="http://schemas.microsoft.com/office/drawing/2010/main" val="0"/>
              </a:ext>
            </a:extLst>
          </a:blip>
          <a:srcRect l="27395" r="27395"/>
          <a:stretch>
            <a:fillRect/>
          </a:stretch>
        </p:blipFill>
        <p:spPr>
          <a:xfrm>
            <a:off x="612648" y="2161467"/>
            <a:ext cx="3977132" cy="3877056"/>
          </a:xfrm>
        </p:spPr>
      </p:pic>
    </p:spTree>
    <p:extLst>
      <p:ext uri="{BB962C8B-B14F-4D97-AF65-F5344CB8AC3E}">
        <p14:creationId xmlns:p14="http://schemas.microsoft.com/office/powerpoint/2010/main" val="429242399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87F37B7-422C-9D53-CB5F-363EAB4A89A5}"/>
              </a:ext>
            </a:extLst>
          </p:cNvPr>
          <p:cNvSpPr>
            <a:spLocks noGrp="1"/>
          </p:cNvSpPr>
          <p:nvPr>
            <p:ph type="ftr" sz="quarter" idx="11"/>
          </p:nvPr>
        </p:nvSpPr>
        <p:spPr>
          <a:xfrm rot="5400000">
            <a:off x="10469880" y="1609344"/>
            <a:ext cx="2670048" cy="365760"/>
          </a:xfrm>
        </p:spPr>
        <p:txBody>
          <a:bodyPr anchor="ctr">
            <a:normAutofit/>
          </a:bodyPr>
          <a:lstStyle/>
          <a:p>
            <a:pPr>
              <a:spcAft>
                <a:spcPts val="600"/>
              </a:spcAft>
            </a:pPr>
            <a:r>
              <a:rPr lang="en-US"/>
              <a:t>Sample Footer Text</a:t>
            </a:r>
          </a:p>
        </p:txBody>
      </p:sp>
      <p:sp>
        <p:nvSpPr>
          <p:cNvPr id="5" name="Slide Number Placeholder 4">
            <a:extLst>
              <a:ext uri="{FF2B5EF4-FFF2-40B4-BE49-F238E27FC236}">
                <a16:creationId xmlns:a16="http://schemas.microsoft.com/office/drawing/2014/main" id="{7E3C46F6-95D5-E101-4CC4-AC1AA6E100FF}"/>
              </a:ext>
            </a:extLst>
          </p:cNvPr>
          <p:cNvSpPr>
            <a:spLocks noGrp="1"/>
          </p:cNvSpPr>
          <p:nvPr>
            <p:ph type="sldNum" sz="quarter" idx="12"/>
          </p:nvPr>
        </p:nvSpPr>
        <p:spPr>
          <a:xfrm>
            <a:off x="11494008" y="3218688"/>
            <a:ext cx="630936" cy="429768"/>
          </a:xfrm>
        </p:spPr>
        <p:txBody>
          <a:bodyPr anchor="ctr">
            <a:normAutofit/>
          </a:bodyPr>
          <a:lstStyle/>
          <a:p>
            <a:pPr>
              <a:spcAft>
                <a:spcPts val="600"/>
              </a:spcAft>
            </a:pPr>
            <a:fld id="{CC057153-B650-4DEB-B370-79DDCFDCE934}" type="slidenum">
              <a:rPr lang="en-US" smtClean="0"/>
              <a:pPr>
                <a:spcAft>
                  <a:spcPts val="600"/>
                </a:spcAft>
              </a:pPr>
              <a:t>11</a:t>
            </a:fld>
            <a:endParaRPr lang="en-US"/>
          </a:p>
        </p:txBody>
      </p:sp>
      <p:sp>
        <p:nvSpPr>
          <p:cNvPr id="6" name="Date Placeholder 5">
            <a:extLst>
              <a:ext uri="{FF2B5EF4-FFF2-40B4-BE49-F238E27FC236}">
                <a16:creationId xmlns:a16="http://schemas.microsoft.com/office/drawing/2014/main" id="{8E385F52-B071-633A-3538-47C598A5CA50}"/>
              </a:ext>
            </a:extLst>
          </p:cNvPr>
          <p:cNvSpPr>
            <a:spLocks noGrp="1"/>
          </p:cNvSpPr>
          <p:nvPr>
            <p:ph type="dt" sz="half" idx="10"/>
          </p:nvPr>
        </p:nvSpPr>
        <p:spPr>
          <a:xfrm rot="5400000">
            <a:off x="10469880" y="4892040"/>
            <a:ext cx="2670048" cy="365760"/>
          </a:xfrm>
        </p:spPr>
        <p:txBody>
          <a:bodyPr anchor="ctr">
            <a:normAutofit/>
          </a:bodyPr>
          <a:lstStyle/>
          <a:p>
            <a:pPr>
              <a:spcAft>
                <a:spcPts val="600"/>
              </a:spcAft>
            </a:pPr>
            <a:fld id="{5727415D-AD92-413A-BBF9-193857B34DAC}" type="datetime4">
              <a:rPr lang="en-US" smtClean="0"/>
              <a:pPr>
                <a:spcAft>
                  <a:spcPts val="600"/>
                </a:spcAft>
              </a:pPr>
              <a:t>September 1, 2025</a:t>
            </a:fld>
            <a:endParaRPr lang="en-US"/>
          </a:p>
        </p:txBody>
      </p:sp>
      <p:sp>
        <p:nvSpPr>
          <p:cNvPr id="2" name="Title 1">
            <a:extLst>
              <a:ext uri="{FF2B5EF4-FFF2-40B4-BE49-F238E27FC236}">
                <a16:creationId xmlns:a16="http://schemas.microsoft.com/office/drawing/2014/main" id="{CC5CC9D4-7BB1-7CCE-90EC-B69F607537D6}"/>
              </a:ext>
            </a:extLst>
          </p:cNvPr>
          <p:cNvSpPr>
            <a:spLocks noGrp="1"/>
          </p:cNvSpPr>
          <p:nvPr>
            <p:ph type="ctrTitle"/>
          </p:nvPr>
        </p:nvSpPr>
        <p:spPr>
          <a:xfrm>
            <a:off x="3862426" y="1984248"/>
            <a:ext cx="4462272" cy="2889504"/>
          </a:xfrm>
        </p:spPr>
        <p:txBody>
          <a:bodyPr anchor="ctr">
            <a:normAutofit/>
          </a:bodyPr>
          <a:lstStyle/>
          <a:p>
            <a:pPr indent="0"/>
            <a:r>
              <a:rPr lang="en-US" sz="4100" dirty="0"/>
              <a:t>Understanding GAN </a:t>
            </a:r>
          </a:p>
        </p:txBody>
      </p:sp>
    </p:spTree>
    <p:extLst>
      <p:ext uri="{BB962C8B-B14F-4D97-AF65-F5344CB8AC3E}">
        <p14:creationId xmlns:p14="http://schemas.microsoft.com/office/powerpoint/2010/main" val="150285284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4098D3-DB18-EF34-6015-E293EDCD2A4D}"/>
              </a:ext>
            </a:extLst>
          </p:cNvPr>
          <p:cNvSpPr>
            <a:spLocks noGrp="1"/>
          </p:cNvSpPr>
          <p:nvPr>
            <p:ph type="title"/>
          </p:nvPr>
        </p:nvSpPr>
        <p:spPr>
          <a:xfrm>
            <a:off x="7569582" y="758952"/>
            <a:ext cx="3842130" cy="1143000"/>
          </a:xfrm>
        </p:spPr>
        <p:txBody>
          <a:bodyPr vert="horz" lIns="91440" tIns="45720" rIns="91440" bIns="45720" rtlCol="0" anchor="b">
            <a:normAutofit/>
          </a:bodyPr>
          <a:lstStyle/>
          <a:p>
            <a:r>
              <a:rPr lang="en-US" b="1" kern="1200" cap="all" spc="500" baseline="0" dirty="0">
                <a:latin typeface="+mj-lt"/>
                <a:ea typeface="+mj-ea"/>
                <a:cs typeface="+mj-cs"/>
              </a:rPr>
              <a:t>Introduction to GANs</a:t>
            </a:r>
          </a:p>
        </p:txBody>
      </p:sp>
      <p:pic>
        <p:nvPicPr>
          <p:cNvPr id="7" name="Content Placeholder 6" descr="Social connections">
            <a:extLst>
              <a:ext uri="{FF2B5EF4-FFF2-40B4-BE49-F238E27FC236}">
                <a16:creationId xmlns:a16="http://schemas.microsoft.com/office/drawing/2014/main" id="{8B7CF496-CD2B-4975-B8A8-E920FBFBB09A}"/>
              </a:ext>
            </a:extLst>
          </p:cNvPr>
          <p:cNvPicPr>
            <a:picLocks noGrp="1" noChangeAspect="1"/>
          </p:cNvPicPr>
          <p:nvPr>
            <p:ph type="pic" sz="quarter" idx="18"/>
          </p:nvPr>
        </p:nvPicPr>
        <p:blipFill>
          <a:blip r:embed="rId3"/>
          <a:srcRect l="25250"/>
          <a:stretch>
            <a:fillRect/>
          </a:stretch>
        </p:blipFill>
        <p:spPr>
          <a:xfrm>
            <a:off x="-1" y="10"/>
            <a:ext cx="6835155" cy="6857989"/>
          </a:xfrm>
          <a:prstGeom prst="rect">
            <a:avLst/>
          </a:prstGeom>
          <a:noFill/>
        </p:spPr>
      </p:pic>
      <p:sp>
        <p:nvSpPr>
          <p:cNvPr id="8" name="TextBox 7">
            <a:extLst>
              <a:ext uri="{FF2B5EF4-FFF2-40B4-BE49-F238E27FC236}">
                <a16:creationId xmlns:a16="http://schemas.microsoft.com/office/drawing/2014/main" id="{5927E0D1-FBDF-4BDE-B0DE-99B5F89A7C06}"/>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569582" y="2258568"/>
            <a:ext cx="3700397" cy="3840480"/>
          </a:xfrm>
          <a:prstGeom prst="rect">
            <a:avLst/>
          </a:prstGeom>
        </p:spPr>
        <p:txBody>
          <a:bodyPr>
            <a:noAutofit/>
          </a:bodyPr>
          <a:lstStyle/>
          <a:p>
            <a:pPr marL="0" indent="0">
              <a:lnSpc>
                <a:spcPct val="90000"/>
              </a:lnSpc>
              <a:spcBef>
                <a:spcPts val="2500"/>
              </a:spcBef>
              <a:spcAft>
                <a:spcPts val="600"/>
              </a:spcAft>
              <a:buFont typeface="Arial" panose="020B0604020202020204" pitchFamily="34" charset="0"/>
              <a:buNone/>
            </a:pPr>
            <a:r>
              <a:rPr lang="en-US" sz="1600" b="1" dirty="0"/>
              <a:t>Core GAN Components</a:t>
            </a:r>
          </a:p>
          <a:p>
            <a:pPr marL="0" lvl="1" indent="0">
              <a:lnSpc>
                <a:spcPct val="90000"/>
              </a:lnSpc>
              <a:spcBef>
                <a:spcPts val="1000"/>
              </a:spcBef>
              <a:spcAft>
                <a:spcPts val="600"/>
              </a:spcAft>
              <a:buFont typeface="Arial" panose="020B0604020202020204" pitchFamily="34" charset="0"/>
              <a:buNone/>
            </a:pPr>
            <a:r>
              <a:rPr lang="en-US" sz="1600" dirty="0"/>
              <a:t>GANs consist of two neural networks: a generator that creates data and a discriminator that evaluates data authenticity.</a:t>
            </a:r>
          </a:p>
          <a:p>
            <a:pPr marL="0" indent="0">
              <a:lnSpc>
                <a:spcPct val="90000"/>
              </a:lnSpc>
              <a:spcBef>
                <a:spcPts val="2500"/>
              </a:spcBef>
              <a:spcAft>
                <a:spcPts val="600"/>
              </a:spcAft>
              <a:buFont typeface="Arial" panose="020B0604020202020204" pitchFamily="34" charset="0"/>
              <a:buNone/>
            </a:pPr>
            <a:r>
              <a:rPr lang="en-US" sz="1600" b="1" dirty="0"/>
              <a:t>Adversarial Training Process</a:t>
            </a:r>
          </a:p>
          <a:p>
            <a:pPr marL="0" lvl="1" indent="0">
              <a:lnSpc>
                <a:spcPct val="90000"/>
              </a:lnSpc>
              <a:spcBef>
                <a:spcPts val="1000"/>
              </a:spcBef>
              <a:spcAft>
                <a:spcPts val="600"/>
              </a:spcAft>
              <a:buFont typeface="Arial" panose="020B0604020202020204" pitchFamily="34" charset="0"/>
              <a:buNone/>
            </a:pPr>
            <a:r>
              <a:rPr lang="en-US" sz="1600" dirty="0"/>
              <a:t>The generator and discriminator compete, improving each other to produce highly realistic synthetic content.</a:t>
            </a:r>
          </a:p>
          <a:p>
            <a:pPr marL="0" indent="0">
              <a:lnSpc>
                <a:spcPct val="90000"/>
              </a:lnSpc>
              <a:spcBef>
                <a:spcPts val="2500"/>
              </a:spcBef>
              <a:spcAft>
                <a:spcPts val="600"/>
              </a:spcAft>
              <a:buFont typeface="Arial" panose="020B0604020202020204" pitchFamily="34" charset="0"/>
              <a:buNone/>
            </a:pPr>
            <a:r>
              <a:rPr lang="en-US" sz="1600" b="1" dirty="0"/>
              <a:t>Applications in AI</a:t>
            </a:r>
          </a:p>
          <a:p>
            <a:pPr marL="0" lvl="1" indent="0">
              <a:lnSpc>
                <a:spcPct val="90000"/>
              </a:lnSpc>
              <a:spcBef>
                <a:spcPts val="1000"/>
              </a:spcBef>
              <a:spcAft>
                <a:spcPts val="600"/>
              </a:spcAft>
              <a:buFont typeface="Arial" panose="020B0604020202020204" pitchFamily="34" charset="0"/>
              <a:buNone/>
            </a:pPr>
            <a:r>
              <a:rPr lang="en-US" sz="1600" dirty="0"/>
              <a:t>GANs are fundamental in generative AI, especially for synthesizing realistic images and videos.</a:t>
            </a:r>
          </a:p>
        </p:txBody>
      </p:sp>
      <p:sp>
        <p:nvSpPr>
          <p:cNvPr id="4" name="Footer Placeholder 3">
            <a:extLst>
              <a:ext uri="{FF2B5EF4-FFF2-40B4-BE49-F238E27FC236}">
                <a16:creationId xmlns:a16="http://schemas.microsoft.com/office/drawing/2014/main" id="{CD937DF5-31F4-9EBF-0BD2-8FEB39E6E7DC}"/>
              </a:ext>
            </a:extLst>
          </p:cNvPr>
          <p:cNvSpPr>
            <a:spLocks noGrp="1"/>
          </p:cNvSpPr>
          <p:nvPr>
            <p:ph type="ftr" sz="quarter" idx="16"/>
          </p:nvPr>
        </p:nvSpPr>
        <p:spPr>
          <a:xfrm rot="5400000">
            <a:off x="10469880" y="1609344"/>
            <a:ext cx="2670048" cy="365760"/>
          </a:xfrm>
        </p:spPr>
        <p:txBody>
          <a:bodyPr vert="horz" lIns="91440" tIns="45720" rIns="91440" bIns="45720" rtlCol="0" anchor="ctr">
            <a:normAutofit/>
          </a:bodyPr>
          <a:lstStyle/>
          <a:p>
            <a:pPr>
              <a:spcAft>
                <a:spcPts val="600"/>
              </a:spcAft>
            </a:pPr>
            <a:r>
              <a:rPr lang="en-US" b="1" kern="1200" cap="all" spc="300" baseline="0">
                <a:effectLst/>
                <a:latin typeface="+mn-lt"/>
                <a:ea typeface="+mn-ea"/>
                <a:cs typeface="+mn-cs"/>
              </a:rPr>
              <a:t>Sample Footer Text</a:t>
            </a:r>
          </a:p>
        </p:txBody>
      </p:sp>
      <p:sp>
        <p:nvSpPr>
          <p:cNvPr id="5" name="Slide Number Placeholder 4">
            <a:extLst>
              <a:ext uri="{FF2B5EF4-FFF2-40B4-BE49-F238E27FC236}">
                <a16:creationId xmlns:a16="http://schemas.microsoft.com/office/drawing/2014/main" id="{DCCF872C-848B-C0E6-9587-48C153453873}"/>
              </a:ext>
            </a:extLst>
          </p:cNvPr>
          <p:cNvSpPr>
            <a:spLocks noGrp="1"/>
          </p:cNvSpPr>
          <p:nvPr>
            <p:ph type="sldNum" sz="quarter" idx="17"/>
          </p:nvPr>
        </p:nvSpPr>
        <p:spPr>
          <a:xfrm>
            <a:off x="11494008" y="3218688"/>
            <a:ext cx="630936" cy="429768"/>
          </a:xfrm>
        </p:spPr>
        <p:txBody>
          <a:bodyPr vert="horz" lIns="91440" tIns="45720" rIns="91440" bIns="45720" rtlCol="0" anchor="ctr">
            <a:normAutofit/>
          </a:bodyPr>
          <a:lstStyle/>
          <a:p>
            <a:pPr>
              <a:spcAft>
                <a:spcPts val="600"/>
              </a:spcAft>
            </a:pPr>
            <a:fld id="{CC057153-B650-4DEB-B370-79DDCFDCE934}" type="slidenum">
              <a:rPr lang="en-US" smtClean="0"/>
              <a:pPr>
                <a:spcAft>
                  <a:spcPts val="600"/>
                </a:spcAft>
              </a:pPr>
              <a:t>12</a:t>
            </a:fld>
            <a:endParaRPr lang="en-US"/>
          </a:p>
        </p:txBody>
      </p:sp>
      <p:sp>
        <p:nvSpPr>
          <p:cNvPr id="6" name="Date Placeholder 5">
            <a:extLst>
              <a:ext uri="{FF2B5EF4-FFF2-40B4-BE49-F238E27FC236}">
                <a16:creationId xmlns:a16="http://schemas.microsoft.com/office/drawing/2014/main" id="{34E1FFBF-F5DD-F9AF-311A-C50B3EA700C1}"/>
              </a:ext>
            </a:extLst>
          </p:cNvPr>
          <p:cNvSpPr>
            <a:spLocks noGrp="1"/>
          </p:cNvSpPr>
          <p:nvPr>
            <p:ph type="dt" sz="half" idx="15"/>
          </p:nvPr>
        </p:nvSpPr>
        <p:spPr>
          <a:xfrm rot="5400000">
            <a:off x="10469880" y="4892040"/>
            <a:ext cx="2670048" cy="365760"/>
          </a:xfrm>
        </p:spPr>
        <p:txBody>
          <a:bodyPr vert="horz" lIns="91440" tIns="45720" rIns="91440" bIns="45720" rtlCol="0" anchor="ctr">
            <a:normAutofit/>
          </a:bodyPr>
          <a:lstStyle/>
          <a:p>
            <a:pPr>
              <a:spcAft>
                <a:spcPts val="600"/>
              </a:spcAft>
            </a:pPr>
            <a:fld id="{3968F040-9A2D-487C-9838-D433833E9BE2}" type="datetime4">
              <a:rPr lang="en-US" smtClean="0"/>
              <a:pPr>
                <a:spcAft>
                  <a:spcPts val="600"/>
                </a:spcAft>
              </a:pPr>
              <a:t>September 1, 2025</a:t>
            </a:fld>
            <a:endParaRPr lang="en-US"/>
          </a:p>
        </p:txBody>
      </p:sp>
    </p:spTree>
    <p:extLst>
      <p:ext uri="{BB962C8B-B14F-4D97-AF65-F5344CB8AC3E}">
        <p14:creationId xmlns:p14="http://schemas.microsoft.com/office/powerpoint/2010/main" val="364978796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864500-FE02-D05A-6559-DF3F7E78D5D5}"/>
              </a:ext>
            </a:extLst>
          </p:cNvPr>
          <p:cNvSpPr>
            <a:spLocks noGrp="1"/>
          </p:cNvSpPr>
          <p:nvPr>
            <p:ph type="title"/>
          </p:nvPr>
        </p:nvSpPr>
        <p:spPr>
          <a:xfrm>
            <a:off x="334434" y="274638"/>
            <a:ext cx="11523133" cy="889972"/>
          </a:xfrm>
        </p:spPr>
        <p:txBody>
          <a:bodyPr>
            <a:normAutofit/>
          </a:bodyPr>
          <a:lstStyle/>
          <a:p>
            <a:r>
              <a:rPr lang="en-US" dirty="0"/>
              <a:t>Working of GAN</a:t>
            </a:r>
          </a:p>
        </p:txBody>
      </p:sp>
      <p:sp>
        <p:nvSpPr>
          <p:cNvPr id="3" name="Date Placeholder 2">
            <a:extLst>
              <a:ext uri="{FF2B5EF4-FFF2-40B4-BE49-F238E27FC236}">
                <a16:creationId xmlns:a16="http://schemas.microsoft.com/office/drawing/2014/main" id="{7A0C72FC-AB6F-F404-FBA5-D0839F826C81}"/>
              </a:ext>
            </a:extLst>
          </p:cNvPr>
          <p:cNvSpPr>
            <a:spLocks noGrp="1"/>
          </p:cNvSpPr>
          <p:nvPr>
            <p:ph type="dt" sz="half" idx="10"/>
          </p:nvPr>
        </p:nvSpPr>
        <p:spPr>
          <a:xfrm>
            <a:off x="7654979" y="6282799"/>
            <a:ext cx="2630069" cy="318519"/>
          </a:xfrm>
        </p:spPr>
        <p:txBody>
          <a:bodyPr anchor="b">
            <a:normAutofit/>
          </a:bodyPr>
          <a:lstStyle/>
          <a:p>
            <a:pPr>
              <a:spcAft>
                <a:spcPts val="800"/>
              </a:spcAft>
            </a:pPr>
            <a:fld id="{90207949-77D2-8946-A00C-B50C58EAD843}" type="datetime1">
              <a:rPr lang="en-GB" smtClean="0"/>
              <a:pPr>
                <a:spcAft>
                  <a:spcPts val="800"/>
                </a:spcAft>
              </a:pPr>
              <a:t>01/09/2025</a:t>
            </a:fld>
            <a:endParaRPr lang="en-GB"/>
          </a:p>
        </p:txBody>
      </p:sp>
      <p:sp>
        <p:nvSpPr>
          <p:cNvPr id="4" name="Footer Placeholder 3">
            <a:extLst>
              <a:ext uri="{FF2B5EF4-FFF2-40B4-BE49-F238E27FC236}">
                <a16:creationId xmlns:a16="http://schemas.microsoft.com/office/drawing/2014/main" id="{F9B4EF80-D0F0-27AD-EAC0-E766801FB572}"/>
              </a:ext>
            </a:extLst>
          </p:cNvPr>
          <p:cNvSpPr>
            <a:spLocks noGrp="1"/>
          </p:cNvSpPr>
          <p:nvPr>
            <p:ph type="ftr" sz="quarter" idx="11"/>
          </p:nvPr>
        </p:nvSpPr>
        <p:spPr>
          <a:xfrm>
            <a:off x="337860" y="6282799"/>
            <a:ext cx="3671107" cy="318519"/>
          </a:xfrm>
        </p:spPr>
        <p:txBody>
          <a:bodyPr anchor="b">
            <a:normAutofit/>
          </a:bodyPr>
          <a:lstStyle/>
          <a:p>
            <a:pPr>
              <a:lnSpc>
                <a:spcPct val="90000"/>
              </a:lnSpc>
              <a:spcAft>
                <a:spcPts val="800"/>
              </a:spcAft>
            </a:pPr>
            <a:r>
              <a:rPr lang="en-GB"/>
              <a:t>INSERT CONFIDENTIALITY LEVEL IN SLIDE FOOTER </a:t>
            </a:r>
          </a:p>
        </p:txBody>
      </p:sp>
      <p:sp>
        <p:nvSpPr>
          <p:cNvPr id="5" name="Slide Number Placeholder 4">
            <a:extLst>
              <a:ext uri="{FF2B5EF4-FFF2-40B4-BE49-F238E27FC236}">
                <a16:creationId xmlns:a16="http://schemas.microsoft.com/office/drawing/2014/main" id="{A0B71C37-4C47-13E2-7077-EBE7682A81E8}"/>
              </a:ext>
            </a:extLst>
          </p:cNvPr>
          <p:cNvSpPr>
            <a:spLocks noGrp="1"/>
          </p:cNvSpPr>
          <p:nvPr>
            <p:ph type="sldNum" sz="quarter" idx="12"/>
          </p:nvPr>
        </p:nvSpPr>
        <p:spPr>
          <a:xfrm>
            <a:off x="5820394" y="6284182"/>
            <a:ext cx="551213" cy="318519"/>
          </a:xfrm>
        </p:spPr>
        <p:txBody>
          <a:bodyPr anchor="b">
            <a:normAutofit lnSpcReduction="10000"/>
          </a:bodyPr>
          <a:lstStyle/>
          <a:p>
            <a:pPr>
              <a:spcAft>
                <a:spcPts val="800"/>
              </a:spcAft>
            </a:pPr>
            <a:fld id="{72A83A2B-3358-44F8-83A0-4598795D8FB5}" type="slidenum">
              <a:rPr lang="en-GB" smtClean="0"/>
              <a:pPr>
                <a:spcAft>
                  <a:spcPts val="800"/>
                </a:spcAft>
              </a:pPr>
              <a:t>13</a:t>
            </a:fld>
            <a:endParaRPr lang="en-GB"/>
          </a:p>
        </p:txBody>
      </p:sp>
      <p:pic>
        <p:nvPicPr>
          <p:cNvPr id="8" name="Content Placeholder 7" descr="A diagram of a cat&#10;&#10;AI-generated content may be incorrect.">
            <a:extLst>
              <a:ext uri="{FF2B5EF4-FFF2-40B4-BE49-F238E27FC236}">
                <a16:creationId xmlns:a16="http://schemas.microsoft.com/office/drawing/2014/main" id="{63DD15EB-18C6-FD94-2F44-563E616B432F}"/>
              </a:ext>
            </a:extLst>
          </p:cNvPr>
          <p:cNvPicPr>
            <a:picLocks noGrp="1" noChangeAspect="1"/>
          </p:cNvPicPr>
          <p:nvPr>
            <p:ph sz="quarter" idx="13"/>
          </p:nvPr>
        </p:nvPicPr>
        <p:blipFill>
          <a:blip r:embed="rId2"/>
          <a:stretch>
            <a:fillRect/>
          </a:stretch>
        </p:blipFill>
        <p:spPr>
          <a:xfrm>
            <a:off x="1218447" y="1164610"/>
            <a:ext cx="9755107" cy="4804391"/>
          </a:xfrm>
          <a:noFill/>
        </p:spPr>
      </p:pic>
    </p:spTree>
    <p:extLst>
      <p:ext uri="{BB962C8B-B14F-4D97-AF65-F5344CB8AC3E}">
        <p14:creationId xmlns:p14="http://schemas.microsoft.com/office/powerpoint/2010/main" val="194383970"/>
      </p:ext>
    </p:extLst>
  </p:cSld>
  <p:clrMapOvr>
    <a:masterClrMapping/>
  </p:clrMapOvr>
  <p:transition spd="slow">
    <p:wipe dir="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2421EB-85D3-7E5F-8F3D-F842E1E000D4}"/>
              </a:ext>
            </a:extLst>
          </p:cNvPr>
          <p:cNvSpPr>
            <a:spLocks noGrp="1"/>
          </p:cNvSpPr>
          <p:nvPr>
            <p:ph type="title"/>
          </p:nvPr>
        </p:nvSpPr>
        <p:spPr/>
        <p:txBody>
          <a:bodyPr/>
          <a:lstStyle/>
          <a:p>
            <a:endParaRPr lang="en-US"/>
          </a:p>
        </p:txBody>
      </p:sp>
      <p:pic>
        <p:nvPicPr>
          <p:cNvPr id="11" name="Content Placeholder 10" descr="A diagram of a diagram of a person's hand&#10;&#10;AI-generated content may be incorrect.">
            <a:extLst>
              <a:ext uri="{FF2B5EF4-FFF2-40B4-BE49-F238E27FC236}">
                <a16:creationId xmlns:a16="http://schemas.microsoft.com/office/drawing/2014/main" id="{4D2822DA-5DBA-F77B-B7F8-A3DD6174A386}"/>
              </a:ext>
            </a:extLst>
          </p:cNvPr>
          <p:cNvPicPr>
            <a:picLocks noGrp="1" noChangeAspect="1"/>
          </p:cNvPicPr>
          <p:nvPr>
            <p:ph sz="quarter" idx="14"/>
          </p:nvPr>
        </p:nvPicPr>
        <p:blipFill>
          <a:blip r:embed="rId2">
            <a:extLst>
              <a:ext uri="{28A0092B-C50C-407E-A947-70E740481C1C}">
                <a14:useLocalDpi xmlns:a14="http://schemas.microsoft.com/office/drawing/2010/main" val="0"/>
              </a:ext>
            </a:extLst>
          </a:blip>
          <a:stretch>
            <a:fillRect/>
          </a:stretch>
        </p:blipFill>
        <p:spPr>
          <a:xfrm>
            <a:off x="248920" y="457200"/>
            <a:ext cx="11555984" cy="6045200"/>
          </a:xfrm>
        </p:spPr>
      </p:pic>
      <p:sp>
        <p:nvSpPr>
          <p:cNvPr id="5" name="Footer Placeholder 4">
            <a:extLst>
              <a:ext uri="{FF2B5EF4-FFF2-40B4-BE49-F238E27FC236}">
                <a16:creationId xmlns:a16="http://schemas.microsoft.com/office/drawing/2014/main" id="{C09A196A-8831-6EA3-2F4D-7DBA3CEFC6E8}"/>
              </a:ext>
            </a:extLst>
          </p:cNvPr>
          <p:cNvSpPr>
            <a:spLocks noGrp="1"/>
          </p:cNvSpPr>
          <p:nvPr>
            <p:ph type="ftr" sz="quarter" idx="16"/>
          </p:nvPr>
        </p:nvSpPr>
        <p:spPr/>
        <p:txBody>
          <a:bodyPr/>
          <a:lstStyle/>
          <a:p>
            <a:pPr algn="r"/>
            <a:r>
              <a:rPr lang="en-US"/>
              <a:t>Sample Footer Text</a:t>
            </a:r>
          </a:p>
        </p:txBody>
      </p:sp>
      <p:sp>
        <p:nvSpPr>
          <p:cNvPr id="6" name="Slide Number Placeholder 5">
            <a:extLst>
              <a:ext uri="{FF2B5EF4-FFF2-40B4-BE49-F238E27FC236}">
                <a16:creationId xmlns:a16="http://schemas.microsoft.com/office/drawing/2014/main" id="{51EC6B1A-3319-9F00-A319-2A36DE53665F}"/>
              </a:ext>
            </a:extLst>
          </p:cNvPr>
          <p:cNvSpPr>
            <a:spLocks noGrp="1"/>
          </p:cNvSpPr>
          <p:nvPr>
            <p:ph type="sldNum" sz="quarter" idx="17"/>
          </p:nvPr>
        </p:nvSpPr>
        <p:spPr/>
        <p:txBody>
          <a:bodyPr/>
          <a:lstStyle/>
          <a:p>
            <a:pPr algn="ctr"/>
            <a:fld id="{CC057153-B650-4DEB-B370-79DDCFDCE934}" type="slidenum">
              <a:rPr lang="en-US" smtClean="0"/>
              <a:pPr algn="ctr"/>
              <a:t>14</a:t>
            </a:fld>
            <a:endParaRPr lang="en-US"/>
          </a:p>
        </p:txBody>
      </p:sp>
      <p:sp>
        <p:nvSpPr>
          <p:cNvPr id="7" name="Date Placeholder 6">
            <a:extLst>
              <a:ext uri="{FF2B5EF4-FFF2-40B4-BE49-F238E27FC236}">
                <a16:creationId xmlns:a16="http://schemas.microsoft.com/office/drawing/2014/main" id="{FD026DC4-58E8-1E64-394D-FCB19DAAFDBF}"/>
              </a:ext>
            </a:extLst>
          </p:cNvPr>
          <p:cNvSpPr>
            <a:spLocks noGrp="1"/>
          </p:cNvSpPr>
          <p:nvPr>
            <p:ph type="dt" sz="half" idx="15"/>
          </p:nvPr>
        </p:nvSpPr>
        <p:spPr/>
        <p:txBody>
          <a:bodyPr/>
          <a:lstStyle/>
          <a:p>
            <a:fld id="{E9032EC0-3635-4E84-9DBA-120CF3291268}" type="datetime4">
              <a:rPr lang="en-US" smtClean="0"/>
              <a:t>September 1, 2025</a:t>
            </a:fld>
            <a:endParaRPr lang="en-US"/>
          </a:p>
        </p:txBody>
      </p:sp>
    </p:spTree>
    <p:extLst>
      <p:ext uri="{BB962C8B-B14F-4D97-AF65-F5344CB8AC3E}">
        <p14:creationId xmlns:p14="http://schemas.microsoft.com/office/powerpoint/2010/main" val="1558888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348BFF-4845-89C0-EC22-732A6C91F1F0}"/>
              </a:ext>
            </a:extLst>
          </p:cNvPr>
          <p:cNvSpPr>
            <a:spLocks noGrp="1"/>
          </p:cNvSpPr>
          <p:nvPr>
            <p:ph type="title"/>
          </p:nvPr>
        </p:nvSpPr>
        <p:spPr>
          <a:xfrm>
            <a:off x="548640" y="402336"/>
            <a:ext cx="10634472" cy="1088136"/>
          </a:xfrm>
        </p:spPr>
        <p:txBody>
          <a:bodyPr anchor="ctr">
            <a:normAutofit/>
          </a:bodyPr>
          <a:lstStyle/>
          <a:p>
            <a:r>
              <a:rPr lang="en-US" dirty="0"/>
              <a:t>Cat as a Vodafone Employee</a:t>
            </a:r>
          </a:p>
        </p:txBody>
      </p:sp>
      <p:pic>
        <p:nvPicPr>
          <p:cNvPr id="8" name="Content Placeholder 7" descr="A cat in a factory&#10;&#10;AI-generated content may be incorrect.">
            <a:extLst>
              <a:ext uri="{FF2B5EF4-FFF2-40B4-BE49-F238E27FC236}">
                <a16:creationId xmlns:a16="http://schemas.microsoft.com/office/drawing/2014/main" id="{A4269F5F-AF7F-A329-C235-5A2003AD577F}"/>
              </a:ext>
            </a:extLst>
          </p:cNvPr>
          <p:cNvPicPr>
            <a:picLocks noGrp="1" noChangeAspect="1"/>
          </p:cNvPicPr>
          <p:nvPr>
            <p:ph idx="1"/>
          </p:nvPr>
        </p:nvPicPr>
        <p:blipFill>
          <a:blip r:embed="rId2"/>
          <a:stretch>
            <a:fillRect/>
          </a:stretch>
        </p:blipFill>
        <p:spPr>
          <a:xfrm>
            <a:off x="2286001" y="1490473"/>
            <a:ext cx="7302500" cy="5019326"/>
          </a:xfrm>
          <a:noFill/>
        </p:spPr>
      </p:pic>
      <p:sp>
        <p:nvSpPr>
          <p:cNvPr id="4" name="Footer Placeholder 3">
            <a:extLst>
              <a:ext uri="{FF2B5EF4-FFF2-40B4-BE49-F238E27FC236}">
                <a16:creationId xmlns:a16="http://schemas.microsoft.com/office/drawing/2014/main" id="{8C670FE5-9DE2-66D6-2F14-9C9FE18ECA65}"/>
              </a:ext>
            </a:extLst>
          </p:cNvPr>
          <p:cNvSpPr>
            <a:spLocks noGrp="1"/>
          </p:cNvSpPr>
          <p:nvPr>
            <p:ph type="ftr" sz="quarter" idx="11"/>
          </p:nvPr>
        </p:nvSpPr>
        <p:spPr>
          <a:xfrm rot="5400000">
            <a:off x="10469880" y="1609344"/>
            <a:ext cx="2670048" cy="365760"/>
          </a:xfrm>
        </p:spPr>
        <p:txBody>
          <a:bodyPr anchor="ctr">
            <a:normAutofit/>
          </a:bodyPr>
          <a:lstStyle/>
          <a:p>
            <a:pPr>
              <a:spcAft>
                <a:spcPts val="600"/>
              </a:spcAft>
            </a:pPr>
            <a:r>
              <a:rPr lang="en-GB"/>
              <a:t>INSERT CONFIDENTIALITY LEVEL IN SLIDE FOOTER </a:t>
            </a:r>
          </a:p>
        </p:txBody>
      </p:sp>
      <p:sp>
        <p:nvSpPr>
          <p:cNvPr id="5" name="Slide Number Placeholder 4">
            <a:extLst>
              <a:ext uri="{FF2B5EF4-FFF2-40B4-BE49-F238E27FC236}">
                <a16:creationId xmlns:a16="http://schemas.microsoft.com/office/drawing/2014/main" id="{8DBE021B-B18B-EB64-148D-0312741A870E}"/>
              </a:ext>
            </a:extLst>
          </p:cNvPr>
          <p:cNvSpPr>
            <a:spLocks noGrp="1"/>
          </p:cNvSpPr>
          <p:nvPr>
            <p:ph type="sldNum" sz="quarter" idx="12"/>
          </p:nvPr>
        </p:nvSpPr>
        <p:spPr>
          <a:xfrm>
            <a:off x="11494008" y="3218688"/>
            <a:ext cx="630936" cy="429768"/>
          </a:xfrm>
        </p:spPr>
        <p:txBody>
          <a:bodyPr anchor="ctr">
            <a:normAutofit/>
          </a:bodyPr>
          <a:lstStyle/>
          <a:p>
            <a:pPr>
              <a:spcAft>
                <a:spcPts val="600"/>
              </a:spcAft>
            </a:pPr>
            <a:fld id="{72A83A2B-3358-44F8-83A0-4598795D8FB5}" type="slidenum">
              <a:rPr lang="en-GB" smtClean="0"/>
              <a:pPr>
                <a:spcAft>
                  <a:spcPts val="600"/>
                </a:spcAft>
              </a:pPr>
              <a:t>15</a:t>
            </a:fld>
            <a:endParaRPr lang="en-GB"/>
          </a:p>
        </p:txBody>
      </p:sp>
      <p:sp>
        <p:nvSpPr>
          <p:cNvPr id="3" name="Date Placeholder 2">
            <a:extLst>
              <a:ext uri="{FF2B5EF4-FFF2-40B4-BE49-F238E27FC236}">
                <a16:creationId xmlns:a16="http://schemas.microsoft.com/office/drawing/2014/main" id="{ED97D7E1-A0B7-4666-491B-FF46056E8819}"/>
              </a:ext>
            </a:extLst>
          </p:cNvPr>
          <p:cNvSpPr>
            <a:spLocks noGrp="1"/>
          </p:cNvSpPr>
          <p:nvPr>
            <p:ph type="dt" sz="half" idx="10"/>
          </p:nvPr>
        </p:nvSpPr>
        <p:spPr>
          <a:xfrm rot="5400000">
            <a:off x="10469880" y="4892040"/>
            <a:ext cx="2670048" cy="365760"/>
          </a:xfrm>
        </p:spPr>
        <p:txBody>
          <a:bodyPr anchor="ctr">
            <a:normAutofit/>
          </a:bodyPr>
          <a:lstStyle/>
          <a:p>
            <a:pPr>
              <a:spcAft>
                <a:spcPts val="600"/>
              </a:spcAft>
            </a:pPr>
            <a:fld id="{90207949-77D2-8946-A00C-B50C58EAD843}" type="datetime1">
              <a:rPr lang="en-GB" smtClean="0"/>
              <a:pPr>
                <a:spcAft>
                  <a:spcPts val="600"/>
                </a:spcAft>
              </a:pPr>
              <a:t>01/09/2025</a:t>
            </a:fld>
            <a:endParaRPr lang="en-GB"/>
          </a:p>
        </p:txBody>
      </p:sp>
    </p:spTree>
    <p:extLst>
      <p:ext uri="{BB962C8B-B14F-4D97-AF65-F5344CB8AC3E}">
        <p14:creationId xmlns:p14="http://schemas.microsoft.com/office/powerpoint/2010/main" val="16741262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845C324C-C42F-281F-FE1E-B9C68E95D780}"/>
              </a:ext>
            </a:extLst>
          </p:cNvPr>
          <p:cNvSpPr>
            <a:spLocks noGrp="1"/>
          </p:cNvSpPr>
          <p:nvPr>
            <p:ph type="dt" sz="half" idx="10"/>
          </p:nvPr>
        </p:nvSpPr>
        <p:spPr/>
        <p:txBody>
          <a:bodyPr/>
          <a:lstStyle/>
          <a:p>
            <a:fld id="{90207949-77D2-8946-A00C-B50C58EAD843}" type="datetime1">
              <a:rPr lang="en-GB" smtClean="0"/>
              <a:t>01/09/2025</a:t>
            </a:fld>
            <a:endParaRPr lang="en-GB" dirty="0"/>
          </a:p>
        </p:txBody>
      </p:sp>
      <p:sp>
        <p:nvSpPr>
          <p:cNvPr id="4" name="Footer Placeholder 3">
            <a:extLst>
              <a:ext uri="{FF2B5EF4-FFF2-40B4-BE49-F238E27FC236}">
                <a16:creationId xmlns:a16="http://schemas.microsoft.com/office/drawing/2014/main" id="{D818EF7A-11AB-87C6-7BBC-2FF8FE087060}"/>
              </a:ext>
            </a:extLst>
          </p:cNvPr>
          <p:cNvSpPr>
            <a:spLocks noGrp="1"/>
          </p:cNvSpPr>
          <p:nvPr>
            <p:ph type="ftr" sz="quarter" idx="11"/>
          </p:nvPr>
        </p:nvSpPr>
        <p:spPr/>
        <p:txBody>
          <a:bodyPr/>
          <a:lstStyle/>
          <a:p>
            <a:r>
              <a:rPr lang="en-GB"/>
              <a:t>INSERT CONFIDENTIALITY LEVEL IN SLIDE FOOTER </a:t>
            </a:r>
            <a:endParaRPr lang="en-GB" dirty="0"/>
          </a:p>
        </p:txBody>
      </p:sp>
      <p:sp>
        <p:nvSpPr>
          <p:cNvPr id="5" name="Slide Number Placeholder 4">
            <a:extLst>
              <a:ext uri="{FF2B5EF4-FFF2-40B4-BE49-F238E27FC236}">
                <a16:creationId xmlns:a16="http://schemas.microsoft.com/office/drawing/2014/main" id="{7F3A9312-0245-B3BB-CF51-4701F7A3B6B8}"/>
              </a:ext>
            </a:extLst>
          </p:cNvPr>
          <p:cNvSpPr>
            <a:spLocks noGrp="1"/>
          </p:cNvSpPr>
          <p:nvPr>
            <p:ph type="sldNum" sz="quarter" idx="12"/>
          </p:nvPr>
        </p:nvSpPr>
        <p:spPr/>
        <p:txBody>
          <a:bodyPr/>
          <a:lstStyle/>
          <a:p>
            <a:fld id="{72A83A2B-3358-44F8-83A0-4598795D8FB5}" type="slidenum">
              <a:rPr lang="en-GB" smtClean="0"/>
              <a:pPr/>
              <a:t>16</a:t>
            </a:fld>
            <a:endParaRPr lang="en-GB" dirty="0"/>
          </a:p>
        </p:txBody>
      </p:sp>
      <p:sp>
        <p:nvSpPr>
          <p:cNvPr id="6" name="Content Placeholder 5">
            <a:extLst>
              <a:ext uri="{FF2B5EF4-FFF2-40B4-BE49-F238E27FC236}">
                <a16:creationId xmlns:a16="http://schemas.microsoft.com/office/drawing/2014/main" id="{D970E570-071F-79E8-21F9-50B12C0F048F}"/>
              </a:ext>
            </a:extLst>
          </p:cNvPr>
          <p:cNvSpPr>
            <a:spLocks noGrp="1"/>
          </p:cNvSpPr>
          <p:nvPr>
            <p:ph sz="quarter" idx="13"/>
          </p:nvPr>
        </p:nvSpPr>
        <p:spPr>
          <a:xfrm>
            <a:off x="334434" y="1164610"/>
            <a:ext cx="11523133" cy="5118188"/>
          </a:xfrm>
        </p:spPr>
        <p:txBody>
          <a:bodyPr>
            <a:normAutofit fontScale="85000" lnSpcReduction="10000"/>
          </a:bodyPr>
          <a:lstStyle/>
          <a:p>
            <a:pPr>
              <a:spcAft>
                <a:spcPts val="800"/>
              </a:spcAft>
              <a:buFont typeface="Wingdings" panose="05000000000000000000" pitchFamily="2" charset="2"/>
              <a:buChar char="q"/>
            </a:pPr>
            <a:r>
              <a:rPr lang="en-US" b="0" i="0" dirty="0">
                <a:solidFill>
                  <a:srgbClr val="424242"/>
                </a:solidFill>
                <a:effectLst/>
                <a:latin typeface="Segoe Sans"/>
              </a:rPr>
              <a:t>Overview:</a:t>
            </a:r>
          </a:p>
          <a:p>
            <a:pPr marL="990575" lvl="1" indent="-380990">
              <a:spcAft>
                <a:spcPts val="800"/>
              </a:spcAft>
            </a:pPr>
            <a:r>
              <a:rPr lang="en-US" sz="2133" dirty="0">
                <a:solidFill>
                  <a:srgbClr val="424242"/>
                </a:solidFill>
                <a:latin typeface="Segoe Sans"/>
              </a:rPr>
              <a:t>Company: Wendy's</a:t>
            </a:r>
          </a:p>
          <a:p>
            <a:pPr marL="990575" lvl="1" indent="-380990">
              <a:spcAft>
                <a:spcPts val="800"/>
              </a:spcAft>
            </a:pPr>
            <a:r>
              <a:rPr lang="en-US" sz="2133" dirty="0">
                <a:solidFill>
                  <a:srgbClr val="424242"/>
                </a:solidFill>
                <a:latin typeface="Segoe Sans"/>
              </a:rPr>
              <a:t>Objective: Improve drive-thru order accuracy and speed</a:t>
            </a:r>
            <a:r>
              <a:rPr lang="en-US" b="0" i="0" dirty="0">
                <a:solidFill>
                  <a:srgbClr val="424242"/>
                </a:solidFill>
                <a:effectLst/>
                <a:latin typeface="Segoe Sans"/>
              </a:rPr>
              <a:t>.</a:t>
            </a:r>
          </a:p>
          <a:p>
            <a:pPr>
              <a:spcAft>
                <a:spcPts val="800"/>
              </a:spcAft>
              <a:buFont typeface="Wingdings" panose="05000000000000000000" pitchFamily="2" charset="2"/>
              <a:buChar char="q"/>
            </a:pPr>
            <a:r>
              <a:rPr lang="en-US" b="0" i="0" dirty="0">
                <a:solidFill>
                  <a:srgbClr val="424242"/>
                </a:solidFill>
                <a:effectLst/>
                <a:latin typeface="Segoe Sans"/>
              </a:rPr>
              <a:t>Implementation:</a:t>
            </a:r>
          </a:p>
          <a:p>
            <a:pPr marL="990575" lvl="1" indent="-380990">
              <a:spcAft>
                <a:spcPts val="800"/>
              </a:spcAft>
            </a:pPr>
            <a:r>
              <a:rPr lang="en-US" sz="2133" dirty="0">
                <a:solidFill>
                  <a:srgbClr val="424242"/>
                </a:solidFill>
                <a:latin typeface="Segoe Sans"/>
              </a:rPr>
              <a:t>Technology: Generative AI from Google Cloud.</a:t>
            </a:r>
          </a:p>
          <a:p>
            <a:pPr marL="990575" lvl="1" indent="-380990">
              <a:spcAft>
                <a:spcPts val="800"/>
              </a:spcAft>
            </a:pPr>
            <a:r>
              <a:rPr lang="en-US" sz="2133" dirty="0">
                <a:solidFill>
                  <a:srgbClr val="424242"/>
                </a:solidFill>
                <a:latin typeface="Segoe Sans"/>
              </a:rPr>
              <a:t>Application: AI handles customer orders at the drive-thru.</a:t>
            </a:r>
          </a:p>
          <a:p>
            <a:pPr>
              <a:spcAft>
                <a:spcPts val="800"/>
              </a:spcAft>
              <a:buFont typeface="Wingdings" panose="05000000000000000000" pitchFamily="2" charset="2"/>
              <a:buChar char="q"/>
            </a:pPr>
            <a:r>
              <a:rPr lang="en-US" b="0" i="0" dirty="0">
                <a:solidFill>
                  <a:srgbClr val="424242"/>
                </a:solidFill>
                <a:effectLst/>
                <a:latin typeface="Segoe Sans"/>
              </a:rPr>
              <a:t>Results:</a:t>
            </a:r>
          </a:p>
          <a:p>
            <a:pPr marL="990575" lvl="1" indent="-380990">
              <a:spcAft>
                <a:spcPts val="800"/>
              </a:spcAft>
            </a:pPr>
            <a:r>
              <a:rPr lang="en-US" sz="2133" dirty="0">
                <a:solidFill>
                  <a:srgbClr val="424242"/>
                </a:solidFill>
                <a:latin typeface="Segoe Sans"/>
              </a:rPr>
              <a:t>Efficiency: Faster and more accurate order processing.</a:t>
            </a:r>
          </a:p>
          <a:p>
            <a:pPr marL="990575" lvl="1" indent="-380990">
              <a:spcAft>
                <a:spcPts val="800"/>
              </a:spcAft>
            </a:pPr>
            <a:r>
              <a:rPr lang="en-US" sz="2133" dirty="0">
                <a:solidFill>
                  <a:srgbClr val="424242"/>
                </a:solidFill>
                <a:latin typeface="Segoe Sans"/>
              </a:rPr>
              <a:t>Customer Satisfaction: Better service with fewer mistakes.</a:t>
            </a:r>
          </a:p>
          <a:p>
            <a:pPr marL="990575" lvl="1" indent="-380990">
              <a:spcAft>
                <a:spcPts val="800"/>
              </a:spcAft>
            </a:pPr>
            <a:r>
              <a:rPr lang="en-US" sz="2133" dirty="0">
                <a:solidFill>
                  <a:srgbClr val="424242"/>
                </a:solidFill>
                <a:latin typeface="Segoe Sans"/>
              </a:rPr>
              <a:t>Employee Support: AI assists staff, allowing them to focus on food preparation.</a:t>
            </a:r>
          </a:p>
          <a:p>
            <a:endParaRPr lang="en-US" dirty="0"/>
          </a:p>
        </p:txBody>
      </p:sp>
      <p:sp>
        <p:nvSpPr>
          <p:cNvPr id="8" name="Title 7">
            <a:extLst>
              <a:ext uri="{FF2B5EF4-FFF2-40B4-BE49-F238E27FC236}">
                <a16:creationId xmlns:a16="http://schemas.microsoft.com/office/drawing/2014/main" id="{F6901C2C-273E-FC20-6AFC-74C54DBD8C83}"/>
              </a:ext>
            </a:extLst>
          </p:cNvPr>
          <p:cNvSpPr>
            <a:spLocks noGrp="1"/>
          </p:cNvSpPr>
          <p:nvPr>
            <p:ph type="title"/>
          </p:nvPr>
        </p:nvSpPr>
        <p:spPr/>
        <p:txBody>
          <a:bodyPr>
            <a:normAutofit fontScale="90000"/>
          </a:bodyPr>
          <a:lstStyle/>
          <a:p>
            <a:r>
              <a:rPr lang="en-US" b="0" i="0" dirty="0">
                <a:solidFill>
                  <a:srgbClr val="FF0000"/>
                </a:solidFill>
                <a:effectLst/>
                <a:latin typeface="Segoe Sans"/>
              </a:rPr>
              <a:t>Wendy's </a:t>
            </a:r>
            <a:r>
              <a:rPr lang="en-US" b="0" i="0" dirty="0" err="1">
                <a:solidFill>
                  <a:srgbClr val="FF0000"/>
                </a:solidFill>
                <a:effectLst/>
                <a:latin typeface="Segoe Sans"/>
              </a:rPr>
              <a:t>FreshAI</a:t>
            </a:r>
            <a:r>
              <a:rPr lang="en-US" b="0" i="0" dirty="0">
                <a:solidFill>
                  <a:srgbClr val="FF0000"/>
                </a:solidFill>
                <a:effectLst/>
                <a:latin typeface="Segoe Sans"/>
              </a:rPr>
              <a:t>: Revolutionizing Drive-Thru Orders</a:t>
            </a:r>
            <a:endParaRPr lang="en-US" dirty="0">
              <a:solidFill>
                <a:srgbClr val="FF0000"/>
              </a:solidFill>
            </a:endParaRPr>
          </a:p>
        </p:txBody>
      </p:sp>
      <p:pic>
        <p:nvPicPr>
          <p:cNvPr id="10" name="Picture 9" descr="A logo of a child with pigtails&#10;&#10;AI-generated content may be incorrect.">
            <a:extLst>
              <a:ext uri="{FF2B5EF4-FFF2-40B4-BE49-F238E27FC236}">
                <a16:creationId xmlns:a16="http://schemas.microsoft.com/office/drawing/2014/main" id="{57ED0F84-CF1F-31F4-52F5-A6BDDE1C0DAD}"/>
              </a:ext>
            </a:extLst>
          </p:cNvPr>
          <p:cNvPicPr>
            <a:picLocks noChangeAspect="1"/>
          </p:cNvPicPr>
          <p:nvPr/>
        </p:nvPicPr>
        <p:blipFill>
          <a:blip r:embed="rId3"/>
          <a:stretch>
            <a:fillRect/>
          </a:stretch>
        </p:blipFill>
        <p:spPr>
          <a:xfrm>
            <a:off x="8508733" y="1164609"/>
            <a:ext cx="3169919" cy="3173176"/>
          </a:xfrm>
          <a:prstGeom prst="rect">
            <a:avLst/>
          </a:prstGeom>
        </p:spPr>
      </p:pic>
    </p:spTree>
    <p:extLst>
      <p:ext uri="{BB962C8B-B14F-4D97-AF65-F5344CB8AC3E}">
        <p14:creationId xmlns:p14="http://schemas.microsoft.com/office/powerpoint/2010/main" val="1514670512"/>
      </p:ext>
    </p:extLst>
  </p:cSld>
  <p:clrMapOvr>
    <a:masterClrMapping/>
  </p:clrMapOvr>
  <p:transition spd="slow">
    <p:wipe dir="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675929FE-4EA0-1B53-B4BA-D113C8C97E5C}"/>
              </a:ext>
            </a:extLst>
          </p:cNvPr>
          <p:cNvSpPr>
            <a:spLocks noGrp="1"/>
          </p:cNvSpPr>
          <p:nvPr>
            <p:ph type="title"/>
          </p:nvPr>
        </p:nvSpPr>
        <p:spPr>
          <a:xfrm>
            <a:off x="548640" y="402336"/>
            <a:ext cx="10634472" cy="1088136"/>
          </a:xfrm>
        </p:spPr>
        <p:txBody>
          <a:bodyPr anchor="ctr">
            <a:normAutofit/>
          </a:bodyPr>
          <a:lstStyle/>
          <a:p>
            <a:pPr>
              <a:lnSpc>
                <a:spcPct val="90000"/>
              </a:lnSpc>
              <a:spcAft>
                <a:spcPts val="800"/>
              </a:spcAft>
              <a:buFont typeface="Wingdings" panose="05000000000000000000" pitchFamily="2" charset="2"/>
              <a:buChar char="q"/>
            </a:pPr>
            <a:r>
              <a:rPr lang="en-US" sz="1500" b="1" i="0">
                <a:effectLst/>
              </a:rPr>
              <a:t>Impact:</a:t>
            </a:r>
          </a:p>
          <a:p>
            <a:pPr marL="990575" lvl="1" indent="-380990" algn="l">
              <a:lnSpc>
                <a:spcPct val="90000"/>
              </a:lnSpc>
              <a:spcAft>
                <a:spcPts val="800"/>
              </a:spcAft>
            </a:pPr>
            <a:r>
              <a:rPr lang="en-US" sz="1500">
                <a:solidFill>
                  <a:schemeClr val="tx1"/>
                </a:solidFill>
              </a:rPr>
              <a:t>Operational Improvement: Streamlined operations and better resource management.</a:t>
            </a:r>
          </a:p>
          <a:p>
            <a:pPr marL="990575" lvl="1" indent="-380990" algn="l">
              <a:lnSpc>
                <a:spcPct val="90000"/>
              </a:lnSpc>
              <a:spcAft>
                <a:spcPts val="800"/>
              </a:spcAft>
            </a:pPr>
            <a:r>
              <a:rPr lang="en-US" sz="1500">
                <a:solidFill>
                  <a:schemeClr val="tx1"/>
                </a:solidFill>
              </a:rPr>
              <a:t>Competitive Edge: Positioned Wendy's as a leader in leveraging AI for customer service.</a:t>
            </a:r>
          </a:p>
          <a:p>
            <a:pPr>
              <a:lnSpc>
                <a:spcPct val="90000"/>
              </a:lnSpc>
            </a:pPr>
            <a:endParaRPr lang="en-US" sz="1500"/>
          </a:p>
        </p:txBody>
      </p:sp>
      <p:pic>
        <p:nvPicPr>
          <p:cNvPr id="8" name="Picture 7" descr="A sign board with menus&#10;&#10;AI-generated content may be incorrect.">
            <a:extLst>
              <a:ext uri="{FF2B5EF4-FFF2-40B4-BE49-F238E27FC236}">
                <a16:creationId xmlns:a16="http://schemas.microsoft.com/office/drawing/2014/main" id="{0F96C606-686D-86BF-543A-D8B3DD65B1A5}"/>
              </a:ext>
            </a:extLst>
          </p:cNvPr>
          <p:cNvPicPr>
            <a:picLocks noChangeAspect="1"/>
          </p:cNvPicPr>
          <p:nvPr/>
        </p:nvPicPr>
        <p:blipFill>
          <a:blip r:embed="rId2"/>
          <a:srcRect l="18246" r="13609"/>
          <a:stretch/>
        </p:blipFill>
        <p:spPr>
          <a:xfrm>
            <a:off x="2993481" y="1771561"/>
            <a:ext cx="5740217" cy="4738237"/>
          </a:xfrm>
          <a:prstGeom prst="rect">
            <a:avLst/>
          </a:prstGeom>
          <a:noFill/>
        </p:spPr>
      </p:pic>
      <p:sp>
        <p:nvSpPr>
          <p:cNvPr id="4" name="Footer Placeholder 3">
            <a:extLst>
              <a:ext uri="{FF2B5EF4-FFF2-40B4-BE49-F238E27FC236}">
                <a16:creationId xmlns:a16="http://schemas.microsoft.com/office/drawing/2014/main" id="{8035E7A0-3CF4-56C4-F23D-4EE9EF28067C}"/>
              </a:ext>
            </a:extLst>
          </p:cNvPr>
          <p:cNvSpPr>
            <a:spLocks noGrp="1"/>
          </p:cNvSpPr>
          <p:nvPr>
            <p:ph type="ftr" sz="quarter" idx="11"/>
          </p:nvPr>
        </p:nvSpPr>
        <p:spPr>
          <a:xfrm rot="5400000">
            <a:off x="10469880" y="1609344"/>
            <a:ext cx="2670048" cy="365760"/>
          </a:xfrm>
        </p:spPr>
        <p:txBody>
          <a:bodyPr anchor="ctr">
            <a:normAutofit/>
          </a:bodyPr>
          <a:lstStyle/>
          <a:p>
            <a:pPr>
              <a:spcAft>
                <a:spcPts val="800"/>
              </a:spcAft>
            </a:pPr>
            <a:r>
              <a:rPr lang="en-GB"/>
              <a:t>INSERT CONFIDENTIALITY LEVEL IN SLIDE FOOTER </a:t>
            </a:r>
          </a:p>
        </p:txBody>
      </p:sp>
      <p:sp>
        <p:nvSpPr>
          <p:cNvPr id="5" name="Slide Number Placeholder 4">
            <a:extLst>
              <a:ext uri="{FF2B5EF4-FFF2-40B4-BE49-F238E27FC236}">
                <a16:creationId xmlns:a16="http://schemas.microsoft.com/office/drawing/2014/main" id="{54C0A7D8-275E-9304-6DFA-3D1B81D95C30}"/>
              </a:ext>
            </a:extLst>
          </p:cNvPr>
          <p:cNvSpPr>
            <a:spLocks noGrp="1"/>
          </p:cNvSpPr>
          <p:nvPr>
            <p:ph type="sldNum" sz="quarter" idx="12"/>
          </p:nvPr>
        </p:nvSpPr>
        <p:spPr>
          <a:xfrm>
            <a:off x="11494008" y="3218688"/>
            <a:ext cx="630936" cy="429768"/>
          </a:xfrm>
        </p:spPr>
        <p:txBody>
          <a:bodyPr anchor="ctr">
            <a:normAutofit/>
          </a:bodyPr>
          <a:lstStyle/>
          <a:p>
            <a:pPr>
              <a:spcAft>
                <a:spcPts val="800"/>
              </a:spcAft>
            </a:pPr>
            <a:fld id="{72A83A2B-3358-44F8-83A0-4598795D8FB5}" type="slidenum">
              <a:rPr lang="en-GB" smtClean="0"/>
              <a:pPr>
                <a:spcAft>
                  <a:spcPts val="800"/>
                </a:spcAft>
              </a:pPr>
              <a:t>17</a:t>
            </a:fld>
            <a:endParaRPr lang="en-GB"/>
          </a:p>
        </p:txBody>
      </p:sp>
      <p:sp>
        <p:nvSpPr>
          <p:cNvPr id="3" name="Date Placeholder 2">
            <a:extLst>
              <a:ext uri="{FF2B5EF4-FFF2-40B4-BE49-F238E27FC236}">
                <a16:creationId xmlns:a16="http://schemas.microsoft.com/office/drawing/2014/main" id="{3BAC8F72-FA85-8E00-2F4E-1233A5C9428C}"/>
              </a:ext>
            </a:extLst>
          </p:cNvPr>
          <p:cNvSpPr>
            <a:spLocks noGrp="1"/>
          </p:cNvSpPr>
          <p:nvPr>
            <p:ph type="dt" sz="half" idx="10"/>
          </p:nvPr>
        </p:nvSpPr>
        <p:spPr>
          <a:xfrm rot="5400000">
            <a:off x="10469880" y="4892040"/>
            <a:ext cx="2670048" cy="365760"/>
          </a:xfrm>
        </p:spPr>
        <p:txBody>
          <a:bodyPr anchor="ctr">
            <a:normAutofit/>
          </a:bodyPr>
          <a:lstStyle/>
          <a:p>
            <a:pPr>
              <a:spcAft>
                <a:spcPts val="800"/>
              </a:spcAft>
            </a:pPr>
            <a:fld id="{90207949-77D2-8946-A00C-B50C58EAD843}" type="datetime1">
              <a:rPr lang="en-GB" smtClean="0"/>
              <a:pPr>
                <a:spcAft>
                  <a:spcPts val="800"/>
                </a:spcAft>
              </a:pPr>
              <a:t>01/09/2025</a:t>
            </a:fld>
            <a:endParaRPr lang="en-GB"/>
          </a:p>
        </p:txBody>
      </p:sp>
    </p:spTree>
    <p:extLst>
      <p:ext uri="{BB962C8B-B14F-4D97-AF65-F5344CB8AC3E}">
        <p14:creationId xmlns:p14="http://schemas.microsoft.com/office/powerpoint/2010/main" val="373262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3AE57149-9CB5-391B-E234-295846D14986}"/>
              </a:ext>
            </a:extLst>
          </p:cNvPr>
          <p:cNvSpPr>
            <a:spLocks noGrp="1"/>
          </p:cNvSpPr>
          <p:nvPr>
            <p:ph type="ftr" sz="quarter" idx="11"/>
          </p:nvPr>
        </p:nvSpPr>
        <p:spPr>
          <a:xfrm rot="5400000">
            <a:off x="10469880" y="1609344"/>
            <a:ext cx="2670048" cy="365760"/>
          </a:xfrm>
        </p:spPr>
        <p:txBody>
          <a:bodyPr anchor="ctr">
            <a:normAutofit/>
          </a:bodyPr>
          <a:lstStyle/>
          <a:p>
            <a:pPr>
              <a:spcAft>
                <a:spcPts val="600"/>
              </a:spcAft>
            </a:pPr>
            <a:r>
              <a:rPr lang="en-US"/>
              <a:t>Sample Footer Text</a:t>
            </a:r>
          </a:p>
        </p:txBody>
      </p:sp>
      <p:sp>
        <p:nvSpPr>
          <p:cNvPr id="5" name="Slide Number Placeholder 4">
            <a:extLst>
              <a:ext uri="{FF2B5EF4-FFF2-40B4-BE49-F238E27FC236}">
                <a16:creationId xmlns:a16="http://schemas.microsoft.com/office/drawing/2014/main" id="{A3515449-D63F-B4AA-3BCB-AC5992FEB217}"/>
              </a:ext>
            </a:extLst>
          </p:cNvPr>
          <p:cNvSpPr>
            <a:spLocks noGrp="1"/>
          </p:cNvSpPr>
          <p:nvPr>
            <p:ph type="sldNum" sz="quarter" idx="12"/>
          </p:nvPr>
        </p:nvSpPr>
        <p:spPr>
          <a:xfrm>
            <a:off x="11494008" y="3218688"/>
            <a:ext cx="630936" cy="429768"/>
          </a:xfrm>
        </p:spPr>
        <p:txBody>
          <a:bodyPr anchor="ctr">
            <a:normAutofit/>
          </a:bodyPr>
          <a:lstStyle/>
          <a:p>
            <a:pPr>
              <a:spcAft>
                <a:spcPts val="600"/>
              </a:spcAft>
            </a:pPr>
            <a:fld id="{CC057153-B650-4DEB-B370-79DDCFDCE934}" type="slidenum">
              <a:rPr lang="en-US" smtClean="0"/>
              <a:pPr>
                <a:spcAft>
                  <a:spcPts val="600"/>
                </a:spcAft>
              </a:pPr>
              <a:t>18</a:t>
            </a:fld>
            <a:endParaRPr lang="en-US"/>
          </a:p>
        </p:txBody>
      </p:sp>
      <p:sp>
        <p:nvSpPr>
          <p:cNvPr id="6" name="Date Placeholder 5">
            <a:extLst>
              <a:ext uri="{FF2B5EF4-FFF2-40B4-BE49-F238E27FC236}">
                <a16:creationId xmlns:a16="http://schemas.microsoft.com/office/drawing/2014/main" id="{73D5A446-5B9A-5AB2-F208-8F13B8F8CA06}"/>
              </a:ext>
            </a:extLst>
          </p:cNvPr>
          <p:cNvSpPr>
            <a:spLocks noGrp="1"/>
          </p:cNvSpPr>
          <p:nvPr>
            <p:ph type="dt" sz="half" idx="10"/>
          </p:nvPr>
        </p:nvSpPr>
        <p:spPr>
          <a:xfrm rot="5400000">
            <a:off x="10469880" y="4892040"/>
            <a:ext cx="2670048" cy="365760"/>
          </a:xfrm>
        </p:spPr>
        <p:txBody>
          <a:bodyPr anchor="ctr">
            <a:normAutofit/>
          </a:bodyPr>
          <a:lstStyle/>
          <a:p>
            <a:pPr>
              <a:spcAft>
                <a:spcPts val="600"/>
              </a:spcAft>
            </a:pPr>
            <a:fld id="{5727415D-AD92-413A-BBF9-193857B34DAC}" type="datetime4">
              <a:rPr lang="en-US" smtClean="0"/>
              <a:pPr>
                <a:spcAft>
                  <a:spcPts val="600"/>
                </a:spcAft>
              </a:pPr>
              <a:t>September 1, 2025</a:t>
            </a:fld>
            <a:endParaRPr lang="en-US"/>
          </a:p>
        </p:txBody>
      </p:sp>
      <p:sp>
        <p:nvSpPr>
          <p:cNvPr id="2" name="Title 1">
            <a:extLst>
              <a:ext uri="{FF2B5EF4-FFF2-40B4-BE49-F238E27FC236}">
                <a16:creationId xmlns:a16="http://schemas.microsoft.com/office/drawing/2014/main" id="{775CF30D-D281-CFA6-E615-A161C9DF9DFD}"/>
              </a:ext>
            </a:extLst>
          </p:cNvPr>
          <p:cNvSpPr>
            <a:spLocks noGrp="1"/>
          </p:cNvSpPr>
          <p:nvPr>
            <p:ph type="ctrTitle"/>
          </p:nvPr>
        </p:nvSpPr>
        <p:spPr>
          <a:xfrm>
            <a:off x="3862426" y="1984248"/>
            <a:ext cx="4462272" cy="2889504"/>
          </a:xfrm>
        </p:spPr>
        <p:txBody>
          <a:bodyPr anchor="ctr">
            <a:normAutofit/>
          </a:bodyPr>
          <a:lstStyle/>
          <a:p>
            <a:pPr indent="0"/>
            <a:r>
              <a:rPr lang="en-US"/>
              <a:t>Benefits and Risks</a:t>
            </a:r>
          </a:p>
        </p:txBody>
      </p:sp>
    </p:spTree>
    <p:extLst>
      <p:ext uri="{BB962C8B-B14F-4D97-AF65-F5344CB8AC3E}">
        <p14:creationId xmlns:p14="http://schemas.microsoft.com/office/powerpoint/2010/main" val="274416084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4F7D98-030C-4F1A-DBB3-0C3F7C1C49FA}"/>
              </a:ext>
            </a:extLst>
          </p:cNvPr>
          <p:cNvSpPr>
            <a:spLocks noGrp="1"/>
          </p:cNvSpPr>
          <p:nvPr>
            <p:ph type="title"/>
          </p:nvPr>
        </p:nvSpPr>
        <p:spPr>
          <a:xfrm>
            <a:off x="612648" y="3995928"/>
            <a:ext cx="3456432" cy="1920240"/>
          </a:xfrm>
        </p:spPr>
        <p:txBody>
          <a:bodyPr vert="horz" lIns="91440" tIns="45720" rIns="91440" bIns="45720" rtlCol="0" anchor="ctr">
            <a:normAutofit/>
          </a:bodyPr>
          <a:lstStyle/>
          <a:p>
            <a:r>
              <a:rPr lang="en-US" b="1" kern="1200" cap="all" spc="500" baseline="0">
                <a:latin typeface="+mj-lt"/>
                <a:ea typeface="+mj-ea"/>
                <a:cs typeface="+mj-cs"/>
              </a:rPr>
              <a:t>Benefits of Generative AI</a:t>
            </a:r>
          </a:p>
        </p:txBody>
      </p:sp>
      <p:pic>
        <p:nvPicPr>
          <p:cNvPr id="7" name="Content Placeholder 6" descr="bitcoin concept background">
            <a:extLst>
              <a:ext uri="{FF2B5EF4-FFF2-40B4-BE49-F238E27FC236}">
                <a16:creationId xmlns:a16="http://schemas.microsoft.com/office/drawing/2014/main" id="{739BA11D-A342-4D4F-A627-E1322A8A3C1D}"/>
              </a:ext>
            </a:extLst>
          </p:cNvPr>
          <p:cNvPicPr>
            <a:picLocks noGrp="1" noChangeAspect="1"/>
          </p:cNvPicPr>
          <p:nvPr>
            <p:ph type="pic" sz="quarter" idx="18"/>
          </p:nvPr>
        </p:nvPicPr>
        <p:blipFill>
          <a:blip r:embed="rId3"/>
          <a:srcRect l="43749" r="3" b="3"/>
          <a:stretch>
            <a:fillRect/>
          </a:stretch>
        </p:blipFill>
        <p:spPr>
          <a:xfrm>
            <a:off x="960120" y="960120"/>
            <a:ext cx="2752344" cy="2752344"/>
          </a:xfrm>
          <a:prstGeom prst="rect">
            <a:avLst/>
          </a:prstGeom>
          <a:noFill/>
        </p:spPr>
      </p:pic>
      <p:sp>
        <p:nvSpPr>
          <p:cNvPr id="8" name="TextBox 7">
            <a:extLst>
              <a:ext uri="{FF2B5EF4-FFF2-40B4-BE49-F238E27FC236}">
                <a16:creationId xmlns:a16="http://schemas.microsoft.com/office/drawing/2014/main" id="{C308F21C-5555-4C57-9456-3EC24FEDE438}"/>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782312" y="758952"/>
            <a:ext cx="6382512" cy="5330952"/>
          </a:xfrm>
          <a:prstGeom prst="rect">
            <a:avLst/>
          </a:prstGeom>
        </p:spPr>
        <p:txBody>
          <a:bodyPr>
            <a:noAutofit/>
          </a:bodyPr>
          <a:lstStyle/>
          <a:p>
            <a:pPr marL="0" indent="0">
              <a:spcBef>
                <a:spcPts val="2500"/>
              </a:spcBef>
              <a:spcAft>
                <a:spcPts val="600"/>
              </a:spcAft>
              <a:buFont typeface="Arial" panose="020B0604020202020204" pitchFamily="34" charset="0"/>
              <a:buNone/>
            </a:pPr>
            <a:r>
              <a:rPr lang="en-US" b="1" dirty="0"/>
              <a:t>Enhanced Creativity and Productivity</a:t>
            </a:r>
          </a:p>
          <a:p>
            <a:pPr marL="0" lvl="1" indent="0">
              <a:spcBef>
                <a:spcPts val="1000"/>
              </a:spcBef>
              <a:spcAft>
                <a:spcPts val="600"/>
              </a:spcAft>
              <a:buFont typeface="Arial" panose="020B0604020202020204" pitchFamily="34" charset="0"/>
              <a:buNone/>
            </a:pPr>
            <a:r>
              <a:rPr lang="en-US" dirty="0"/>
              <a:t>Generative AI boosts creativity by producing personalized content quickly, increasing productivity significantly.</a:t>
            </a:r>
          </a:p>
          <a:p>
            <a:pPr marL="0" indent="0">
              <a:spcBef>
                <a:spcPts val="2500"/>
              </a:spcBef>
              <a:spcAft>
                <a:spcPts val="600"/>
              </a:spcAft>
              <a:buFont typeface="Arial" panose="020B0604020202020204" pitchFamily="34" charset="0"/>
              <a:buNone/>
            </a:pPr>
            <a:r>
              <a:rPr lang="en-US" b="1" dirty="0"/>
              <a:t>Automation of Repetitive Tasks</a:t>
            </a:r>
          </a:p>
          <a:p>
            <a:pPr marL="0" lvl="1" indent="0">
              <a:spcBef>
                <a:spcPts val="1000"/>
              </a:spcBef>
              <a:spcAft>
                <a:spcPts val="600"/>
              </a:spcAft>
              <a:buFont typeface="Arial" panose="020B0604020202020204" pitchFamily="34" charset="0"/>
              <a:buNone/>
            </a:pPr>
            <a:r>
              <a:rPr lang="en-US" dirty="0"/>
              <a:t>Automating routine tasks with generative AI frees time for strategic and creative work.</a:t>
            </a:r>
          </a:p>
          <a:p>
            <a:pPr marL="0" indent="0">
              <a:spcBef>
                <a:spcPts val="2500"/>
              </a:spcBef>
              <a:spcAft>
                <a:spcPts val="600"/>
              </a:spcAft>
              <a:buFont typeface="Arial" panose="020B0604020202020204" pitchFamily="34" charset="0"/>
              <a:buNone/>
            </a:pPr>
            <a:r>
              <a:rPr lang="en-US" b="1" dirty="0"/>
              <a:t>Applications Across Industries</a:t>
            </a:r>
          </a:p>
          <a:p>
            <a:pPr marL="0" lvl="1" indent="0">
              <a:spcBef>
                <a:spcPts val="1000"/>
              </a:spcBef>
              <a:spcAft>
                <a:spcPts val="600"/>
              </a:spcAft>
              <a:buFont typeface="Arial" panose="020B0604020202020204" pitchFamily="34" charset="0"/>
              <a:buNone/>
            </a:pPr>
            <a:r>
              <a:rPr lang="en-US" dirty="0"/>
              <a:t>Generative AI enables innovative and customized solutions in education, healthcare, and design.</a:t>
            </a:r>
          </a:p>
          <a:p>
            <a:pPr marL="0" indent="0">
              <a:spcBef>
                <a:spcPts val="2500"/>
              </a:spcBef>
              <a:spcAft>
                <a:spcPts val="600"/>
              </a:spcAft>
              <a:buFont typeface="Arial" panose="020B0604020202020204" pitchFamily="34" charset="0"/>
              <a:buNone/>
            </a:pPr>
            <a:r>
              <a:rPr lang="en-US" b="1" dirty="0"/>
              <a:t>Competitive Innovation Tool</a:t>
            </a:r>
          </a:p>
          <a:p>
            <a:pPr marL="0" lvl="1" indent="0">
              <a:spcBef>
                <a:spcPts val="1000"/>
              </a:spcBef>
              <a:spcAft>
                <a:spcPts val="600"/>
              </a:spcAft>
              <a:buFont typeface="Arial" panose="020B0604020202020204" pitchFamily="34" charset="0"/>
              <a:buNone/>
            </a:pPr>
            <a:r>
              <a:rPr lang="en-US" dirty="0"/>
              <a:t>High-quality, efficient content creation helps individuals and organizations stay competitive and innovative.</a:t>
            </a:r>
          </a:p>
        </p:txBody>
      </p:sp>
      <p:sp>
        <p:nvSpPr>
          <p:cNvPr id="4" name="Footer Placeholder 3">
            <a:extLst>
              <a:ext uri="{FF2B5EF4-FFF2-40B4-BE49-F238E27FC236}">
                <a16:creationId xmlns:a16="http://schemas.microsoft.com/office/drawing/2014/main" id="{C87DBF8C-F1E8-C8A2-213E-D5FFE40A2F4E}"/>
              </a:ext>
            </a:extLst>
          </p:cNvPr>
          <p:cNvSpPr>
            <a:spLocks noGrp="1"/>
          </p:cNvSpPr>
          <p:nvPr>
            <p:ph type="ftr" sz="quarter" idx="16"/>
          </p:nvPr>
        </p:nvSpPr>
        <p:spPr>
          <a:xfrm rot="5400000">
            <a:off x="10469880" y="1609344"/>
            <a:ext cx="2670048" cy="365760"/>
          </a:xfrm>
        </p:spPr>
        <p:txBody>
          <a:bodyPr vert="horz" lIns="91440" tIns="45720" rIns="91440" bIns="45720" rtlCol="0" anchor="ctr">
            <a:normAutofit/>
          </a:bodyPr>
          <a:lstStyle/>
          <a:p>
            <a:pPr>
              <a:spcAft>
                <a:spcPts val="600"/>
              </a:spcAft>
            </a:pPr>
            <a:r>
              <a:rPr lang="en-US" b="1" kern="1200" cap="all" spc="300" baseline="0">
                <a:latin typeface="+mn-lt"/>
                <a:ea typeface="+mn-ea"/>
                <a:cs typeface="+mn-cs"/>
              </a:rPr>
              <a:t>Sample Footer Text</a:t>
            </a:r>
          </a:p>
        </p:txBody>
      </p:sp>
      <p:sp>
        <p:nvSpPr>
          <p:cNvPr id="5" name="Slide Number Placeholder 4">
            <a:extLst>
              <a:ext uri="{FF2B5EF4-FFF2-40B4-BE49-F238E27FC236}">
                <a16:creationId xmlns:a16="http://schemas.microsoft.com/office/drawing/2014/main" id="{9D0BBE71-A41E-DA21-ACAD-05A70C6C7B5E}"/>
              </a:ext>
            </a:extLst>
          </p:cNvPr>
          <p:cNvSpPr>
            <a:spLocks noGrp="1"/>
          </p:cNvSpPr>
          <p:nvPr>
            <p:ph type="sldNum" sz="quarter" idx="17"/>
          </p:nvPr>
        </p:nvSpPr>
        <p:spPr>
          <a:xfrm>
            <a:off x="11494008" y="3218688"/>
            <a:ext cx="630936" cy="429768"/>
          </a:xfrm>
        </p:spPr>
        <p:txBody>
          <a:bodyPr vert="horz" lIns="91440" tIns="45720" rIns="91440" bIns="45720" rtlCol="0" anchor="ctr">
            <a:normAutofit/>
          </a:bodyPr>
          <a:lstStyle/>
          <a:p>
            <a:pPr>
              <a:spcAft>
                <a:spcPts val="600"/>
              </a:spcAft>
            </a:pPr>
            <a:fld id="{CC057153-B650-4DEB-B370-79DDCFDCE934}" type="slidenum">
              <a:rPr lang="en-US" smtClean="0"/>
              <a:pPr>
                <a:spcAft>
                  <a:spcPts val="600"/>
                </a:spcAft>
              </a:pPr>
              <a:t>19</a:t>
            </a:fld>
            <a:endParaRPr lang="en-US"/>
          </a:p>
        </p:txBody>
      </p:sp>
      <p:sp>
        <p:nvSpPr>
          <p:cNvPr id="6" name="Date Placeholder 5">
            <a:extLst>
              <a:ext uri="{FF2B5EF4-FFF2-40B4-BE49-F238E27FC236}">
                <a16:creationId xmlns:a16="http://schemas.microsoft.com/office/drawing/2014/main" id="{3606FD6B-94A8-1E6C-A418-B4D74652B3FC}"/>
              </a:ext>
            </a:extLst>
          </p:cNvPr>
          <p:cNvSpPr>
            <a:spLocks noGrp="1"/>
          </p:cNvSpPr>
          <p:nvPr>
            <p:ph type="dt" sz="half" idx="15"/>
          </p:nvPr>
        </p:nvSpPr>
        <p:spPr>
          <a:xfrm rot="5400000">
            <a:off x="10469880" y="4892040"/>
            <a:ext cx="2670048" cy="365760"/>
          </a:xfrm>
        </p:spPr>
        <p:txBody>
          <a:bodyPr vert="horz" lIns="91440" tIns="45720" rIns="91440" bIns="45720" rtlCol="0" anchor="ctr">
            <a:normAutofit/>
          </a:bodyPr>
          <a:lstStyle/>
          <a:p>
            <a:pPr>
              <a:spcAft>
                <a:spcPts val="600"/>
              </a:spcAft>
            </a:pPr>
            <a:fld id="{3968F040-9A2D-487C-9838-D433833E9BE2}" type="datetime4">
              <a:rPr lang="en-US" smtClean="0"/>
              <a:pPr>
                <a:spcAft>
                  <a:spcPts val="600"/>
                </a:spcAft>
              </a:pPr>
              <a:t>September 1, 2025</a:t>
            </a:fld>
            <a:endParaRPr lang="en-US"/>
          </a:p>
        </p:txBody>
      </p:sp>
    </p:spTree>
    <p:extLst>
      <p:ext uri="{BB962C8B-B14F-4D97-AF65-F5344CB8AC3E}">
        <p14:creationId xmlns:p14="http://schemas.microsoft.com/office/powerpoint/2010/main" val="301951945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28F77D-E5C4-FF74-EEAC-BFF41F05D86C}"/>
              </a:ext>
            </a:extLst>
          </p:cNvPr>
          <p:cNvSpPr>
            <a:spLocks noGrp="1"/>
          </p:cNvSpPr>
          <p:nvPr>
            <p:ph type="title"/>
          </p:nvPr>
        </p:nvSpPr>
        <p:spPr>
          <a:xfrm>
            <a:off x="612648" y="819477"/>
            <a:ext cx="4617720" cy="1197864"/>
          </a:xfrm>
        </p:spPr>
        <p:txBody>
          <a:bodyPr vert="horz" lIns="91440" tIns="45720" rIns="91440" bIns="45720" rtlCol="0" anchor="t">
            <a:normAutofit/>
          </a:bodyPr>
          <a:lstStyle/>
          <a:p>
            <a:r>
              <a:rPr lang="en-US" b="1" kern="1200" cap="all" spc="500" baseline="0">
                <a:latin typeface="+mj-lt"/>
                <a:ea typeface="+mj-ea"/>
                <a:cs typeface="+mj-cs"/>
              </a:rPr>
              <a:t>Risks and Challenges</a:t>
            </a:r>
          </a:p>
        </p:txBody>
      </p:sp>
      <p:pic>
        <p:nvPicPr>
          <p:cNvPr id="7" name="Content Placeholder 6" descr="Internet of Things Concept">
            <a:extLst>
              <a:ext uri="{FF2B5EF4-FFF2-40B4-BE49-F238E27FC236}">
                <a16:creationId xmlns:a16="http://schemas.microsoft.com/office/drawing/2014/main" id="{E4427DF3-5E5E-49C9-A477-AAC812B44BC2}"/>
              </a:ext>
            </a:extLst>
          </p:cNvPr>
          <p:cNvPicPr>
            <a:picLocks noGrp="1" noChangeAspect="1"/>
          </p:cNvPicPr>
          <p:nvPr>
            <p:ph type="pic" sz="quarter" idx="18"/>
          </p:nvPr>
        </p:nvPicPr>
        <p:blipFill>
          <a:blip r:embed="rId3"/>
          <a:srcRect l="11959" r="21292" b="1"/>
          <a:stretch>
            <a:fillRect/>
          </a:stretch>
        </p:blipFill>
        <p:spPr>
          <a:xfrm>
            <a:off x="950976" y="2148840"/>
            <a:ext cx="3877056" cy="3877056"/>
          </a:xfrm>
          <a:prstGeom prst="rect">
            <a:avLst/>
          </a:prstGeom>
          <a:noFill/>
        </p:spPr>
      </p:pic>
      <p:sp>
        <p:nvSpPr>
          <p:cNvPr id="8" name="TextBox 7">
            <a:extLst>
              <a:ext uri="{FF2B5EF4-FFF2-40B4-BE49-F238E27FC236}">
                <a16:creationId xmlns:a16="http://schemas.microsoft.com/office/drawing/2014/main" id="{165D4DD5-32DA-41D0-8F1E-F0DEFA8C99B6}"/>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843016" y="950976"/>
            <a:ext cx="5586984" cy="5330952"/>
          </a:xfrm>
          <a:prstGeom prst="rect">
            <a:avLst/>
          </a:prstGeom>
        </p:spPr>
        <p:txBody>
          <a:bodyPr>
            <a:normAutofit/>
          </a:bodyPr>
          <a:lstStyle/>
          <a:p>
            <a:pPr marL="0" indent="0">
              <a:spcBef>
                <a:spcPts val="2500"/>
              </a:spcBef>
              <a:spcAft>
                <a:spcPts val="600"/>
              </a:spcAft>
              <a:buFont typeface="Arial" panose="020B0604020202020204" pitchFamily="34" charset="0"/>
              <a:buNone/>
            </a:pPr>
            <a:r>
              <a:rPr lang="en-US" sz="1600" b="1" dirty="0"/>
              <a:t>Bias in Generated Content</a:t>
            </a:r>
          </a:p>
          <a:p>
            <a:pPr marL="0" lvl="1" indent="0">
              <a:spcBef>
                <a:spcPts val="1000"/>
              </a:spcBef>
              <a:spcAft>
                <a:spcPts val="600"/>
              </a:spcAft>
              <a:buFont typeface="Arial" panose="020B0604020202020204" pitchFamily="34" charset="0"/>
              <a:buNone/>
            </a:pPr>
            <a:r>
              <a:rPr lang="en-US" sz="1600" dirty="0"/>
              <a:t>Bias in AI-generated content can reinforce stereotypes and spread misinformation, impacting fairness and accuracy.</a:t>
            </a:r>
          </a:p>
          <a:p>
            <a:pPr marL="0" indent="0">
              <a:spcBef>
                <a:spcPts val="2500"/>
              </a:spcBef>
              <a:spcAft>
                <a:spcPts val="600"/>
              </a:spcAft>
              <a:buFont typeface="Arial" panose="020B0604020202020204" pitchFamily="34" charset="0"/>
              <a:buNone/>
            </a:pPr>
            <a:r>
              <a:rPr lang="en-US" sz="1600" b="1" dirty="0"/>
              <a:t>Deepfakes and Deceptive Media</a:t>
            </a:r>
          </a:p>
          <a:p>
            <a:pPr marL="0" lvl="1" indent="0">
              <a:spcBef>
                <a:spcPts val="1000"/>
              </a:spcBef>
              <a:spcAft>
                <a:spcPts val="600"/>
              </a:spcAft>
              <a:buFont typeface="Arial" panose="020B0604020202020204" pitchFamily="34" charset="0"/>
              <a:buNone/>
            </a:pPr>
            <a:r>
              <a:rPr lang="en-US" sz="1600" dirty="0"/>
              <a:t>Generative AI enables creation of deepfakes, raising serious ethical and legal concerns about media authenticity.</a:t>
            </a:r>
          </a:p>
          <a:p>
            <a:pPr marL="0" indent="0">
              <a:spcBef>
                <a:spcPts val="2500"/>
              </a:spcBef>
              <a:spcAft>
                <a:spcPts val="600"/>
              </a:spcAft>
              <a:buFont typeface="Arial" panose="020B0604020202020204" pitchFamily="34" charset="0"/>
              <a:buNone/>
            </a:pPr>
            <a:r>
              <a:rPr lang="en-US" sz="1600" b="1" dirty="0"/>
              <a:t>Copyright Infringement Risks</a:t>
            </a:r>
          </a:p>
          <a:p>
            <a:pPr marL="0" lvl="1" indent="0">
              <a:spcBef>
                <a:spcPts val="1000"/>
              </a:spcBef>
              <a:spcAft>
                <a:spcPts val="600"/>
              </a:spcAft>
              <a:buFont typeface="Arial" panose="020B0604020202020204" pitchFamily="34" charset="0"/>
              <a:buNone/>
            </a:pPr>
            <a:r>
              <a:rPr lang="en-US" sz="1600" dirty="0"/>
              <a:t>AI models may generate content resembling existing works, posing challenges to copyright and intellectual property laws.</a:t>
            </a:r>
          </a:p>
          <a:p>
            <a:pPr marL="0" indent="0">
              <a:spcBef>
                <a:spcPts val="2500"/>
              </a:spcBef>
              <a:spcAft>
                <a:spcPts val="600"/>
              </a:spcAft>
              <a:buFont typeface="Arial" panose="020B0604020202020204" pitchFamily="34" charset="0"/>
              <a:buNone/>
            </a:pPr>
            <a:r>
              <a:rPr lang="en-US" sz="1600" b="1" dirty="0"/>
              <a:t>Impact on Human Creativity</a:t>
            </a:r>
          </a:p>
          <a:p>
            <a:pPr marL="0" lvl="1" indent="0">
              <a:spcBef>
                <a:spcPts val="1000"/>
              </a:spcBef>
              <a:spcAft>
                <a:spcPts val="600"/>
              </a:spcAft>
              <a:buFont typeface="Arial" panose="020B0604020202020204" pitchFamily="34" charset="0"/>
              <a:buNone/>
            </a:pPr>
            <a:r>
              <a:rPr lang="en-US" sz="1600" dirty="0"/>
              <a:t>Over-reliance on AI for creativity can reduce human critical thinking and originality over time.</a:t>
            </a:r>
          </a:p>
        </p:txBody>
      </p:sp>
      <p:sp>
        <p:nvSpPr>
          <p:cNvPr id="4" name="Footer Placeholder 3">
            <a:extLst>
              <a:ext uri="{FF2B5EF4-FFF2-40B4-BE49-F238E27FC236}">
                <a16:creationId xmlns:a16="http://schemas.microsoft.com/office/drawing/2014/main" id="{D1F5F9C1-52B3-E240-75BC-C20F87BBA527}"/>
              </a:ext>
            </a:extLst>
          </p:cNvPr>
          <p:cNvSpPr>
            <a:spLocks noGrp="1"/>
          </p:cNvSpPr>
          <p:nvPr>
            <p:ph type="ftr" sz="quarter" idx="16"/>
          </p:nvPr>
        </p:nvSpPr>
        <p:spPr>
          <a:xfrm rot="5400000">
            <a:off x="10469880" y="1609344"/>
            <a:ext cx="2670048" cy="365760"/>
          </a:xfrm>
        </p:spPr>
        <p:txBody>
          <a:bodyPr vert="horz" lIns="91440" tIns="45720" rIns="91440" bIns="45720" rtlCol="0" anchor="ctr">
            <a:normAutofit/>
          </a:bodyPr>
          <a:lstStyle/>
          <a:p>
            <a:pPr>
              <a:spcAft>
                <a:spcPts val="600"/>
              </a:spcAft>
            </a:pPr>
            <a:r>
              <a:rPr lang="en-US" b="1" kern="1200" cap="all" spc="300" baseline="0">
                <a:latin typeface="+mn-lt"/>
                <a:ea typeface="+mn-ea"/>
                <a:cs typeface="+mn-cs"/>
              </a:rPr>
              <a:t>Sample Footer Text</a:t>
            </a:r>
          </a:p>
        </p:txBody>
      </p:sp>
      <p:sp>
        <p:nvSpPr>
          <p:cNvPr id="5" name="Slide Number Placeholder 4">
            <a:extLst>
              <a:ext uri="{FF2B5EF4-FFF2-40B4-BE49-F238E27FC236}">
                <a16:creationId xmlns:a16="http://schemas.microsoft.com/office/drawing/2014/main" id="{B82CFCCE-5F0D-05DE-BF28-AB3865D84E98}"/>
              </a:ext>
            </a:extLst>
          </p:cNvPr>
          <p:cNvSpPr>
            <a:spLocks noGrp="1"/>
          </p:cNvSpPr>
          <p:nvPr>
            <p:ph type="sldNum" sz="quarter" idx="17"/>
          </p:nvPr>
        </p:nvSpPr>
        <p:spPr>
          <a:xfrm>
            <a:off x="11494008" y="3218688"/>
            <a:ext cx="630936" cy="429768"/>
          </a:xfrm>
        </p:spPr>
        <p:txBody>
          <a:bodyPr vert="horz" lIns="91440" tIns="45720" rIns="91440" bIns="45720" rtlCol="0" anchor="ctr">
            <a:normAutofit/>
          </a:bodyPr>
          <a:lstStyle/>
          <a:p>
            <a:pPr>
              <a:spcAft>
                <a:spcPts val="600"/>
              </a:spcAft>
            </a:pPr>
            <a:fld id="{CC057153-B650-4DEB-B370-79DDCFDCE934}" type="slidenum">
              <a:rPr lang="en-US" smtClean="0"/>
              <a:pPr>
                <a:spcAft>
                  <a:spcPts val="600"/>
                </a:spcAft>
              </a:pPr>
              <a:t>20</a:t>
            </a:fld>
            <a:endParaRPr lang="en-US"/>
          </a:p>
        </p:txBody>
      </p:sp>
      <p:sp>
        <p:nvSpPr>
          <p:cNvPr id="6" name="Date Placeholder 5">
            <a:extLst>
              <a:ext uri="{FF2B5EF4-FFF2-40B4-BE49-F238E27FC236}">
                <a16:creationId xmlns:a16="http://schemas.microsoft.com/office/drawing/2014/main" id="{D4447327-DE10-DE86-4611-2A89DB047542}"/>
              </a:ext>
            </a:extLst>
          </p:cNvPr>
          <p:cNvSpPr>
            <a:spLocks noGrp="1"/>
          </p:cNvSpPr>
          <p:nvPr>
            <p:ph type="dt" sz="half" idx="15"/>
          </p:nvPr>
        </p:nvSpPr>
        <p:spPr>
          <a:xfrm rot="5400000">
            <a:off x="10469880" y="4892040"/>
            <a:ext cx="2670048" cy="365760"/>
          </a:xfrm>
        </p:spPr>
        <p:txBody>
          <a:bodyPr vert="horz" lIns="91440" tIns="45720" rIns="91440" bIns="45720" rtlCol="0" anchor="ctr">
            <a:normAutofit/>
          </a:bodyPr>
          <a:lstStyle/>
          <a:p>
            <a:pPr>
              <a:spcAft>
                <a:spcPts val="600"/>
              </a:spcAft>
            </a:pPr>
            <a:fld id="{3968F040-9A2D-487C-9838-D433833E9BE2}" type="datetime4">
              <a:rPr lang="en-US" smtClean="0"/>
              <a:pPr>
                <a:spcAft>
                  <a:spcPts val="600"/>
                </a:spcAft>
              </a:pPr>
              <a:t>September 1, 2025</a:t>
            </a:fld>
            <a:endParaRPr lang="en-US"/>
          </a:p>
        </p:txBody>
      </p:sp>
    </p:spTree>
    <p:extLst>
      <p:ext uri="{BB962C8B-B14F-4D97-AF65-F5344CB8AC3E}">
        <p14:creationId xmlns:p14="http://schemas.microsoft.com/office/powerpoint/2010/main" val="262368642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theme/theme1.xml><?xml version="1.0" encoding="utf-8"?>
<a:theme xmlns:a="http://schemas.openxmlformats.org/drawingml/2006/main" name="Portal">
  <a:themeElements>
    <a:clrScheme name="Portal">
      <a:dk1>
        <a:sysClr val="windowText" lastClr="000000"/>
      </a:dk1>
      <a:lt1>
        <a:sysClr val="window" lastClr="FFFFFF"/>
      </a:lt1>
      <a:dk2>
        <a:srgbClr val="051618"/>
      </a:dk2>
      <a:lt2>
        <a:srgbClr val="EEEEE7"/>
      </a:lt2>
      <a:accent1>
        <a:srgbClr val="2E744E"/>
      </a:accent1>
      <a:accent2>
        <a:srgbClr val="64924A"/>
      </a:accent2>
      <a:accent3>
        <a:srgbClr val="A9A747"/>
      </a:accent3>
      <a:accent4>
        <a:srgbClr val="20758C"/>
      </a:accent4>
      <a:accent5>
        <a:srgbClr val="23958F"/>
      </a:accent5>
      <a:accent6>
        <a:srgbClr val="E48754"/>
      </a:accent6>
      <a:hlink>
        <a:srgbClr val="64924A"/>
      </a:hlink>
      <a:folHlink>
        <a:srgbClr val="23958F"/>
      </a:folHlink>
    </a:clrScheme>
    <a:fontScheme name="Portal">
      <a:majorFont>
        <a:latin typeface="Trade Gothic Next Cond"/>
        <a:ea typeface=""/>
        <a:cs typeface=""/>
      </a:majorFont>
      <a:minorFont>
        <a:latin typeface="Trade Gothic Next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ortal_win32_DN_V3" id="{E9FDF70A-E247-4F49-9C0E-6AD845C43691}" vid="{BF28B221-EE61-4668-B95F-EFA93621CEC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1711</Words>
  <Application>Microsoft Office PowerPoint</Application>
  <PresentationFormat>Widescreen</PresentationFormat>
  <Paragraphs>175</Paragraphs>
  <Slides>20</Slides>
  <Notes>14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Aptos</vt:lpstr>
      <vt:lpstr>Arial</vt:lpstr>
      <vt:lpstr>Calibri</vt:lpstr>
      <vt:lpstr>Segoe Sans</vt:lpstr>
      <vt:lpstr>Trade Gothic Next Cond</vt:lpstr>
      <vt:lpstr>Trade Gothic Next Light</vt:lpstr>
      <vt:lpstr>Wingdings</vt:lpstr>
      <vt:lpstr>Portal</vt:lpstr>
      <vt:lpstr>Generative AI – From Data to Creativity</vt:lpstr>
      <vt:lpstr>Introduction to Generative AI</vt:lpstr>
      <vt:lpstr>What is Generative AI?</vt:lpstr>
      <vt:lpstr>How Does It Work?</vt:lpstr>
      <vt:lpstr>Technologies Behind Generative AI</vt:lpstr>
      <vt:lpstr>Key Technologies</vt:lpstr>
      <vt:lpstr>Applications and Examples</vt:lpstr>
      <vt:lpstr>Application of Generative AI</vt:lpstr>
      <vt:lpstr>PowerPoint Presentation</vt:lpstr>
      <vt:lpstr>Real-World Examples</vt:lpstr>
      <vt:lpstr>Understanding GAN </vt:lpstr>
      <vt:lpstr>Introduction to GANs</vt:lpstr>
      <vt:lpstr>Working of GAN</vt:lpstr>
      <vt:lpstr>PowerPoint Presentation</vt:lpstr>
      <vt:lpstr>Cat as a Vodafone Employee</vt:lpstr>
      <vt:lpstr>Wendy's FreshAI: Revolutionizing Drive-Thru Orders</vt:lpstr>
      <vt:lpstr>Impact: Operational Improvement: Streamlined operations and better resource management. Competitive Edge: Positioned Wendy's as a leader in leveraging AI for customer service. </vt:lpstr>
      <vt:lpstr>Benefits and Risks</vt:lpstr>
      <vt:lpstr>Benefits of Generative AI</vt:lpstr>
      <vt:lpstr>Risks and Challenges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Zaid Khan, Vodafone</dc:creator>
  <cp:lastModifiedBy>Zaid Khan, Vodafone</cp:lastModifiedBy>
  <cp:revision>8</cp:revision>
  <dcterms:created xsi:type="dcterms:W3CDTF">2013-07-15T20:26:40Z</dcterms:created>
  <dcterms:modified xsi:type="dcterms:W3CDTF">2025-09-01T12:21:37Z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0359f705-2ba0-454b-9cfc-6ce5bcaac040_Enabled">
    <vt:lpwstr>true</vt:lpwstr>
  </property>
  <property fmtid="{D5CDD505-2E9C-101B-9397-08002B2CF9AE}" pid="3" name="MSIP_Label_0359f705-2ba0-454b-9cfc-6ce5bcaac040_SetDate">
    <vt:lpwstr>2025-09-01T06:41:20Z</vt:lpwstr>
  </property>
  <property fmtid="{D5CDD505-2E9C-101B-9397-08002B2CF9AE}" pid="4" name="MSIP_Label_0359f705-2ba0-454b-9cfc-6ce5bcaac040_Method">
    <vt:lpwstr>Standard</vt:lpwstr>
  </property>
  <property fmtid="{D5CDD505-2E9C-101B-9397-08002B2CF9AE}" pid="5" name="MSIP_Label_0359f705-2ba0-454b-9cfc-6ce5bcaac040_Name">
    <vt:lpwstr>0359f705-2ba0-454b-9cfc-6ce5bcaac040</vt:lpwstr>
  </property>
  <property fmtid="{D5CDD505-2E9C-101B-9397-08002B2CF9AE}" pid="6" name="MSIP_Label_0359f705-2ba0-454b-9cfc-6ce5bcaac040_SiteId">
    <vt:lpwstr>68283f3b-8487-4c86-adb3-a5228f18b893</vt:lpwstr>
  </property>
  <property fmtid="{D5CDD505-2E9C-101B-9397-08002B2CF9AE}" pid="7" name="MSIP_Label_0359f705-2ba0-454b-9cfc-6ce5bcaac040_ActionId">
    <vt:lpwstr>9379245d-a9a2-47f4-909c-458bfce78568</vt:lpwstr>
  </property>
  <property fmtid="{D5CDD505-2E9C-101B-9397-08002B2CF9AE}" pid="8" name="MSIP_Label_0359f705-2ba0-454b-9cfc-6ce5bcaac040_ContentBits">
    <vt:lpwstr>2</vt:lpwstr>
  </property>
  <property fmtid="{D5CDD505-2E9C-101B-9397-08002B2CF9AE}" pid="9" name="MSIP_Label_0359f705-2ba0-454b-9cfc-6ce5bcaac040_Tag">
    <vt:lpwstr>10, 3, 0, 2</vt:lpwstr>
  </property>
  <property fmtid="{D5CDD505-2E9C-101B-9397-08002B2CF9AE}" pid="10" name="ClassificationContentMarkingFooterLocations">
    <vt:lpwstr>Portal:3</vt:lpwstr>
  </property>
  <property fmtid="{D5CDD505-2E9C-101B-9397-08002B2CF9AE}" pid="11" name="ClassificationContentMarkingFooterText">
    <vt:lpwstr>C2 General</vt:lpwstr>
  </property>
</Properties>
</file>