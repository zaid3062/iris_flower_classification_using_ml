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7" r:id="rId4"/>
    <p:sldId id="274" r:id="rId5"/>
    <p:sldId id="258" r:id="rId6"/>
    <p:sldId id="275" r:id="rId7"/>
    <p:sldId id="283" r:id="rId8"/>
    <p:sldId id="268" r:id="rId9"/>
    <p:sldId id="259" r:id="rId10"/>
    <p:sldId id="280" r:id="rId11"/>
    <p:sldId id="269" r:id="rId12"/>
    <p:sldId id="260" r:id="rId13"/>
    <p:sldId id="276" r:id="rId14"/>
    <p:sldId id="281" r:id="rId15"/>
    <p:sldId id="270" r:id="rId16"/>
    <p:sldId id="261" r:id="rId17"/>
    <p:sldId id="271" r:id="rId18"/>
    <p:sldId id="284" r:id="rId19"/>
    <p:sldId id="282" r:id="rId20"/>
    <p:sldId id="273" r:id="rId21"/>
    <p:sldId id="262" r:id="rId22"/>
    <p:sldId id="277" r:id="rId23"/>
    <p:sldId id="264" r:id="rId24"/>
    <p:sldId id="265" r:id="rId25"/>
    <p:sldId id="26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A63514-FA77-4635-84D5-2281481EC12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86904A2-DF0C-441E-9E54-D7BE6915B67D}">
      <dgm:prSet/>
      <dgm:spPr/>
      <dgm:t>
        <a:bodyPr/>
        <a:lstStyle/>
        <a:p>
          <a:r>
            <a:rPr lang="en-US"/>
            <a:t>AI is an umbrella term — it covers many specialized areas.</a:t>
          </a:r>
        </a:p>
      </dgm:t>
    </dgm:pt>
    <dgm:pt modelId="{EAE4ACB9-956C-4A94-9E64-F23021A3ED7C}" type="parTrans" cxnId="{67BD5BBC-40D0-46EB-9D56-54BA12F5168E}">
      <dgm:prSet/>
      <dgm:spPr/>
      <dgm:t>
        <a:bodyPr/>
        <a:lstStyle/>
        <a:p>
          <a:endParaRPr lang="en-US"/>
        </a:p>
      </dgm:t>
    </dgm:pt>
    <dgm:pt modelId="{BDB4A5AB-A019-4A84-A315-66E8BCB6C71D}" type="sibTrans" cxnId="{67BD5BBC-40D0-46EB-9D56-54BA12F5168E}">
      <dgm:prSet/>
      <dgm:spPr/>
      <dgm:t>
        <a:bodyPr/>
        <a:lstStyle/>
        <a:p>
          <a:endParaRPr lang="en-US"/>
        </a:p>
      </dgm:t>
    </dgm:pt>
    <dgm:pt modelId="{372E2E85-5EE0-4D99-BBCE-C4EA71654BDF}">
      <dgm:prSet/>
      <dgm:spPr/>
      <dgm:t>
        <a:bodyPr/>
        <a:lstStyle/>
        <a:p>
          <a:r>
            <a:rPr lang="en-US"/>
            <a:t>Each area focuses on solving a different type of problem, but they often work together in real-world solutions.</a:t>
          </a:r>
        </a:p>
      </dgm:t>
    </dgm:pt>
    <dgm:pt modelId="{FB54B2C5-6368-4D6F-9CF9-B4E1749A1D8E}" type="parTrans" cxnId="{F9C14927-0AA5-462E-92E7-AC27A222A7FE}">
      <dgm:prSet/>
      <dgm:spPr/>
      <dgm:t>
        <a:bodyPr/>
        <a:lstStyle/>
        <a:p>
          <a:endParaRPr lang="en-US"/>
        </a:p>
      </dgm:t>
    </dgm:pt>
    <dgm:pt modelId="{FE958490-454E-4CBA-976E-D0D0001BE170}" type="sibTrans" cxnId="{F9C14927-0AA5-462E-92E7-AC27A222A7FE}">
      <dgm:prSet/>
      <dgm:spPr/>
      <dgm:t>
        <a:bodyPr/>
        <a:lstStyle/>
        <a:p>
          <a:endParaRPr lang="en-US"/>
        </a:p>
      </dgm:t>
    </dgm:pt>
    <dgm:pt modelId="{513958D6-0B47-4D85-B901-6D54A6480392}">
      <dgm:prSet/>
      <dgm:spPr/>
      <dgm:t>
        <a:bodyPr/>
        <a:lstStyle/>
        <a:p>
          <a:r>
            <a:rPr lang="en-US"/>
            <a:t>Main fields: Machine Learning, Deep Learning, NLP, Computer Vision, Robotics, Expert Systems.</a:t>
          </a:r>
        </a:p>
      </dgm:t>
    </dgm:pt>
    <dgm:pt modelId="{26627515-5B89-40EE-9ED7-2D09458400D2}" type="parTrans" cxnId="{2A713581-B294-4A18-B6F6-6A1E1DC9E686}">
      <dgm:prSet/>
      <dgm:spPr/>
      <dgm:t>
        <a:bodyPr/>
        <a:lstStyle/>
        <a:p>
          <a:endParaRPr lang="en-US"/>
        </a:p>
      </dgm:t>
    </dgm:pt>
    <dgm:pt modelId="{403C216F-B29A-4110-9211-7037F82CF6DF}" type="sibTrans" cxnId="{2A713581-B294-4A18-B6F6-6A1E1DC9E686}">
      <dgm:prSet/>
      <dgm:spPr/>
      <dgm:t>
        <a:bodyPr/>
        <a:lstStyle/>
        <a:p>
          <a:endParaRPr lang="en-US"/>
        </a:p>
      </dgm:t>
    </dgm:pt>
    <dgm:pt modelId="{E09D8585-BFD8-4B5A-A282-73C76EE5E005}" type="pres">
      <dgm:prSet presAssocID="{72A63514-FA77-4635-84D5-2281481EC126}" presName="outerComposite" presStyleCnt="0">
        <dgm:presLayoutVars>
          <dgm:chMax val="5"/>
          <dgm:dir/>
          <dgm:resizeHandles val="exact"/>
        </dgm:presLayoutVars>
      </dgm:prSet>
      <dgm:spPr/>
    </dgm:pt>
    <dgm:pt modelId="{4DB6DEA6-B905-418E-9187-4902E96F55DB}" type="pres">
      <dgm:prSet presAssocID="{72A63514-FA77-4635-84D5-2281481EC126}" presName="dummyMaxCanvas" presStyleCnt="0">
        <dgm:presLayoutVars/>
      </dgm:prSet>
      <dgm:spPr/>
    </dgm:pt>
    <dgm:pt modelId="{1137C31D-70A3-44E7-B55A-922CC160A1A8}" type="pres">
      <dgm:prSet presAssocID="{72A63514-FA77-4635-84D5-2281481EC126}" presName="ThreeNodes_1" presStyleLbl="node1" presStyleIdx="0" presStyleCnt="3">
        <dgm:presLayoutVars>
          <dgm:bulletEnabled val="1"/>
        </dgm:presLayoutVars>
      </dgm:prSet>
      <dgm:spPr/>
    </dgm:pt>
    <dgm:pt modelId="{C1CA4D5A-5D8B-4B50-A323-992EBC744E85}" type="pres">
      <dgm:prSet presAssocID="{72A63514-FA77-4635-84D5-2281481EC126}" presName="ThreeNodes_2" presStyleLbl="node1" presStyleIdx="1" presStyleCnt="3">
        <dgm:presLayoutVars>
          <dgm:bulletEnabled val="1"/>
        </dgm:presLayoutVars>
      </dgm:prSet>
      <dgm:spPr/>
    </dgm:pt>
    <dgm:pt modelId="{8C5A4F9C-A92B-49F2-A8E6-F7D8BAD84A90}" type="pres">
      <dgm:prSet presAssocID="{72A63514-FA77-4635-84D5-2281481EC126}" presName="ThreeNodes_3" presStyleLbl="node1" presStyleIdx="2" presStyleCnt="3">
        <dgm:presLayoutVars>
          <dgm:bulletEnabled val="1"/>
        </dgm:presLayoutVars>
      </dgm:prSet>
      <dgm:spPr/>
    </dgm:pt>
    <dgm:pt modelId="{93B6758C-C856-485B-A2B5-836E8EBB1C3D}" type="pres">
      <dgm:prSet presAssocID="{72A63514-FA77-4635-84D5-2281481EC126}" presName="ThreeConn_1-2" presStyleLbl="fgAccFollowNode1" presStyleIdx="0" presStyleCnt="2">
        <dgm:presLayoutVars>
          <dgm:bulletEnabled val="1"/>
        </dgm:presLayoutVars>
      </dgm:prSet>
      <dgm:spPr/>
    </dgm:pt>
    <dgm:pt modelId="{684ADDC7-2B98-4F87-B97C-65BADC241782}" type="pres">
      <dgm:prSet presAssocID="{72A63514-FA77-4635-84D5-2281481EC126}" presName="ThreeConn_2-3" presStyleLbl="fgAccFollowNode1" presStyleIdx="1" presStyleCnt="2">
        <dgm:presLayoutVars>
          <dgm:bulletEnabled val="1"/>
        </dgm:presLayoutVars>
      </dgm:prSet>
      <dgm:spPr/>
    </dgm:pt>
    <dgm:pt modelId="{3B789291-D7F7-4B42-BBDE-840E4D385AC0}" type="pres">
      <dgm:prSet presAssocID="{72A63514-FA77-4635-84D5-2281481EC126}" presName="ThreeNodes_1_text" presStyleLbl="node1" presStyleIdx="2" presStyleCnt="3">
        <dgm:presLayoutVars>
          <dgm:bulletEnabled val="1"/>
        </dgm:presLayoutVars>
      </dgm:prSet>
      <dgm:spPr/>
    </dgm:pt>
    <dgm:pt modelId="{980C9972-195A-4441-90B8-B311E9E1A21A}" type="pres">
      <dgm:prSet presAssocID="{72A63514-FA77-4635-84D5-2281481EC126}" presName="ThreeNodes_2_text" presStyleLbl="node1" presStyleIdx="2" presStyleCnt="3">
        <dgm:presLayoutVars>
          <dgm:bulletEnabled val="1"/>
        </dgm:presLayoutVars>
      </dgm:prSet>
      <dgm:spPr/>
    </dgm:pt>
    <dgm:pt modelId="{ECC9E78E-71B1-4686-9BEB-5F5AEC2C8817}" type="pres">
      <dgm:prSet presAssocID="{72A63514-FA77-4635-84D5-2281481EC12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03CB906-649A-41DB-85AA-73795954D022}" type="presOf" srcId="{513958D6-0B47-4D85-B901-6D54A6480392}" destId="{ECC9E78E-71B1-4686-9BEB-5F5AEC2C8817}" srcOrd="1" destOrd="0" presId="urn:microsoft.com/office/officeart/2005/8/layout/vProcess5"/>
    <dgm:cxn modelId="{F9C14927-0AA5-462E-92E7-AC27A222A7FE}" srcId="{72A63514-FA77-4635-84D5-2281481EC126}" destId="{372E2E85-5EE0-4D99-BBCE-C4EA71654BDF}" srcOrd="1" destOrd="0" parTransId="{FB54B2C5-6368-4D6F-9CF9-B4E1749A1D8E}" sibTransId="{FE958490-454E-4CBA-976E-D0D0001BE170}"/>
    <dgm:cxn modelId="{50CA6D43-183F-49E9-B1EF-96C9C5321686}" type="presOf" srcId="{686904A2-DF0C-441E-9E54-D7BE6915B67D}" destId="{1137C31D-70A3-44E7-B55A-922CC160A1A8}" srcOrd="0" destOrd="0" presId="urn:microsoft.com/office/officeart/2005/8/layout/vProcess5"/>
    <dgm:cxn modelId="{7E88414D-051B-498D-BB68-B1AC2F1EDF99}" type="presOf" srcId="{BDB4A5AB-A019-4A84-A315-66E8BCB6C71D}" destId="{93B6758C-C856-485B-A2B5-836E8EBB1C3D}" srcOrd="0" destOrd="0" presId="urn:microsoft.com/office/officeart/2005/8/layout/vProcess5"/>
    <dgm:cxn modelId="{40CB4C4F-C4C3-4C03-87C7-92C73149D242}" type="presOf" srcId="{72A63514-FA77-4635-84D5-2281481EC126}" destId="{E09D8585-BFD8-4B5A-A282-73C76EE5E005}" srcOrd="0" destOrd="0" presId="urn:microsoft.com/office/officeart/2005/8/layout/vProcess5"/>
    <dgm:cxn modelId="{ABA51C75-35CA-4029-A2CB-C4C2C27BFCC4}" type="presOf" srcId="{372E2E85-5EE0-4D99-BBCE-C4EA71654BDF}" destId="{980C9972-195A-4441-90B8-B311E9E1A21A}" srcOrd="1" destOrd="0" presId="urn:microsoft.com/office/officeart/2005/8/layout/vProcess5"/>
    <dgm:cxn modelId="{2A713581-B294-4A18-B6F6-6A1E1DC9E686}" srcId="{72A63514-FA77-4635-84D5-2281481EC126}" destId="{513958D6-0B47-4D85-B901-6D54A6480392}" srcOrd="2" destOrd="0" parTransId="{26627515-5B89-40EE-9ED7-2D09458400D2}" sibTransId="{403C216F-B29A-4110-9211-7037F82CF6DF}"/>
    <dgm:cxn modelId="{970EA294-34F5-4FE4-8DE1-E9E73EB19040}" type="presOf" srcId="{372E2E85-5EE0-4D99-BBCE-C4EA71654BDF}" destId="{C1CA4D5A-5D8B-4B50-A323-992EBC744E85}" srcOrd="0" destOrd="0" presId="urn:microsoft.com/office/officeart/2005/8/layout/vProcess5"/>
    <dgm:cxn modelId="{C0ED689C-1422-416B-9E69-90ACAEB12412}" type="presOf" srcId="{513958D6-0B47-4D85-B901-6D54A6480392}" destId="{8C5A4F9C-A92B-49F2-A8E6-F7D8BAD84A90}" srcOrd="0" destOrd="0" presId="urn:microsoft.com/office/officeart/2005/8/layout/vProcess5"/>
    <dgm:cxn modelId="{67BD5BBC-40D0-46EB-9D56-54BA12F5168E}" srcId="{72A63514-FA77-4635-84D5-2281481EC126}" destId="{686904A2-DF0C-441E-9E54-D7BE6915B67D}" srcOrd="0" destOrd="0" parTransId="{EAE4ACB9-956C-4A94-9E64-F23021A3ED7C}" sibTransId="{BDB4A5AB-A019-4A84-A315-66E8BCB6C71D}"/>
    <dgm:cxn modelId="{611294E8-B23C-4E7F-A5AE-BE40C3DE49D6}" type="presOf" srcId="{FE958490-454E-4CBA-976E-D0D0001BE170}" destId="{684ADDC7-2B98-4F87-B97C-65BADC241782}" srcOrd="0" destOrd="0" presId="urn:microsoft.com/office/officeart/2005/8/layout/vProcess5"/>
    <dgm:cxn modelId="{67A7A4F0-FD06-482C-BCC0-893AA1AD2CD2}" type="presOf" srcId="{686904A2-DF0C-441E-9E54-D7BE6915B67D}" destId="{3B789291-D7F7-4B42-BBDE-840E4D385AC0}" srcOrd="1" destOrd="0" presId="urn:microsoft.com/office/officeart/2005/8/layout/vProcess5"/>
    <dgm:cxn modelId="{E615C1B9-B4EE-4E0C-8846-96CC494F7576}" type="presParOf" srcId="{E09D8585-BFD8-4B5A-A282-73C76EE5E005}" destId="{4DB6DEA6-B905-418E-9187-4902E96F55DB}" srcOrd="0" destOrd="0" presId="urn:microsoft.com/office/officeart/2005/8/layout/vProcess5"/>
    <dgm:cxn modelId="{B21B15DD-567B-4EF2-93B4-567EF7C90696}" type="presParOf" srcId="{E09D8585-BFD8-4B5A-A282-73C76EE5E005}" destId="{1137C31D-70A3-44E7-B55A-922CC160A1A8}" srcOrd="1" destOrd="0" presId="urn:microsoft.com/office/officeart/2005/8/layout/vProcess5"/>
    <dgm:cxn modelId="{539C36B0-8A06-4CC1-9872-AD63A9CE21AE}" type="presParOf" srcId="{E09D8585-BFD8-4B5A-A282-73C76EE5E005}" destId="{C1CA4D5A-5D8B-4B50-A323-992EBC744E85}" srcOrd="2" destOrd="0" presId="urn:microsoft.com/office/officeart/2005/8/layout/vProcess5"/>
    <dgm:cxn modelId="{75343428-DDD5-40B4-ACE9-CF207E34E614}" type="presParOf" srcId="{E09D8585-BFD8-4B5A-A282-73C76EE5E005}" destId="{8C5A4F9C-A92B-49F2-A8E6-F7D8BAD84A90}" srcOrd="3" destOrd="0" presId="urn:microsoft.com/office/officeart/2005/8/layout/vProcess5"/>
    <dgm:cxn modelId="{C0BC8581-B8BC-4B52-B7A4-BD427E823C1C}" type="presParOf" srcId="{E09D8585-BFD8-4B5A-A282-73C76EE5E005}" destId="{93B6758C-C856-485B-A2B5-836E8EBB1C3D}" srcOrd="4" destOrd="0" presId="urn:microsoft.com/office/officeart/2005/8/layout/vProcess5"/>
    <dgm:cxn modelId="{32042DC2-E3BE-457C-B441-4B26BD8ACC1A}" type="presParOf" srcId="{E09D8585-BFD8-4B5A-A282-73C76EE5E005}" destId="{684ADDC7-2B98-4F87-B97C-65BADC241782}" srcOrd="5" destOrd="0" presId="urn:microsoft.com/office/officeart/2005/8/layout/vProcess5"/>
    <dgm:cxn modelId="{425F96C1-E2F5-4A1C-8496-8D87CC88AE12}" type="presParOf" srcId="{E09D8585-BFD8-4B5A-A282-73C76EE5E005}" destId="{3B789291-D7F7-4B42-BBDE-840E4D385AC0}" srcOrd="6" destOrd="0" presId="urn:microsoft.com/office/officeart/2005/8/layout/vProcess5"/>
    <dgm:cxn modelId="{FC8C003B-6D5F-4D68-99F6-568D623AA80C}" type="presParOf" srcId="{E09D8585-BFD8-4B5A-A282-73C76EE5E005}" destId="{980C9972-195A-4441-90B8-B311E9E1A21A}" srcOrd="7" destOrd="0" presId="urn:microsoft.com/office/officeart/2005/8/layout/vProcess5"/>
    <dgm:cxn modelId="{382A7318-4FB1-4CA3-B473-57F5783B192B}" type="presParOf" srcId="{E09D8585-BFD8-4B5A-A282-73C76EE5E005}" destId="{ECC9E78E-71B1-4686-9BEB-5F5AEC2C881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F78B2A-1868-4D14-966B-951B5832E10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FA1188-6A2B-4471-A381-B936653C4C02}">
      <dgm:prSet/>
      <dgm:spPr/>
      <dgm:t>
        <a:bodyPr/>
        <a:lstStyle/>
        <a:p>
          <a:r>
            <a:rPr lang="en-US"/>
            <a:t>Definition: Teaching computers to learn patterns from data and improve over time without explicit programming.</a:t>
          </a:r>
        </a:p>
      </dgm:t>
    </dgm:pt>
    <dgm:pt modelId="{6269213E-A2A4-4A5B-8C12-06CCBDEFDBDF}" type="parTrans" cxnId="{6A877BD0-B419-4B97-A422-B80FEDFED500}">
      <dgm:prSet/>
      <dgm:spPr/>
      <dgm:t>
        <a:bodyPr/>
        <a:lstStyle/>
        <a:p>
          <a:endParaRPr lang="en-US"/>
        </a:p>
      </dgm:t>
    </dgm:pt>
    <dgm:pt modelId="{BED82F31-7D65-4C6E-B191-6BE3F81FBB66}" type="sibTrans" cxnId="{6A877BD0-B419-4B97-A422-B80FEDFED500}">
      <dgm:prSet/>
      <dgm:spPr/>
      <dgm:t>
        <a:bodyPr/>
        <a:lstStyle/>
        <a:p>
          <a:endParaRPr lang="en-US"/>
        </a:p>
      </dgm:t>
    </dgm:pt>
    <dgm:pt modelId="{99C9668B-3F02-41AD-926F-9A78845D325B}">
      <dgm:prSet/>
      <dgm:spPr/>
      <dgm:t>
        <a:bodyPr/>
        <a:lstStyle/>
        <a:p>
          <a:r>
            <a:rPr lang="en-US"/>
            <a:t>Types: Supervised, Unsupervised, Reinforcement</a:t>
          </a:r>
        </a:p>
      </dgm:t>
    </dgm:pt>
    <dgm:pt modelId="{D67F8AD5-54DC-4A5D-9CE7-C5907FC60EBC}" type="parTrans" cxnId="{CE01239B-E708-4263-90BA-A450261994A6}">
      <dgm:prSet/>
      <dgm:spPr/>
      <dgm:t>
        <a:bodyPr/>
        <a:lstStyle/>
        <a:p>
          <a:endParaRPr lang="en-US"/>
        </a:p>
      </dgm:t>
    </dgm:pt>
    <dgm:pt modelId="{C4D126EA-F736-4C05-B0A1-FA8675BD67F9}" type="sibTrans" cxnId="{CE01239B-E708-4263-90BA-A450261994A6}">
      <dgm:prSet/>
      <dgm:spPr/>
      <dgm:t>
        <a:bodyPr/>
        <a:lstStyle/>
        <a:p>
          <a:endParaRPr lang="en-US"/>
        </a:p>
      </dgm:t>
    </dgm:pt>
    <dgm:pt modelId="{4468E9E0-0BAA-4A1C-8BB1-4C75748E4CE9}">
      <dgm:prSet/>
      <dgm:spPr/>
      <dgm:t>
        <a:bodyPr/>
        <a:lstStyle/>
        <a:p>
          <a:r>
            <a:rPr lang="en-US"/>
            <a:t>Examples: Netflix recommendations, spam filter</a:t>
          </a:r>
        </a:p>
      </dgm:t>
    </dgm:pt>
    <dgm:pt modelId="{AD4EAB0A-480F-4CB9-8F8E-4AC821EF7935}" type="parTrans" cxnId="{94FA286A-62C0-42AD-AD81-DCA0BD713F2C}">
      <dgm:prSet/>
      <dgm:spPr/>
      <dgm:t>
        <a:bodyPr/>
        <a:lstStyle/>
        <a:p>
          <a:endParaRPr lang="en-US"/>
        </a:p>
      </dgm:t>
    </dgm:pt>
    <dgm:pt modelId="{3B7E01E2-4477-472E-A648-838DFFE13897}" type="sibTrans" cxnId="{94FA286A-62C0-42AD-AD81-DCA0BD713F2C}">
      <dgm:prSet/>
      <dgm:spPr/>
      <dgm:t>
        <a:bodyPr/>
        <a:lstStyle/>
        <a:p>
          <a:endParaRPr lang="en-US"/>
        </a:p>
      </dgm:t>
    </dgm:pt>
    <dgm:pt modelId="{4E91693F-075A-4BC1-9433-F2E757B17596}" type="pres">
      <dgm:prSet presAssocID="{69F78B2A-1868-4D14-966B-951B5832E10B}" presName="Name0" presStyleCnt="0">
        <dgm:presLayoutVars>
          <dgm:dir/>
          <dgm:animLvl val="lvl"/>
          <dgm:resizeHandles val="exact"/>
        </dgm:presLayoutVars>
      </dgm:prSet>
      <dgm:spPr/>
    </dgm:pt>
    <dgm:pt modelId="{DE478030-E1E5-4235-ACCD-FFF74434E29E}" type="pres">
      <dgm:prSet presAssocID="{4468E9E0-0BAA-4A1C-8BB1-4C75748E4CE9}" presName="boxAndChildren" presStyleCnt="0"/>
      <dgm:spPr/>
    </dgm:pt>
    <dgm:pt modelId="{DD3C48AB-4AC9-43A3-A616-76ECCAABDEC6}" type="pres">
      <dgm:prSet presAssocID="{4468E9E0-0BAA-4A1C-8BB1-4C75748E4CE9}" presName="parentTextBox" presStyleLbl="node1" presStyleIdx="0" presStyleCnt="3"/>
      <dgm:spPr/>
    </dgm:pt>
    <dgm:pt modelId="{DEDD71DC-0CB7-4599-B30A-344BB4596C17}" type="pres">
      <dgm:prSet presAssocID="{C4D126EA-F736-4C05-B0A1-FA8675BD67F9}" presName="sp" presStyleCnt="0"/>
      <dgm:spPr/>
    </dgm:pt>
    <dgm:pt modelId="{4C8445D2-F3D2-4471-A79C-CEA5A9DD9764}" type="pres">
      <dgm:prSet presAssocID="{99C9668B-3F02-41AD-926F-9A78845D325B}" presName="arrowAndChildren" presStyleCnt="0"/>
      <dgm:spPr/>
    </dgm:pt>
    <dgm:pt modelId="{51CA14CA-F8FB-4B17-8D9B-0640FA5E008D}" type="pres">
      <dgm:prSet presAssocID="{99C9668B-3F02-41AD-926F-9A78845D325B}" presName="parentTextArrow" presStyleLbl="node1" presStyleIdx="1" presStyleCnt="3"/>
      <dgm:spPr/>
    </dgm:pt>
    <dgm:pt modelId="{FD48C03B-C33A-4D0C-86B7-C0F9CBE7AF04}" type="pres">
      <dgm:prSet presAssocID="{BED82F31-7D65-4C6E-B191-6BE3F81FBB66}" presName="sp" presStyleCnt="0"/>
      <dgm:spPr/>
    </dgm:pt>
    <dgm:pt modelId="{EA804DDD-0F0E-42D8-8C26-37CC214AA39A}" type="pres">
      <dgm:prSet presAssocID="{C7FA1188-6A2B-4471-A381-B936653C4C02}" presName="arrowAndChildren" presStyleCnt="0"/>
      <dgm:spPr/>
    </dgm:pt>
    <dgm:pt modelId="{2AEC14AC-769A-4E23-8B9D-0C642B5BF2C8}" type="pres">
      <dgm:prSet presAssocID="{C7FA1188-6A2B-4471-A381-B936653C4C02}" presName="parentTextArrow" presStyleLbl="node1" presStyleIdx="2" presStyleCnt="3"/>
      <dgm:spPr/>
    </dgm:pt>
  </dgm:ptLst>
  <dgm:cxnLst>
    <dgm:cxn modelId="{FC07DD02-D94F-4F27-AD13-37DE2C044C69}" type="presOf" srcId="{69F78B2A-1868-4D14-966B-951B5832E10B}" destId="{4E91693F-075A-4BC1-9433-F2E757B17596}" srcOrd="0" destOrd="0" presId="urn:microsoft.com/office/officeart/2005/8/layout/process4"/>
    <dgm:cxn modelId="{9442A921-20E2-4C98-880C-07AEB2FF9347}" type="presOf" srcId="{C7FA1188-6A2B-4471-A381-B936653C4C02}" destId="{2AEC14AC-769A-4E23-8B9D-0C642B5BF2C8}" srcOrd="0" destOrd="0" presId="urn:microsoft.com/office/officeart/2005/8/layout/process4"/>
    <dgm:cxn modelId="{BAB4D826-53CB-42A2-8698-4830B50A0966}" type="presOf" srcId="{4468E9E0-0BAA-4A1C-8BB1-4C75748E4CE9}" destId="{DD3C48AB-4AC9-43A3-A616-76ECCAABDEC6}" srcOrd="0" destOrd="0" presId="urn:microsoft.com/office/officeart/2005/8/layout/process4"/>
    <dgm:cxn modelId="{94FA286A-62C0-42AD-AD81-DCA0BD713F2C}" srcId="{69F78B2A-1868-4D14-966B-951B5832E10B}" destId="{4468E9E0-0BAA-4A1C-8BB1-4C75748E4CE9}" srcOrd="2" destOrd="0" parTransId="{AD4EAB0A-480F-4CB9-8F8E-4AC821EF7935}" sibTransId="{3B7E01E2-4477-472E-A648-838DFFE13897}"/>
    <dgm:cxn modelId="{CE01239B-E708-4263-90BA-A450261994A6}" srcId="{69F78B2A-1868-4D14-966B-951B5832E10B}" destId="{99C9668B-3F02-41AD-926F-9A78845D325B}" srcOrd="1" destOrd="0" parTransId="{D67F8AD5-54DC-4A5D-9CE7-C5907FC60EBC}" sibTransId="{C4D126EA-F736-4C05-B0A1-FA8675BD67F9}"/>
    <dgm:cxn modelId="{4F61FF8E-9AA4-4FC4-BAA3-1C9D0DAA4F0A}" type="presOf" srcId="{99C9668B-3F02-41AD-926F-9A78845D325B}" destId="{51CA14CA-F8FB-4B17-8D9B-0640FA5E008D}" srcOrd="0" destOrd="0" presId="urn:microsoft.com/office/officeart/2005/8/layout/process4"/>
    <dgm:cxn modelId="{6A877BD0-B419-4B97-A422-B80FEDFED500}" srcId="{69F78B2A-1868-4D14-966B-951B5832E10B}" destId="{C7FA1188-6A2B-4471-A381-B936653C4C02}" srcOrd="0" destOrd="0" parTransId="{6269213E-A2A4-4A5B-8C12-06CCBDEFDBDF}" sibTransId="{BED82F31-7D65-4C6E-B191-6BE3F81FBB66}"/>
    <dgm:cxn modelId="{D2E94426-FBC8-4F07-A6BE-7EEDFCF40ACE}" type="presParOf" srcId="{4E91693F-075A-4BC1-9433-F2E757B17596}" destId="{DE478030-E1E5-4235-ACCD-FFF74434E29E}" srcOrd="0" destOrd="0" presId="urn:microsoft.com/office/officeart/2005/8/layout/process4"/>
    <dgm:cxn modelId="{BF745499-C8F4-4A62-8BC5-78524D81465D}" type="presParOf" srcId="{DE478030-E1E5-4235-ACCD-FFF74434E29E}" destId="{DD3C48AB-4AC9-43A3-A616-76ECCAABDEC6}" srcOrd="0" destOrd="0" presId="urn:microsoft.com/office/officeart/2005/8/layout/process4"/>
    <dgm:cxn modelId="{0FBFA605-93FB-4515-814F-E6A5E5E09E0D}" type="presParOf" srcId="{4E91693F-075A-4BC1-9433-F2E757B17596}" destId="{DEDD71DC-0CB7-4599-B30A-344BB4596C17}" srcOrd="1" destOrd="0" presId="urn:microsoft.com/office/officeart/2005/8/layout/process4"/>
    <dgm:cxn modelId="{BDBF558D-9D56-47B4-9328-C0BBE645906C}" type="presParOf" srcId="{4E91693F-075A-4BC1-9433-F2E757B17596}" destId="{4C8445D2-F3D2-4471-A79C-CEA5A9DD9764}" srcOrd="2" destOrd="0" presId="urn:microsoft.com/office/officeart/2005/8/layout/process4"/>
    <dgm:cxn modelId="{5D0FC0C7-7086-4E6B-B66F-1A41DB07BFA1}" type="presParOf" srcId="{4C8445D2-F3D2-4471-A79C-CEA5A9DD9764}" destId="{51CA14CA-F8FB-4B17-8D9B-0640FA5E008D}" srcOrd="0" destOrd="0" presId="urn:microsoft.com/office/officeart/2005/8/layout/process4"/>
    <dgm:cxn modelId="{93FF3E58-4144-4E10-9B2C-04AA485B8532}" type="presParOf" srcId="{4E91693F-075A-4BC1-9433-F2E757B17596}" destId="{FD48C03B-C33A-4D0C-86B7-C0F9CBE7AF04}" srcOrd="3" destOrd="0" presId="urn:microsoft.com/office/officeart/2005/8/layout/process4"/>
    <dgm:cxn modelId="{113A3254-4B99-4449-8859-4DB777444D0F}" type="presParOf" srcId="{4E91693F-075A-4BC1-9433-F2E757B17596}" destId="{EA804DDD-0F0E-42D8-8C26-37CC214AA39A}" srcOrd="4" destOrd="0" presId="urn:microsoft.com/office/officeart/2005/8/layout/process4"/>
    <dgm:cxn modelId="{E8E6A8D2-E3AD-4F94-AD2A-4065E6AE8C4A}" type="presParOf" srcId="{EA804DDD-0F0E-42D8-8C26-37CC214AA39A}" destId="{2AEC14AC-769A-4E23-8B9D-0C642B5BF2C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730B39-33DF-42DF-A3CE-67DEE5630AD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56752FA-9DBD-4795-9518-119D3FEDE1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Text Input</a:t>
          </a:r>
          <a:br>
            <a:rPr lang="en-US"/>
          </a:br>
          <a:r>
            <a:rPr lang="en-US"/>
            <a:t>→ The machine receives the sentence as text or voice.</a:t>
          </a:r>
        </a:p>
      </dgm:t>
    </dgm:pt>
    <dgm:pt modelId="{F3FA74DB-8AB2-470C-B840-6A7E533140E8}" type="parTrans" cxnId="{0847810B-3D03-4FC8-A3FD-59F6962B61CA}">
      <dgm:prSet/>
      <dgm:spPr/>
      <dgm:t>
        <a:bodyPr/>
        <a:lstStyle/>
        <a:p>
          <a:endParaRPr lang="en-US"/>
        </a:p>
      </dgm:t>
    </dgm:pt>
    <dgm:pt modelId="{8601AFA4-9716-463A-A42A-6C4468EA07C0}" type="sibTrans" cxnId="{0847810B-3D03-4FC8-A3FD-59F6962B61CA}">
      <dgm:prSet/>
      <dgm:spPr/>
      <dgm:t>
        <a:bodyPr/>
        <a:lstStyle/>
        <a:p>
          <a:endParaRPr lang="en-US"/>
        </a:p>
      </dgm:t>
    </dgm:pt>
    <dgm:pt modelId="{B1C62ADB-575F-4EA6-92AC-5A93ECFF7F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Tokenization</a:t>
          </a:r>
          <a:br>
            <a:rPr lang="en-US"/>
          </a:br>
          <a:r>
            <a:rPr lang="en-US"/>
            <a:t>→ Breaks it into words:</a:t>
          </a:r>
          <a:br>
            <a:rPr lang="en-US"/>
          </a:br>
          <a:r>
            <a:rPr lang="en-US"/>
            <a:t>["Turn", "off", "the", "lights", "in", "the", "living", "room"]</a:t>
          </a:r>
        </a:p>
      </dgm:t>
    </dgm:pt>
    <dgm:pt modelId="{A2CA7B1A-E0AD-4529-9E4F-144607CFDDCC}" type="parTrans" cxnId="{019CCC31-B316-4DBD-9EDE-81E21499A014}">
      <dgm:prSet/>
      <dgm:spPr/>
      <dgm:t>
        <a:bodyPr/>
        <a:lstStyle/>
        <a:p>
          <a:endParaRPr lang="en-US"/>
        </a:p>
      </dgm:t>
    </dgm:pt>
    <dgm:pt modelId="{FBC6B1E8-6938-4F2B-B80A-2BCF22521153}" type="sibTrans" cxnId="{019CCC31-B316-4DBD-9EDE-81E21499A014}">
      <dgm:prSet/>
      <dgm:spPr/>
      <dgm:t>
        <a:bodyPr/>
        <a:lstStyle/>
        <a:p>
          <a:endParaRPr lang="en-US"/>
        </a:p>
      </dgm:t>
    </dgm:pt>
    <dgm:pt modelId="{F738D160-997A-4FC6-9E3B-DF21B2D015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Part-of-Speech Tagging</a:t>
          </a:r>
          <a:br>
            <a:rPr lang="en-US"/>
          </a:br>
          <a:r>
            <a:rPr lang="en-US"/>
            <a:t>→ Identifies word roles:</a:t>
          </a:r>
          <a:br>
            <a:rPr lang="en-US"/>
          </a:br>
          <a:r>
            <a:rPr lang="en-US"/>
            <a:t>- Verb: Turn off</a:t>
          </a:r>
          <a:br>
            <a:rPr lang="en-US"/>
          </a:br>
          <a:r>
            <a:rPr lang="en-US"/>
            <a:t>- Object: lights</a:t>
          </a:r>
          <a:br>
            <a:rPr lang="en-US"/>
          </a:br>
          <a:r>
            <a:rPr lang="en-US"/>
            <a:t>- Location: living room</a:t>
          </a:r>
        </a:p>
      </dgm:t>
    </dgm:pt>
    <dgm:pt modelId="{C0DF777F-2F34-4CAA-9C03-764320DE9C79}" type="parTrans" cxnId="{8977078C-F3F8-4B72-8F2B-0E8DEFCDC723}">
      <dgm:prSet/>
      <dgm:spPr/>
      <dgm:t>
        <a:bodyPr/>
        <a:lstStyle/>
        <a:p>
          <a:endParaRPr lang="en-US"/>
        </a:p>
      </dgm:t>
    </dgm:pt>
    <dgm:pt modelId="{32D07EC4-1B04-4491-9F4B-35DF9A08D41A}" type="sibTrans" cxnId="{8977078C-F3F8-4B72-8F2B-0E8DEFCDC723}">
      <dgm:prSet/>
      <dgm:spPr/>
      <dgm:t>
        <a:bodyPr/>
        <a:lstStyle/>
        <a:p>
          <a:endParaRPr lang="en-US"/>
        </a:p>
      </dgm:t>
    </dgm:pt>
    <dgm:pt modelId="{6E9065AC-EE72-4008-8B33-9DDF19242CE4}" type="pres">
      <dgm:prSet presAssocID="{AC730B39-33DF-42DF-A3CE-67DEE5630AD9}" presName="root" presStyleCnt="0">
        <dgm:presLayoutVars>
          <dgm:dir/>
          <dgm:resizeHandles val="exact"/>
        </dgm:presLayoutVars>
      </dgm:prSet>
      <dgm:spPr/>
    </dgm:pt>
    <dgm:pt modelId="{F8D93D1F-BD7E-430C-AA86-06338A88CCC9}" type="pres">
      <dgm:prSet presAssocID="{356752FA-9DBD-4795-9518-119D3FEDE1AD}" presName="compNode" presStyleCnt="0"/>
      <dgm:spPr/>
    </dgm:pt>
    <dgm:pt modelId="{0154D7E6-99A0-440F-8E7F-437A52D19A07}" type="pres">
      <dgm:prSet presAssocID="{356752FA-9DBD-4795-9518-119D3FEDE1AD}" presName="bgRect" presStyleLbl="bgShp" presStyleIdx="0" presStyleCnt="3"/>
      <dgm:spPr/>
    </dgm:pt>
    <dgm:pt modelId="{03E01B91-6D81-4BD0-8B59-2371D31D644E}" type="pres">
      <dgm:prSet presAssocID="{356752FA-9DBD-4795-9518-119D3FEDE1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FB3D98A6-3E2A-4BC1-AE64-FA85AD0D9C34}" type="pres">
      <dgm:prSet presAssocID="{356752FA-9DBD-4795-9518-119D3FEDE1AD}" presName="spaceRect" presStyleCnt="0"/>
      <dgm:spPr/>
    </dgm:pt>
    <dgm:pt modelId="{F0256067-92E8-483C-885F-C340CFE870FE}" type="pres">
      <dgm:prSet presAssocID="{356752FA-9DBD-4795-9518-119D3FEDE1AD}" presName="parTx" presStyleLbl="revTx" presStyleIdx="0" presStyleCnt="3">
        <dgm:presLayoutVars>
          <dgm:chMax val="0"/>
          <dgm:chPref val="0"/>
        </dgm:presLayoutVars>
      </dgm:prSet>
      <dgm:spPr/>
    </dgm:pt>
    <dgm:pt modelId="{2D408C35-2018-4B41-8C04-42E01FC66F5C}" type="pres">
      <dgm:prSet presAssocID="{8601AFA4-9716-463A-A42A-6C4468EA07C0}" presName="sibTrans" presStyleCnt="0"/>
      <dgm:spPr/>
    </dgm:pt>
    <dgm:pt modelId="{16D02504-8C67-4BF9-93FB-0F9ECE53E412}" type="pres">
      <dgm:prSet presAssocID="{B1C62ADB-575F-4EA6-92AC-5A93ECFF7F80}" presName="compNode" presStyleCnt="0"/>
      <dgm:spPr/>
    </dgm:pt>
    <dgm:pt modelId="{B4786D5A-642C-4F61-A94B-448BC91E9B41}" type="pres">
      <dgm:prSet presAssocID="{B1C62ADB-575F-4EA6-92AC-5A93ECFF7F80}" presName="bgRect" presStyleLbl="bgShp" presStyleIdx="1" presStyleCnt="3"/>
      <dgm:spPr/>
    </dgm:pt>
    <dgm:pt modelId="{191EF865-75C7-4FB0-B065-B406ADBABA77}" type="pres">
      <dgm:prSet presAssocID="{B1C62ADB-575F-4EA6-92AC-5A93ECFF7F8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EE437B56-E9AE-453A-BA06-D09C607FB95E}" type="pres">
      <dgm:prSet presAssocID="{B1C62ADB-575F-4EA6-92AC-5A93ECFF7F80}" presName="spaceRect" presStyleCnt="0"/>
      <dgm:spPr/>
    </dgm:pt>
    <dgm:pt modelId="{906A81D4-51F2-4DF2-B1E1-D375A54B59ED}" type="pres">
      <dgm:prSet presAssocID="{B1C62ADB-575F-4EA6-92AC-5A93ECFF7F80}" presName="parTx" presStyleLbl="revTx" presStyleIdx="1" presStyleCnt="3">
        <dgm:presLayoutVars>
          <dgm:chMax val="0"/>
          <dgm:chPref val="0"/>
        </dgm:presLayoutVars>
      </dgm:prSet>
      <dgm:spPr/>
    </dgm:pt>
    <dgm:pt modelId="{31F4D081-C877-4959-92AE-15C434A3C2F1}" type="pres">
      <dgm:prSet presAssocID="{FBC6B1E8-6938-4F2B-B80A-2BCF22521153}" presName="sibTrans" presStyleCnt="0"/>
      <dgm:spPr/>
    </dgm:pt>
    <dgm:pt modelId="{DA092F3F-E81F-40BE-B4A5-3775226EDB4D}" type="pres">
      <dgm:prSet presAssocID="{F738D160-997A-4FC6-9E3B-DF21B2D01533}" presName="compNode" presStyleCnt="0"/>
      <dgm:spPr/>
    </dgm:pt>
    <dgm:pt modelId="{3519FE2D-8452-42C2-B93D-B9FE31B39F3E}" type="pres">
      <dgm:prSet presAssocID="{F738D160-997A-4FC6-9E3B-DF21B2D01533}" presName="bgRect" presStyleLbl="bgShp" presStyleIdx="2" presStyleCnt="3"/>
      <dgm:spPr/>
    </dgm:pt>
    <dgm:pt modelId="{7D5788B2-932A-409E-9C10-A41674EFD287}" type="pres">
      <dgm:prSet presAssocID="{F738D160-997A-4FC6-9E3B-DF21B2D015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E3423781-466F-4FA2-BCFA-999AD487972E}" type="pres">
      <dgm:prSet presAssocID="{F738D160-997A-4FC6-9E3B-DF21B2D01533}" presName="spaceRect" presStyleCnt="0"/>
      <dgm:spPr/>
    </dgm:pt>
    <dgm:pt modelId="{B58D020A-7EF2-4738-91E4-C60CC46C34F4}" type="pres">
      <dgm:prSet presAssocID="{F738D160-997A-4FC6-9E3B-DF21B2D0153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847810B-3D03-4FC8-A3FD-59F6962B61CA}" srcId="{AC730B39-33DF-42DF-A3CE-67DEE5630AD9}" destId="{356752FA-9DBD-4795-9518-119D3FEDE1AD}" srcOrd="0" destOrd="0" parTransId="{F3FA74DB-8AB2-470C-B840-6A7E533140E8}" sibTransId="{8601AFA4-9716-463A-A42A-6C4468EA07C0}"/>
    <dgm:cxn modelId="{019CCC31-B316-4DBD-9EDE-81E21499A014}" srcId="{AC730B39-33DF-42DF-A3CE-67DEE5630AD9}" destId="{B1C62ADB-575F-4EA6-92AC-5A93ECFF7F80}" srcOrd="1" destOrd="0" parTransId="{A2CA7B1A-E0AD-4529-9E4F-144607CFDDCC}" sibTransId="{FBC6B1E8-6938-4F2B-B80A-2BCF22521153}"/>
    <dgm:cxn modelId="{A9490339-E050-439F-B64F-AE093F179334}" type="presOf" srcId="{AC730B39-33DF-42DF-A3CE-67DEE5630AD9}" destId="{6E9065AC-EE72-4008-8B33-9DDF19242CE4}" srcOrd="0" destOrd="0" presId="urn:microsoft.com/office/officeart/2018/2/layout/IconVerticalSolidList"/>
    <dgm:cxn modelId="{65C63496-F431-43FF-B6F9-93CC3A23D018}" type="presOf" srcId="{F738D160-997A-4FC6-9E3B-DF21B2D01533}" destId="{B58D020A-7EF2-4738-91E4-C60CC46C34F4}" srcOrd="0" destOrd="0" presId="urn:microsoft.com/office/officeart/2018/2/layout/IconVerticalSolidList"/>
    <dgm:cxn modelId="{8977078C-F3F8-4B72-8F2B-0E8DEFCDC723}" srcId="{AC730B39-33DF-42DF-A3CE-67DEE5630AD9}" destId="{F738D160-997A-4FC6-9E3B-DF21B2D01533}" srcOrd="2" destOrd="0" parTransId="{C0DF777F-2F34-4CAA-9C03-764320DE9C79}" sibTransId="{32D07EC4-1B04-4491-9F4B-35DF9A08D41A}"/>
    <dgm:cxn modelId="{939CDFFB-3EB9-4037-9F65-DE3130B7DA9E}" type="presOf" srcId="{B1C62ADB-575F-4EA6-92AC-5A93ECFF7F80}" destId="{906A81D4-51F2-4DF2-B1E1-D375A54B59ED}" srcOrd="0" destOrd="0" presId="urn:microsoft.com/office/officeart/2018/2/layout/IconVerticalSolidList"/>
    <dgm:cxn modelId="{60713CFF-A2EA-41E4-B61B-781955282327}" type="presOf" srcId="{356752FA-9DBD-4795-9518-119D3FEDE1AD}" destId="{F0256067-92E8-483C-885F-C340CFE870FE}" srcOrd="0" destOrd="0" presId="urn:microsoft.com/office/officeart/2018/2/layout/IconVerticalSolidList"/>
    <dgm:cxn modelId="{A3B55E38-8C64-436A-8547-A56BC3E03BB8}" type="presParOf" srcId="{6E9065AC-EE72-4008-8B33-9DDF19242CE4}" destId="{F8D93D1F-BD7E-430C-AA86-06338A88CCC9}" srcOrd="0" destOrd="0" presId="urn:microsoft.com/office/officeart/2018/2/layout/IconVerticalSolidList"/>
    <dgm:cxn modelId="{07A72DF9-EF7F-4495-8E16-0E7E71C09EF3}" type="presParOf" srcId="{F8D93D1F-BD7E-430C-AA86-06338A88CCC9}" destId="{0154D7E6-99A0-440F-8E7F-437A52D19A07}" srcOrd="0" destOrd="0" presId="urn:microsoft.com/office/officeart/2018/2/layout/IconVerticalSolidList"/>
    <dgm:cxn modelId="{4923AE0F-BAA0-4EC8-A338-3C0E8AB640DD}" type="presParOf" srcId="{F8D93D1F-BD7E-430C-AA86-06338A88CCC9}" destId="{03E01B91-6D81-4BD0-8B59-2371D31D644E}" srcOrd="1" destOrd="0" presId="urn:microsoft.com/office/officeart/2018/2/layout/IconVerticalSolidList"/>
    <dgm:cxn modelId="{5EE39337-4669-4229-AB08-DC033A93BD49}" type="presParOf" srcId="{F8D93D1F-BD7E-430C-AA86-06338A88CCC9}" destId="{FB3D98A6-3E2A-4BC1-AE64-FA85AD0D9C34}" srcOrd="2" destOrd="0" presId="urn:microsoft.com/office/officeart/2018/2/layout/IconVerticalSolidList"/>
    <dgm:cxn modelId="{A37DF1FB-B68A-4F31-AC85-1999E9C03DDA}" type="presParOf" srcId="{F8D93D1F-BD7E-430C-AA86-06338A88CCC9}" destId="{F0256067-92E8-483C-885F-C340CFE870FE}" srcOrd="3" destOrd="0" presId="urn:microsoft.com/office/officeart/2018/2/layout/IconVerticalSolidList"/>
    <dgm:cxn modelId="{B6617576-E623-4E59-A028-C325F69B7F4D}" type="presParOf" srcId="{6E9065AC-EE72-4008-8B33-9DDF19242CE4}" destId="{2D408C35-2018-4B41-8C04-42E01FC66F5C}" srcOrd="1" destOrd="0" presId="urn:microsoft.com/office/officeart/2018/2/layout/IconVerticalSolidList"/>
    <dgm:cxn modelId="{B44900C7-121F-4DF5-847A-E0079C72992D}" type="presParOf" srcId="{6E9065AC-EE72-4008-8B33-9DDF19242CE4}" destId="{16D02504-8C67-4BF9-93FB-0F9ECE53E412}" srcOrd="2" destOrd="0" presId="urn:microsoft.com/office/officeart/2018/2/layout/IconVerticalSolidList"/>
    <dgm:cxn modelId="{5BFEF885-E863-4B79-80D4-B7F5151953DA}" type="presParOf" srcId="{16D02504-8C67-4BF9-93FB-0F9ECE53E412}" destId="{B4786D5A-642C-4F61-A94B-448BC91E9B41}" srcOrd="0" destOrd="0" presId="urn:microsoft.com/office/officeart/2018/2/layout/IconVerticalSolidList"/>
    <dgm:cxn modelId="{7A9FDAEB-4E8D-44CB-8167-5DDEC196A4FA}" type="presParOf" srcId="{16D02504-8C67-4BF9-93FB-0F9ECE53E412}" destId="{191EF865-75C7-4FB0-B065-B406ADBABA77}" srcOrd="1" destOrd="0" presId="urn:microsoft.com/office/officeart/2018/2/layout/IconVerticalSolidList"/>
    <dgm:cxn modelId="{401B1753-4CBB-49DF-BD24-A2D1FC4E0FFA}" type="presParOf" srcId="{16D02504-8C67-4BF9-93FB-0F9ECE53E412}" destId="{EE437B56-E9AE-453A-BA06-D09C607FB95E}" srcOrd="2" destOrd="0" presId="urn:microsoft.com/office/officeart/2018/2/layout/IconVerticalSolidList"/>
    <dgm:cxn modelId="{402F7AAD-D451-4D64-A695-07A7B617105C}" type="presParOf" srcId="{16D02504-8C67-4BF9-93FB-0F9ECE53E412}" destId="{906A81D4-51F2-4DF2-B1E1-D375A54B59ED}" srcOrd="3" destOrd="0" presId="urn:microsoft.com/office/officeart/2018/2/layout/IconVerticalSolidList"/>
    <dgm:cxn modelId="{0FEB8734-7633-48FC-9C48-EB97F44CFDED}" type="presParOf" srcId="{6E9065AC-EE72-4008-8B33-9DDF19242CE4}" destId="{31F4D081-C877-4959-92AE-15C434A3C2F1}" srcOrd="3" destOrd="0" presId="urn:microsoft.com/office/officeart/2018/2/layout/IconVerticalSolidList"/>
    <dgm:cxn modelId="{8AF778BF-425B-4C2D-9064-076D6E51112B}" type="presParOf" srcId="{6E9065AC-EE72-4008-8B33-9DDF19242CE4}" destId="{DA092F3F-E81F-40BE-B4A5-3775226EDB4D}" srcOrd="4" destOrd="0" presId="urn:microsoft.com/office/officeart/2018/2/layout/IconVerticalSolidList"/>
    <dgm:cxn modelId="{406194DC-BC8C-496F-89EA-B48165021056}" type="presParOf" srcId="{DA092F3F-E81F-40BE-B4A5-3775226EDB4D}" destId="{3519FE2D-8452-42C2-B93D-B9FE31B39F3E}" srcOrd="0" destOrd="0" presId="urn:microsoft.com/office/officeart/2018/2/layout/IconVerticalSolidList"/>
    <dgm:cxn modelId="{7AA9356D-B4CA-458F-99B1-32C1FF242FF6}" type="presParOf" srcId="{DA092F3F-E81F-40BE-B4A5-3775226EDB4D}" destId="{7D5788B2-932A-409E-9C10-A41674EFD287}" srcOrd="1" destOrd="0" presId="urn:microsoft.com/office/officeart/2018/2/layout/IconVerticalSolidList"/>
    <dgm:cxn modelId="{479AA6C9-D971-4F80-960A-4267EE01B4F8}" type="presParOf" srcId="{DA092F3F-E81F-40BE-B4A5-3775226EDB4D}" destId="{E3423781-466F-4FA2-BCFA-999AD487972E}" srcOrd="2" destOrd="0" presId="urn:microsoft.com/office/officeart/2018/2/layout/IconVerticalSolidList"/>
    <dgm:cxn modelId="{66AD0D24-D0BB-4D31-BBDD-EBAC9129F505}" type="presParOf" srcId="{DA092F3F-E81F-40BE-B4A5-3775226EDB4D}" destId="{B58D020A-7EF2-4738-91E4-C60CC46C34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E6712C-995B-40E4-8428-75F0D006153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CDAEF5-3C81-42B2-A8FC-ADC71A2CE96C}">
      <dgm:prSet/>
      <dgm:spPr/>
      <dgm:t>
        <a:bodyPr/>
        <a:lstStyle/>
        <a:p>
          <a:r>
            <a:rPr lang="en-US"/>
            <a:t>Definition: Enabling machines to interpret and understand visual information.</a:t>
          </a:r>
        </a:p>
      </dgm:t>
    </dgm:pt>
    <dgm:pt modelId="{F45F3910-878D-4CEE-98C2-9BE581B8DC31}" type="parTrans" cxnId="{9797640E-BB8C-44A7-A9E9-E9FDA5000C4C}">
      <dgm:prSet/>
      <dgm:spPr/>
      <dgm:t>
        <a:bodyPr/>
        <a:lstStyle/>
        <a:p>
          <a:endParaRPr lang="en-US"/>
        </a:p>
      </dgm:t>
    </dgm:pt>
    <dgm:pt modelId="{67CBEC2E-6298-4039-A1FC-9647DF88685F}" type="sibTrans" cxnId="{9797640E-BB8C-44A7-A9E9-E9FDA5000C4C}">
      <dgm:prSet/>
      <dgm:spPr/>
      <dgm:t>
        <a:bodyPr/>
        <a:lstStyle/>
        <a:p>
          <a:endParaRPr lang="en-US"/>
        </a:p>
      </dgm:t>
    </dgm:pt>
    <dgm:pt modelId="{561F4476-3E0B-45DA-B390-93AE7AE4FEB9}">
      <dgm:prSet/>
      <dgm:spPr/>
      <dgm:t>
        <a:bodyPr/>
        <a:lstStyle/>
        <a:p>
          <a:r>
            <a:rPr lang="en-US"/>
            <a:t>Examples: Self-driving cars, medical imaging, barcode scanning</a:t>
          </a:r>
        </a:p>
      </dgm:t>
    </dgm:pt>
    <dgm:pt modelId="{1B39E044-0350-4332-BEC3-5F2C1AC15AC9}" type="parTrans" cxnId="{C26FF955-5F53-4920-840F-4DAD5FA2AB30}">
      <dgm:prSet/>
      <dgm:spPr/>
      <dgm:t>
        <a:bodyPr/>
        <a:lstStyle/>
        <a:p>
          <a:endParaRPr lang="en-US"/>
        </a:p>
      </dgm:t>
    </dgm:pt>
    <dgm:pt modelId="{98F129CD-7DD6-4A04-9106-B23B72E80E30}" type="sibTrans" cxnId="{C26FF955-5F53-4920-840F-4DAD5FA2AB30}">
      <dgm:prSet/>
      <dgm:spPr/>
      <dgm:t>
        <a:bodyPr/>
        <a:lstStyle/>
        <a:p>
          <a:endParaRPr lang="en-US"/>
        </a:p>
      </dgm:t>
    </dgm:pt>
    <dgm:pt modelId="{43C4A5B1-4AC1-4162-9171-F369AA251E67}" type="pres">
      <dgm:prSet presAssocID="{4AE6712C-995B-40E4-8428-75F0D006153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A2134D-302A-4C51-91CA-E04B6FBA376D}" type="pres">
      <dgm:prSet presAssocID="{AECDAEF5-3C81-42B2-A8FC-ADC71A2CE96C}" presName="hierRoot1" presStyleCnt="0"/>
      <dgm:spPr/>
    </dgm:pt>
    <dgm:pt modelId="{5CD8F65F-6E6C-4ADF-865F-2A050FA71A78}" type="pres">
      <dgm:prSet presAssocID="{AECDAEF5-3C81-42B2-A8FC-ADC71A2CE96C}" presName="composite" presStyleCnt="0"/>
      <dgm:spPr/>
    </dgm:pt>
    <dgm:pt modelId="{7C99FB5B-A6A5-4698-A8ED-89435E9F8A10}" type="pres">
      <dgm:prSet presAssocID="{AECDAEF5-3C81-42B2-A8FC-ADC71A2CE96C}" presName="background" presStyleLbl="node0" presStyleIdx="0" presStyleCnt="2"/>
      <dgm:spPr/>
    </dgm:pt>
    <dgm:pt modelId="{D071D45F-84AB-418E-9967-FE8B2DCB08BB}" type="pres">
      <dgm:prSet presAssocID="{AECDAEF5-3C81-42B2-A8FC-ADC71A2CE96C}" presName="text" presStyleLbl="fgAcc0" presStyleIdx="0" presStyleCnt="2">
        <dgm:presLayoutVars>
          <dgm:chPref val="3"/>
        </dgm:presLayoutVars>
      </dgm:prSet>
      <dgm:spPr/>
    </dgm:pt>
    <dgm:pt modelId="{6CCDFCB9-AE2F-4AB7-963C-207797C9EB9A}" type="pres">
      <dgm:prSet presAssocID="{AECDAEF5-3C81-42B2-A8FC-ADC71A2CE96C}" presName="hierChild2" presStyleCnt="0"/>
      <dgm:spPr/>
    </dgm:pt>
    <dgm:pt modelId="{4413ACBF-83B3-463B-98A3-B320A291D59D}" type="pres">
      <dgm:prSet presAssocID="{561F4476-3E0B-45DA-B390-93AE7AE4FEB9}" presName="hierRoot1" presStyleCnt="0"/>
      <dgm:spPr/>
    </dgm:pt>
    <dgm:pt modelId="{BFD326DB-5E1E-4AED-930D-945590B17135}" type="pres">
      <dgm:prSet presAssocID="{561F4476-3E0B-45DA-B390-93AE7AE4FEB9}" presName="composite" presStyleCnt="0"/>
      <dgm:spPr/>
    </dgm:pt>
    <dgm:pt modelId="{2987FBF8-B2E2-4202-88EE-66B8B8389D8C}" type="pres">
      <dgm:prSet presAssocID="{561F4476-3E0B-45DA-B390-93AE7AE4FEB9}" presName="background" presStyleLbl="node0" presStyleIdx="1" presStyleCnt="2"/>
      <dgm:spPr/>
    </dgm:pt>
    <dgm:pt modelId="{AA4E3C63-48D2-4994-B682-2C31609E7297}" type="pres">
      <dgm:prSet presAssocID="{561F4476-3E0B-45DA-B390-93AE7AE4FEB9}" presName="text" presStyleLbl="fgAcc0" presStyleIdx="1" presStyleCnt="2">
        <dgm:presLayoutVars>
          <dgm:chPref val="3"/>
        </dgm:presLayoutVars>
      </dgm:prSet>
      <dgm:spPr/>
    </dgm:pt>
    <dgm:pt modelId="{2C1A6145-4B71-4A6F-BB0C-2E3F43B6B5C5}" type="pres">
      <dgm:prSet presAssocID="{561F4476-3E0B-45DA-B390-93AE7AE4FEB9}" presName="hierChild2" presStyleCnt="0"/>
      <dgm:spPr/>
    </dgm:pt>
  </dgm:ptLst>
  <dgm:cxnLst>
    <dgm:cxn modelId="{9797640E-BB8C-44A7-A9E9-E9FDA5000C4C}" srcId="{4AE6712C-995B-40E4-8428-75F0D0061537}" destId="{AECDAEF5-3C81-42B2-A8FC-ADC71A2CE96C}" srcOrd="0" destOrd="0" parTransId="{F45F3910-878D-4CEE-98C2-9BE581B8DC31}" sibTransId="{67CBEC2E-6298-4039-A1FC-9647DF88685F}"/>
    <dgm:cxn modelId="{13360A30-8F8E-42BF-8B5F-FE48DDEA905B}" type="presOf" srcId="{561F4476-3E0B-45DA-B390-93AE7AE4FEB9}" destId="{AA4E3C63-48D2-4994-B682-2C31609E7297}" srcOrd="0" destOrd="0" presId="urn:microsoft.com/office/officeart/2005/8/layout/hierarchy1"/>
    <dgm:cxn modelId="{72DEEB4C-E3B7-4E1D-ADC3-BCD8BD9F5996}" type="presOf" srcId="{AECDAEF5-3C81-42B2-A8FC-ADC71A2CE96C}" destId="{D071D45F-84AB-418E-9967-FE8B2DCB08BB}" srcOrd="0" destOrd="0" presId="urn:microsoft.com/office/officeart/2005/8/layout/hierarchy1"/>
    <dgm:cxn modelId="{C26FF955-5F53-4920-840F-4DAD5FA2AB30}" srcId="{4AE6712C-995B-40E4-8428-75F0D0061537}" destId="{561F4476-3E0B-45DA-B390-93AE7AE4FEB9}" srcOrd="1" destOrd="0" parTransId="{1B39E044-0350-4332-BEC3-5F2C1AC15AC9}" sibTransId="{98F129CD-7DD6-4A04-9106-B23B72E80E30}"/>
    <dgm:cxn modelId="{3CE8F09D-D6DC-4B9B-B533-A50BB29C1F0F}" type="presOf" srcId="{4AE6712C-995B-40E4-8428-75F0D0061537}" destId="{43C4A5B1-4AC1-4162-9171-F369AA251E67}" srcOrd="0" destOrd="0" presId="urn:microsoft.com/office/officeart/2005/8/layout/hierarchy1"/>
    <dgm:cxn modelId="{2EE849DD-84CC-485E-A40D-3F055A65EAF2}" type="presParOf" srcId="{43C4A5B1-4AC1-4162-9171-F369AA251E67}" destId="{19A2134D-302A-4C51-91CA-E04B6FBA376D}" srcOrd="0" destOrd="0" presId="urn:microsoft.com/office/officeart/2005/8/layout/hierarchy1"/>
    <dgm:cxn modelId="{C6C7C0A1-62E3-4794-8BA1-8CFA9E765B7A}" type="presParOf" srcId="{19A2134D-302A-4C51-91CA-E04B6FBA376D}" destId="{5CD8F65F-6E6C-4ADF-865F-2A050FA71A78}" srcOrd="0" destOrd="0" presId="urn:microsoft.com/office/officeart/2005/8/layout/hierarchy1"/>
    <dgm:cxn modelId="{3C67B67F-E71E-4684-947A-F94296A5E3A6}" type="presParOf" srcId="{5CD8F65F-6E6C-4ADF-865F-2A050FA71A78}" destId="{7C99FB5B-A6A5-4698-A8ED-89435E9F8A10}" srcOrd="0" destOrd="0" presId="urn:microsoft.com/office/officeart/2005/8/layout/hierarchy1"/>
    <dgm:cxn modelId="{A5146897-6C1A-4C77-A119-866F35F38ABA}" type="presParOf" srcId="{5CD8F65F-6E6C-4ADF-865F-2A050FA71A78}" destId="{D071D45F-84AB-418E-9967-FE8B2DCB08BB}" srcOrd="1" destOrd="0" presId="urn:microsoft.com/office/officeart/2005/8/layout/hierarchy1"/>
    <dgm:cxn modelId="{BE5D2BDE-4B11-43B2-BB87-9894F6AE0562}" type="presParOf" srcId="{19A2134D-302A-4C51-91CA-E04B6FBA376D}" destId="{6CCDFCB9-AE2F-4AB7-963C-207797C9EB9A}" srcOrd="1" destOrd="0" presId="urn:microsoft.com/office/officeart/2005/8/layout/hierarchy1"/>
    <dgm:cxn modelId="{6D170A69-9E15-4E4D-A70F-E5E05146A42D}" type="presParOf" srcId="{43C4A5B1-4AC1-4162-9171-F369AA251E67}" destId="{4413ACBF-83B3-463B-98A3-B320A291D59D}" srcOrd="1" destOrd="0" presId="urn:microsoft.com/office/officeart/2005/8/layout/hierarchy1"/>
    <dgm:cxn modelId="{5403F1F7-3B4D-4E99-8790-69FE05404149}" type="presParOf" srcId="{4413ACBF-83B3-463B-98A3-B320A291D59D}" destId="{BFD326DB-5E1E-4AED-930D-945590B17135}" srcOrd="0" destOrd="0" presId="urn:microsoft.com/office/officeart/2005/8/layout/hierarchy1"/>
    <dgm:cxn modelId="{43FB7C93-8D84-4286-9FCA-9EFD8818E82B}" type="presParOf" srcId="{BFD326DB-5E1E-4AED-930D-945590B17135}" destId="{2987FBF8-B2E2-4202-88EE-66B8B8389D8C}" srcOrd="0" destOrd="0" presId="urn:microsoft.com/office/officeart/2005/8/layout/hierarchy1"/>
    <dgm:cxn modelId="{616BBEB7-31DC-4B8A-9813-A027301CD4B8}" type="presParOf" srcId="{BFD326DB-5E1E-4AED-930D-945590B17135}" destId="{AA4E3C63-48D2-4994-B682-2C31609E7297}" srcOrd="1" destOrd="0" presId="urn:microsoft.com/office/officeart/2005/8/layout/hierarchy1"/>
    <dgm:cxn modelId="{DE8FF60E-8717-42E4-A9F1-FCA55629B6EF}" type="presParOf" srcId="{4413ACBF-83B3-463B-98A3-B320A291D59D}" destId="{2C1A6145-4B71-4A6F-BB0C-2E3F43B6B5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C38EBF-9B87-4AEE-8902-5291A855FE6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CF87647-3708-4E6E-B111-FCD03599CBBB}">
      <dgm:prSet/>
      <dgm:spPr/>
      <dgm:t>
        <a:bodyPr/>
        <a:lstStyle/>
        <a:p>
          <a:r>
            <a:rPr lang="en-US"/>
            <a:t>Definition: Combining AI with machines to sense, plan, and act in the physical world.</a:t>
          </a:r>
        </a:p>
      </dgm:t>
    </dgm:pt>
    <dgm:pt modelId="{13E04679-947B-4430-87E5-BE7FCE4744C5}" type="parTrans" cxnId="{FD13ED1A-7FB3-4718-A5BE-832D48E7DB5A}">
      <dgm:prSet/>
      <dgm:spPr/>
      <dgm:t>
        <a:bodyPr/>
        <a:lstStyle/>
        <a:p>
          <a:endParaRPr lang="en-US"/>
        </a:p>
      </dgm:t>
    </dgm:pt>
    <dgm:pt modelId="{801423B9-6C3D-45E1-BB8F-A642DD66E8D8}" type="sibTrans" cxnId="{FD13ED1A-7FB3-4718-A5BE-832D48E7DB5A}">
      <dgm:prSet/>
      <dgm:spPr/>
      <dgm:t>
        <a:bodyPr/>
        <a:lstStyle/>
        <a:p>
          <a:endParaRPr lang="en-US"/>
        </a:p>
      </dgm:t>
    </dgm:pt>
    <dgm:pt modelId="{DA45F79C-75A8-47D3-A69E-C3DDF6DFF5F9}">
      <dgm:prSet/>
      <dgm:spPr/>
      <dgm:t>
        <a:bodyPr/>
        <a:lstStyle/>
        <a:p>
          <a:r>
            <a:rPr lang="en-US"/>
            <a:t>Examples: Factory robots, surgical robots, delivery drones</a:t>
          </a:r>
        </a:p>
      </dgm:t>
    </dgm:pt>
    <dgm:pt modelId="{ACDEEEBD-779B-44C7-9D16-AD8BC9F44E46}" type="parTrans" cxnId="{5831EDAB-3878-4BD9-A30C-56D2B9C74AA6}">
      <dgm:prSet/>
      <dgm:spPr/>
      <dgm:t>
        <a:bodyPr/>
        <a:lstStyle/>
        <a:p>
          <a:endParaRPr lang="en-US"/>
        </a:p>
      </dgm:t>
    </dgm:pt>
    <dgm:pt modelId="{7D70648D-A8A3-4296-9DE5-94F039391AFA}" type="sibTrans" cxnId="{5831EDAB-3878-4BD9-A30C-56D2B9C74AA6}">
      <dgm:prSet/>
      <dgm:spPr/>
      <dgm:t>
        <a:bodyPr/>
        <a:lstStyle/>
        <a:p>
          <a:endParaRPr lang="en-US"/>
        </a:p>
      </dgm:t>
    </dgm:pt>
    <dgm:pt modelId="{95EA78CB-B739-4ED0-BF7D-8FCD35076A21}" type="pres">
      <dgm:prSet presAssocID="{B0C38EBF-9B87-4AEE-8902-5291A855FE6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B3BC5E4-2521-407F-ABE4-5D2BC7CAAB57}" type="pres">
      <dgm:prSet presAssocID="{9CF87647-3708-4E6E-B111-FCD03599CBBB}" presName="hierRoot1" presStyleCnt="0"/>
      <dgm:spPr/>
    </dgm:pt>
    <dgm:pt modelId="{6C71FA4C-7478-4511-806E-9AFD3D4960A6}" type="pres">
      <dgm:prSet presAssocID="{9CF87647-3708-4E6E-B111-FCD03599CBBB}" presName="composite" presStyleCnt="0"/>
      <dgm:spPr/>
    </dgm:pt>
    <dgm:pt modelId="{2E21826B-E6A4-4930-9ACD-A996A6984A1E}" type="pres">
      <dgm:prSet presAssocID="{9CF87647-3708-4E6E-B111-FCD03599CBBB}" presName="background" presStyleLbl="node0" presStyleIdx="0" presStyleCnt="2"/>
      <dgm:spPr/>
    </dgm:pt>
    <dgm:pt modelId="{2988CB8F-50B0-4E66-8886-9AA4F3578C0C}" type="pres">
      <dgm:prSet presAssocID="{9CF87647-3708-4E6E-B111-FCD03599CBBB}" presName="text" presStyleLbl="fgAcc0" presStyleIdx="0" presStyleCnt="2">
        <dgm:presLayoutVars>
          <dgm:chPref val="3"/>
        </dgm:presLayoutVars>
      </dgm:prSet>
      <dgm:spPr/>
    </dgm:pt>
    <dgm:pt modelId="{C5A1AEE6-9D65-4786-BB01-A56D586A6F66}" type="pres">
      <dgm:prSet presAssocID="{9CF87647-3708-4E6E-B111-FCD03599CBBB}" presName="hierChild2" presStyleCnt="0"/>
      <dgm:spPr/>
    </dgm:pt>
    <dgm:pt modelId="{CC596DCE-C947-41EB-AB46-D9AD565DED95}" type="pres">
      <dgm:prSet presAssocID="{DA45F79C-75A8-47D3-A69E-C3DDF6DFF5F9}" presName="hierRoot1" presStyleCnt="0"/>
      <dgm:spPr/>
    </dgm:pt>
    <dgm:pt modelId="{EE782D43-8510-4B39-9C33-370B84CBDAE8}" type="pres">
      <dgm:prSet presAssocID="{DA45F79C-75A8-47D3-A69E-C3DDF6DFF5F9}" presName="composite" presStyleCnt="0"/>
      <dgm:spPr/>
    </dgm:pt>
    <dgm:pt modelId="{53B8DC05-165B-42F5-847D-F6846E9869F8}" type="pres">
      <dgm:prSet presAssocID="{DA45F79C-75A8-47D3-A69E-C3DDF6DFF5F9}" presName="background" presStyleLbl="node0" presStyleIdx="1" presStyleCnt="2"/>
      <dgm:spPr/>
    </dgm:pt>
    <dgm:pt modelId="{FFA0E583-4F5A-4367-B37D-ED2A4FE8AE64}" type="pres">
      <dgm:prSet presAssocID="{DA45F79C-75A8-47D3-A69E-C3DDF6DFF5F9}" presName="text" presStyleLbl="fgAcc0" presStyleIdx="1" presStyleCnt="2">
        <dgm:presLayoutVars>
          <dgm:chPref val="3"/>
        </dgm:presLayoutVars>
      </dgm:prSet>
      <dgm:spPr/>
    </dgm:pt>
    <dgm:pt modelId="{B92240C0-2DC0-45DC-B81A-BBE42D2E9977}" type="pres">
      <dgm:prSet presAssocID="{DA45F79C-75A8-47D3-A69E-C3DDF6DFF5F9}" presName="hierChild2" presStyleCnt="0"/>
      <dgm:spPr/>
    </dgm:pt>
  </dgm:ptLst>
  <dgm:cxnLst>
    <dgm:cxn modelId="{FD13ED1A-7FB3-4718-A5BE-832D48E7DB5A}" srcId="{B0C38EBF-9B87-4AEE-8902-5291A855FE61}" destId="{9CF87647-3708-4E6E-B111-FCD03599CBBB}" srcOrd="0" destOrd="0" parTransId="{13E04679-947B-4430-87E5-BE7FCE4744C5}" sibTransId="{801423B9-6C3D-45E1-BB8F-A642DD66E8D8}"/>
    <dgm:cxn modelId="{7EEAD751-92CF-4E54-97C5-8EA5E7F74F9A}" type="presOf" srcId="{9CF87647-3708-4E6E-B111-FCD03599CBBB}" destId="{2988CB8F-50B0-4E66-8886-9AA4F3578C0C}" srcOrd="0" destOrd="0" presId="urn:microsoft.com/office/officeart/2005/8/layout/hierarchy1"/>
    <dgm:cxn modelId="{D192715A-E873-4A1B-9384-8503866302DE}" type="presOf" srcId="{B0C38EBF-9B87-4AEE-8902-5291A855FE61}" destId="{95EA78CB-B739-4ED0-BF7D-8FCD35076A21}" srcOrd="0" destOrd="0" presId="urn:microsoft.com/office/officeart/2005/8/layout/hierarchy1"/>
    <dgm:cxn modelId="{5831EDAB-3878-4BD9-A30C-56D2B9C74AA6}" srcId="{B0C38EBF-9B87-4AEE-8902-5291A855FE61}" destId="{DA45F79C-75A8-47D3-A69E-C3DDF6DFF5F9}" srcOrd="1" destOrd="0" parTransId="{ACDEEEBD-779B-44C7-9D16-AD8BC9F44E46}" sibTransId="{7D70648D-A8A3-4296-9DE5-94F039391AFA}"/>
    <dgm:cxn modelId="{402413FA-E48D-475A-94F3-F6FAC4C9FA63}" type="presOf" srcId="{DA45F79C-75A8-47D3-A69E-C3DDF6DFF5F9}" destId="{FFA0E583-4F5A-4367-B37D-ED2A4FE8AE64}" srcOrd="0" destOrd="0" presId="urn:microsoft.com/office/officeart/2005/8/layout/hierarchy1"/>
    <dgm:cxn modelId="{8D853DBD-F9D7-4CC9-9AF2-15EC5A7802A0}" type="presParOf" srcId="{95EA78CB-B739-4ED0-BF7D-8FCD35076A21}" destId="{7B3BC5E4-2521-407F-ABE4-5D2BC7CAAB57}" srcOrd="0" destOrd="0" presId="urn:microsoft.com/office/officeart/2005/8/layout/hierarchy1"/>
    <dgm:cxn modelId="{25D34088-1611-4B78-AB1C-6F8CAD790028}" type="presParOf" srcId="{7B3BC5E4-2521-407F-ABE4-5D2BC7CAAB57}" destId="{6C71FA4C-7478-4511-806E-9AFD3D4960A6}" srcOrd="0" destOrd="0" presId="urn:microsoft.com/office/officeart/2005/8/layout/hierarchy1"/>
    <dgm:cxn modelId="{FD739CBC-79CB-4178-A2A7-99AA961B0B64}" type="presParOf" srcId="{6C71FA4C-7478-4511-806E-9AFD3D4960A6}" destId="{2E21826B-E6A4-4930-9ACD-A996A6984A1E}" srcOrd="0" destOrd="0" presId="urn:microsoft.com/office/officeart/2005/8/layout/hierarchy1"/>
    <dgm:cxn modelId="{6BE904BD-4A8F-41C3-B45A-E5FFEA09D7BF}" type="presParOf" srcId="{6C71FA4C-7478-4511-806E-9AFD3D4960A6}" destId="{2988CB8F-50B0-4E66-8886-9AA4F3578C0C}" srcOrd="1" destOrd="0" presId="urn:microsoft.com/office/officeart/2005/8/layout/hierarchy1"/>
    <dgm:cxn modelId="{A5B778DA-DCB7-4D65-9B73-0EC50B8430E4}" type="presParOf" srcId="{7B3BC5E4-2521-407F-ABE4-5D2BC7CAAB57}" destId="{C5A1AEE6-9D65-4786-BB01-A56D586A6F66}" srcOrd="1" destOrd="0" presId="urn:microsoft.com/office/officeart/2005/8/layout/hierarchy1"/>
    <dgm:cxn modelId="{F3511A13-EB6B-4842-9CC9-6CE29AB6CA16}" type="presParOf" srcId="{95EA78CB-B739-4ED0-BF7D-8FCD35076A21}" destId="{CC596DCE-C947-41EB-AB46-D9AD565DED95}" srcOrd="1" destOrd="0" presId="urn:microsoft.com/office/officeart/2005/8/layout/hierarchy1"/>
    <dgm:cxn modelId="{08E5384E-3BD8-4C5D-A031-3B07DD36BD5C}" type="presParOf" srcId="{CC596DCE-C947-41EB-AB46-D9AD565DED95}" destId="{EE782D43-8510-4B39-9C33-370B84CBDAE8}" srcOrd="0" destOrd="0" presId="urn:microsoft.com/office/officeart/2005/8/layout/hierarchy1"/>
    <dgm:cxn modelId="{EBAED782-70DE-4437-9033-1899E0039707}" type="presParOf" srcId="{EE782D43-8510-4B39-9C33-370B84CBDAE8}" destId="{53B8DC05-165B-42F5-847D-F6846E9869F8}" srcOrd="0" destOrd="0" presId="urn:microsoft.com/office/officeart/2005/8/layout/hierarchy1"/>
    <dgm:cxn modelId="{B1DC46F2-00BC-4ECF-9CB7-F0D887A4E299}" type="presParOf" srcId="{EE782D43-8510-4B39-9C33-370B84CBDAE8}" destId="{FFA0E583-4F5A-4367-B37D-ED2A4FE8AE64}" srcOrd="1" destOrd="0" presId="urn:microsoft.com/office/officeart/2005/8/layout/hierarchy1"/>
    <dgm:cxn modelId="{EB3D1120-F263-4607-B5DD-014C0A29DCC4}" type="presParOf" srcId="{CC596DCE-C947-41EB-AB46-D9AD565DED95}" destId="{B92240C0-2DC0-45DC-B81A-BBE42D2E99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A8A70B-4DA4-438D-BDF6-4C78D031A6A7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5E29C88-EBFD-42AA-BBCB-CB733070DA5E}">
      <dgm:prSet/>
      <dgm:spPr/>
      <dgm:t>
        <a:bodyPr/>
        <a:lstStyle/>
        <a:p>
          <a:r>
            <a:rPr lang="en-US"/>
            <a:t>ML – learn</a:t>
          </a:r>
        </a:p>
      </dgm:t>
    </dgm:pt>
    <dgm:pt modelId="{B303006C-A1AC-4822-8F82-7DD333DD3600}" type="parTrans" cxnId="{F151DA0F-3500-4FC2-AB4F-F79EED05A36F}">
      <dgm:prSet/>
      <dgm:spPr/>
      <dgm:t>
        <a:bodyPr/>
        <a:lstStyle/>
        <a:p>
          <a:endParaRPr lang="en-US"/>
        </a:p>
      </dgm:t>
    </dgm:pt>
    <dgm:pt modelId="{D724528D-E750-4CD5-A365-2F762C99F612}" type="sibTrans" cxnId="{F151DA0F-3500-4FC2-AB4F-F79EED05A36F}">
      <dgm:prSet/>
      <dgm:spPr/>
      <dgm:t>
        <a:bodyPr/>
        <a:lstStyle/>
        <a:p>
          <a:endParaRPr lang="en-US"/>
        </a:p>
      </dgm:t>
    </dgm:pt>
    <dgm:pt modelId="{0AC4596C-04A5-462A-BB7C-2F05C98827D8}">
      <dgm:prSet/>
      <dgm:spPr/>
      <dgm:t>
        <a:bodyPr/>
        <a:lstStyle/>
        <a:p>
          <a:r>
            <a:rPr lang="en-US"/>
            <a:t>DL – neural</a:t>
          </a:r>
        </a:p>
      </dgm:t>
    </dgm:pt>
    <dgm:pt modelId="{AD675EB7-5E7B-425A-AD14-E5242ADB865E}" type="parTrans" cxnId="{1BE5090E-2D5A-43AB-9A1E-499CA8B7F127}">
      <dgm:prSet/>
      <dgm:spPr/>
      <dgm:t>
        <a:bodyPr/>
        <a:lstStyle/>
        <a:p>
          <a:endParaRPr lang="en-US"/>
        </a:p>
      </dgm:t>
    </dgm:pt>
    <dgm:pt modelId="{D5E8FBE4-5AF3-4C64-A6DE-CC04F0D71175}" type="sibTrans" cxnId="{1BE5090E-2D5A-43AB-9A1E-499CA8B7F127}">
      <dgm:prSet/>
      <dgm:spPr/>
      <dgm:t>
        <a:bodyPr/>
        <a:lstStyle/>
        <a:p>
          <a:endParaRPr lang="en-US"/>
        </a:p>
      </dgm:t>
    </dgm:pt>
    <dgm:pt modelId="{45F84430-8FF9-4207-89E0-75384D3740F7}">
      <dgm:prSet/>
      <dgm:spPr/>
      <dgm:t>
        <a:bodyPr/>
        <a:lstStyle/>
        <a:p>
          <a:r>
            <a:rPr lang="en-US"/>
            <a:t>NLP – language</a:t>
          </a:r>
        </a:p>
      </dgm:t>
    </dgm:pt>
    <dgm:pt modelId="{01497330-1ADB-413E-B1FB-ADCED2C0C3AE}" type="parTrans" cxnId="{1E11E709-EB28-43B1-81CD-668C093AF74A}">
      <dgm:prSet/>
      <dgm:spPr/>
      <dgm:t>
        <a:bodyPr/>
        <a:lstStyle/>
        <a:p>
          <a:endParaRPr lang="en-US"/>
        </a:p>
      </dgm:t>
    </dgm:pt>
    <dgm:pt modelId="{2D0487A1-89ED-4E69-9810-23799DD6ED2B}" type="sibTrans" cxnId="{1E11E709-EB28-43B1-81CD-668C093AF74A}">
      <dgm:prSet/>
      <dgm:spPr/>
      <dgm:t>
        <a:bodyPr/>
        <a:lstStyle/>
        <a:p>
          <a:endParaRPr lang="en-US"/>
        </a:p>
      </dgm:t>
    </dgm:pt>
    <dgm:pt modelId="{84B91B38-3025-408B-B4A5-F89B50018DCE}">
      <dgm:prSet/>
      <dgm:spPr/>
      <dgm:t>
        <a:bodyPr/>
        <a:lstStyle/>
        <a:p>
          <a:r>
            <a:rPr lang="en-US"/>
            <a:t>CV – vision</a:t>
          </a:r>
        </a:p>
      </dgm:t>
    </dgm:pt>
    <dgm:pt modelId="{DBB28EA9-A510-48A8-B6A7-06B4E01DD780}" type="parTrans" cxnId="{E9DB30EE-315A-4CC7-A256-426F3C4A93AE}">
      <dgm:prSet/>
      <dgm:spPr/>
      <dgm:t>
        <a:bodyPr/>
        <a:lstStyle/>
        <a:p>
          <a:endParaRPr lang="en-US"/>
        </a:p>
      </dgm:t>
    </dgm:pt>
    <dgm:pt modelId="{2A9BAFCA-D15E-4615-B947-3783B65F9CFA}" type="sibTrans" cxnId="{E9DB30EE-315A-4CC7-A256-426F3C4A93AE}">
      <dgm:prSet/>
      <dgm:spPr/>
      <dgm:t>
        <a:bodyPr/>
        <a:lstStyle/>
        <a:p>
          <a:endParaRPr lang="en-US"/>
        </a:p>
      </dgm:t>
    </dgm:pt>
    <dgm:pt modelId="{1FC5CB69-461F-4DD5-B607-ED4A6FD69D77}">
      <dgm:prSet/>
      <dgm:spPr/>
      <dgm:t>
        <a:bodyPr/>
        <a:lstStyle/>
        <a:p>
          <a:r>
            <a:rPr lang="en-US" dirty="0"/>
            <a:t>Robotics – physical</a:t>
          </a:r>
        </a:p>
      </dgm:t>
    </dgm:pt>
    <dgm:pt modelId="{E8DD25BA-19EA-4B95-914E-58EC7EDCC582}" type="parTrans" cxnId="{AC4F8787-5EB1-42B1-BD26-E47BD40BC5A5}">
      <dgm:prSet/>
      <dgm:spPr/>
      <dgm:t>
        <a:bodyPr/>
        <a:lstStyle/>
        <a:p>
          <a:endParaRPr lang="en-US"/>
        </a:p>
      </dgm:t>
    </dgm:pt>
    <dgm:pt modelId="{BE37B0E2-45CA-4D63-A141-DD64245800E1}" type="sibTrans" cxnId="{AC4F8787-5EB1-42B1-BD26-E47BD40BC5A5}">
      <dgm:prSet/>
      <dgm:spPr/>
      <dgm:t>
        <a:bodyPr/>
        <a:lstStyle/>
        <a:p>
          <a:endParaRPr lang="en-US"/>
        </a:p>
      </dgm:t>
    </dgm:pt>
    <dgm:pt modelId="{1BF06C09-288B-41C5-9B0C-FBBEC513AE97}" type="pres">
      <dgm:prSet presAssocID="{2BA8A70B-4DA4-438D-BDF6-4C78D031A6A7}" presName="linear" presStyleCnt="0">
        <dgm:presLayoutVars>
          <dgm:animLvl val="lvl"/>
          <dgm:resizeHandles val="exact"/>
        </dgm:presLayoutVars>
      </dgm:prSet>
      <dgm:spPr/>
    </dgm:pt>
    <dgm:pt modelId="{B46DA47E-86E2-4F8A-894C-AC6C5DABEF48}" type="pres">
      <dgm:prSet presAssocID="{75E29C88-EBFD-42AA-BBCB-CB733070DA5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62F7AA7-3974-4F73-BD91-34FFAF95F652}" type="pres">
      <dgm:prSet presAssocID="{D724528D-E750-4CD5-A365-2F762C99F612}" presName="spacer" presStyleCnt="0"/>
      <dgm:spPr/>
    </dgm:pt>
    <dgm:pt modelId="{EC8E41A5-3D19-467C-B671-FB3E00C7CF9C}" type="pres">
      <dgm:prSet presAssocID="{0AC4596C-04A5-462A-BB7C-2F05C98827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321BAC4-822E-4060-BF3E-759FD22856F6}" type="pres">
      <dgm:prSet presAssocID="{D5E8FBE4-5AF3-4C64-A6DE-CC04F0D71175}" presName="spacer" presStyleCnt="0"/>
      <dgm:spPr/>
    </dgm:pt>
    <dgm:pt modelId="{8752861F-679B-4052-9903-B6B12F580711}" type="pres">
      <dgm:prSet presAssocID="{45F84430-8FF9-4207-89E0-75384D3740F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7410E0E-8781-4CB5-A23B-90FC818A242E}" type="pres">
      <dgm:prSet presAssocID="{2D0487A1-89ED-4E69-9810-23799DD6ED2B}" presName="spacer" presStyleCnt="0"/>
      <dgm:spPr/>
    </dgm:pt>
    <dgm:pt modelId="{C2E135BC-859B-4CC7-9CD5-6ACE779552C0}" type="pres">
      <dgm:prSet presAssocID="{84B91B38-3025-408B-B4A5-F89B50018DC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B82B5C4-9AE6-4D38-BB85-B57E9BCDC9FF}" type="pres">
      <dgm:prSet presAssocID="{2A9BAFCA-D15E-4615-B947-3783B65F9CFA}" presName="spacer" presStyleCnt="0"/>
      <dgm:spPr/>
    </dgm:pt>
    <dgm:pt modelId="{6DD94C5A-1DDE-413B-BBE8-3B64196261E6}" type="pres">
      <dgm:prSet presAssocID="{1FC5CB69-461F-4DD5-B607-ED4A6FD69D7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E11E709-EB28-43B1-81CD-668C093AF74A}" srcId="{2BA8A70B-4DA4-438D-BDF6-4C78D031A6A7}" destId="{45F84430-8FF9-4207-89E0-75384D3740F7}" srcOrd="2" destOrd="0" parTransId="{01497330-1ADB-413E-B1FB-ADCED2C0C3AE}" sibTransId="{2D0487A1-89ED-4E69-9810-23799DD6ED2B}"/>
    <dgm:cxn modelId="{1BE5090E-2D5A-43AB-9A1E-499CA8B7F127}" srcId="{2BA8A70B-4DA4-438D-BDF6-4C78D031A6A7}" destId="{0AC4596C-04A5-462A-BB7C-2F05C98827D8}" srcOrd="1" destOrd="0" parTransId="{AD675EB7-5E7B-425A-AD14-E5242ADB865E}" sibTransId="{D5E8FBE4-5AF3-4C64-A6DE-CC04F0D71175}"/>
    <dgm:cxn modelId="{F151DA0F-3500-4FC2-AB4F-F79EED05A36F}" srcId="{2BA8A70B-4DA4-438D-BDF6-4C78D031A6A7}" destId="{75E29C88-EBFD-42AA-BBCB-CB733070DA5E}" srcOrd="0" destOrd="0" parTransId="{B303006C-A1AC-4822-8F82-7DD333DD3600}" sibTransId="{D724528D-E750-4CD5-A365-2F762C99F612}"/>
    <dgm:cxn modelId="{96B0B013-EFEA-4044-B52C-FB059548ED87}" type="presOf" srcId="{1FC5CB69-461F-4DD5-B607-ED4A6FD69D77}" destId="{6DD94C5A-1DDE-413B-BBE8-3B64196261E6}" srcOrd="0" destOrd="0" presId="urn:microsoft.com/office/officeart/2005/8/layout/vList2"/>
    <dgm:cxn modelId="{DCA44C36-BE60-4168-A953-4043D76F65DF}" type="presOf" srcId="{45F84430-8FF9-4207-89E0-75384D3740F7}" destId="{8752861F-679B-4052-9903-B6B12F580711}" srcOrd="0" destOrd="0" presId="urn:microsoft.com/office/officeart/2005/8/layout/vList2"/>
    <dgm:cxn modelId="{8529D876-E382-485F-85E7-F60C829E053E}" type="presOf" srcId="{0AC4596C-04A5-462A-BB7C-2F05C98827D8}" destId="{EC8E41A5-3D19-467C-B671-FB3E00C7CF9C}" srcOrd="0" destOrd="0" presId="urn:microsoft.com/office/officeart/2005/8/layout/vList2"/>
    <dgm:cxn modelId="{AC4F8787-5EB1-42B1-BD26-E47BD40BC5A5}" srcId="{2BA8A70B-4DA4-438D-BDF6-4C78D031A6A7}" destId="{1FC5CB69-461F-4DD5-B607-ED4A6FD69D77}" srcOrd="4" destOrd="0" parTransId="{E8DD25BA-19EA-4B95-914E-58EC7EDCC582}" sibTransId="{BE37B0E2-45CA-4D63-A141-DD64245800E1}"/>
    <dgm:cxn modelId="{4C1F40A8-61D1-4743-B3F8-92EDEF0C547C}" type="presOf" srcId="{84B91B38-3025-408B-B4A5-F89B50018DCE}" destId="{C2E135BC-859B-4CC7-9CD5-6ACE779552C0}" srcOrd="0" destOrd="0" presId="urn:microsoft.com/office/officeart/2005/8/layout/vList2"/>
    <dgm:cxn modelId="{58F4C8BC-0E6C-4609-B2C6-DF58E1CAED05}" type="presOf" srcId="{75E29C88-EBFD-42AA-BBCB-CB733070DA5E}" destId="{B46DA47E-86E2-4F8A-894C-AC6C5DABEF48}" srcOrd="0" destOrd="0" presId="urn:microsoft.com/office/officeart/2005/8/layout/vList2"/>
    <dgm:cxn modelId="{89A54CC6-CB95-44C8-8E2B-A728CD720D50}" type="presOf" srcId="{2BA8A70B-4DA4-438D-BDF6-4C78D031A6A7}" destId="{1BF06C09-288B-41C5-9B0C-FBBEC513AE97}" srcOrd="0" destOrd="0" presId="urn:microsoft.com/office/officeart/2005/8/layout/vList2"/>
    <dgm:cxn modelId="{E9DB30EE-315A-4CC7-A256-426F3C4A93AE}" srcId="{2BA8A70B-4DA4-438D-BDF6-4C78D031A6A7}" destId="{84B91B38-3025-408B-B4A5-F89B50018DCE}" srcOrd="3" destOrd="0" parTransId="{DBB28EA9-A510-48A8-B6A7-06B4E01DD780}" sibTransId="{2A9BAFCA-D15E-4615-B947-3783B65F9CFA}"/>
    <dgm:cxn modelId="{42DAAC15-75B0-4D69-8AF9-259B8A7EC7F0}" type="presParOf" srcId="{1BF06C09-288B-41C5-9B0C-FBBEC513AE97}" destId="{B46DA47E-86E2-4F8A-894C-AC6C5DABEF48}" srcOrd="0" destOrd="0" presId="urn:microsoft.com/office/officeart/2005/8/layout/vList2"/>
    <dgm:cxn modelId="{3C7D303B-774A-44DB-9594-EB9BBB89687F}" type="presParOf" srcId="{1BF06C09-288B-41C5-9B0C-FBBEC513AE97}" destId="{C62F7AA7-3974-4F73-BD91-34FFAF95F652}" srcOrd="1" destOrd="0" presId="urn:microsoft.com/office/officeart/2005/8/layout/vList2"/>
    <dgm:cxn modelId="{4F3E4AE0-7A45-4D0A-91B1-C480DD28E200}" type="presParOf" srcId="{1BF06C09-288B-41C5-9B0C-FBBEC513AE97}" destId="{EC8E41A5-3D19-467C-B671-FB3E00C7CF9C}" srcOrd="2" destOrd="0" presId="urn:microsoft.com/office/officeart/2005/8/layout/vList2"/>
    <dgm:cxn modelId="{40098B90-E4E6-4E3E-A225-B5058AC41BCD}" type="presParOf" srcId="{1BF06C09-288B-41C5-9B0C-FBBEC513AE97}" destId="{6321BAC4-822E-4060-BF3E-759FD22856F6}" srcOrd="3" destOrd="0" presId="urn:microsoft.com/office/officeart/2005/8/layout/vList2"/>
    <dgm:cxn modelId="{D4E3959F-3A84-4D8A-AD06-668517C4508E}" type="presParOf" srcId="{1BF06C09-288B-41C5-9B0C-FBBEC513AE97}" destId="{8752861F-679B-4052-9903-B6B12F580711}" srcOrd="4" destOrd="0" presId="urn:microsoft.com/office/officeart/2005/8/layout/vList2"/>
    <dgm:cxn modelId="{EE8186A1-80EC-4D6A-885D-3CD0BE5DF771}" type="presParOf" srcId="{1BF06C09-288B-41C5-9B0C-FBBEC513AE97}" destId="{A7410E0E-8781-4CB5-A23B-90FC818A242E}" srcOrd="5" destOrd="0" presId="urn:microsoft.com/office/officeart/2005/8/layout/vList2"/>
    <dgm:cxn modelId="{E05119EB-966D-4939-A245-700CA49E7125}" type="presParOf" srcId="{1BF06C09-288B-41C5-9B0C-FBBEC513AE97}" destId="{C2E135BC-859B-4CC7-9CD5-6ACE779552C0}" srcOrd="6" destOrd="0" presId="urn:microsoft.com/office/officeart/2005/8/layout/vList2"/>
    <dgm:cxn modelId="{DEC6F162-0B9F-4957-A6E7-58DB12D87672}" type="presParOf" srcId="{1BF06C09-288B-41C5-9B0C-FBBEC513AE97}" destId="{8B82B5C4-9AE6-4D38-BB85-B57E9BCDC9FF}" srcOrd="7" destOrd="0" presId="urn:microsoft.com/office/officeart/2005/8/layout/vList2"/>
    <dgm:cxn modelId="{3BB9B416-4D4C-4A5F-BAA7-07B6BCD39DCE}" type="presParOf" srcId="{1BF06C09-288B-41C5-9B0C-FBBEC513AE97}" destId="{6DD94C5A-1DDE-413B-BBE8-3B64196261E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951CFA-2F40-4C01-B1AE-22F312CC660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4D8BCBB-A261-45C0-90E1-BBA5ABF8D1CC}">
      <dgm:prSet/>
      <dgm:spPr/>
      <dgm:t>
        <a:bodyPr/>
        <a:lstStyle/>
        <a:p>
          <a:r>
            <a:rPr lang="en-US"/>
            <a:t>Next Session: Machine Learning</a:t>
          </a:r>
        </a:p>
      </dgm:t>
    </dgm:pt>
    <dgm:pt modelId="{C4450F79-D99B-4D62-9160-1BD05E881712}" type="parTrans" cxnId="{9FA05636-ED12-473B-9FF2-CACB6A402908}">
      <dgm:prSet/>
      <dgm:spPr/>
      <dgm:t>
        <a:bodyPr/>
        <a:lstStyle/>
        <a:p>
          <a:endParaRPr lang="en-US"/>
        </a:p>
      </dgm:t>
    </dgm:pt>
    <dgm:pt modelId="{0C1FC188-6F3D-44F6-A42D-63B543145032}" type="sibTrans" cxnId="{9FA05636-ED12-473B-9FF2-CACB6A402908}">
      <dgm:prSet/>
      <dgm:spPr/>
      <dgm:t>
        <a:bodyPr/>
        <a:lstStyle/>
        <a:p>
          <a:endParaRPr lang="en-US"/>
        </a:p>
      </dgm:t>
    </dgm:pt>
    <dgm:pt modelId="{30BCB64C-EB0B-4ADF-89EA-A7FA3B0C2ED2}">
      <dgm:prSet/>
      <dgm:spPr/>
      <dgm:t>
        <a:bodyPr/>
        <a:lstStyle/>
        <a:p>
          <a:r>
            <a:rPr lang="en-US"/>
            <a:t>How machines learn from data</a:t>
          </a:r>
        </a:p>
      </dgm:t>
    </dgm:pt>
    <dgm:pt modelId="{2D767182-A253-456B-888E-13E790DC400C}" type="parTrans" cxnId="{1AE60E93-E784-4076-AAD5-BB3D891B36CA}">
      <dgm:prSet/>
      <dgm:spPr/>
      <dgm:t>
        <a:bodyPr/>
        <a:lstStyle/>
        <a:p>
          <a:endParaRPr lang="en-US"/>
        </a:p>
      </dgm:t>
    </dgm:pt>
    <dgm:pt modelId="{C2CB7CB9-8532-435C-B479-51F01F40264C}" type="sibTrans" cxnId="{1AE60E93-E784-4076-AAD5-BB3D891B36CA}">
      <dgm:prSet/>
      <dgm:spPr/>
      <dgm:t>
        <a:bodyPr/>
        <a:lstStyle/>
        <a:p>
          <a:endParaRPr lang="en-US"/>
        </a:p>
      </dgm:t>
    </dgm:pt>
    <dgm:pt modelId="{315535A0-9023-4010-91AA-8269EF69A267}" type="pres">
      <dgm:prSet presAssocID="{51951CFA-2F40-4C01-B1AE-22F312CC660E}" presName="root" presStyleCnt="0">
        <dgm:presLayoutVars>
          <dgm:dir/>
          <dgm:resizeHandles val="exact"/>
        </dgm:presLayoutVars>
      </dgm:prSet>
      <dgm:spPr/>
    </dgm:pt>
    <dgm:pt modelId="{E04893D4-F262-4A68-A6F4-A13C68B523AA}" type="pres">
      <dgm:prSet presAssocID="{A4D8BCBB-A261-45C0-90E1-BBA5ABF8D1CC}" presName="compNode" presStyleCnt="0"/>
      <dgm:spPr/>
    </dgm:pt>
    <dgm:pt modelId="{3DCCA56D-5AF7-4FB9-A2AC-F85CD7F1F1FC}" type="pres">
      <dgm:prSet presAssocID="{A4D8BCBB-A261-45C0-90E1-BBA5ABF8D1C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231E433-4FCA-48A7-9B18-565AD849A391}" type="pres">
      <dgm:prSet presAssocID="{A4D8BCBB-A261-45C0-90E1-BBA5ABF8D1CC}" presName="spaceRect" presStyleCnt="0"/>
      <dgm:spPr/>
    </dgm:pt>
    <dgm:pt modelId="{7D9F3D0C-39FC-4B37-B6B0-505967C098E8}" type="pres">
      <dgm:prSet presAssocID="{A4D8BCBB-A261-45C0-90E1-BBA5ABF8D1CC}" presName="textRect" presStyleLbl="revTx" presStyleIdx="0" presStyleCnt="2">
        <dgm:presLayoutVars>
          <dgm:chMax val="1"/>
          <dgm:chPref val="1"/>
        </dgm:presLayoutVars>
      </dgm:prSet>
      <dgm:spPr/>
    </dgm:pt>
    <dgm:pt modelId="{2AA05EBB-2E3D-4800-BF9C-189BA7E9147E}" type="pres">
      <dgm:prSet presAssocID="{0C1FC188-6F3D-44F6-A42D-63B543145032}" presName="sibTrans" presStyleCnt="0"/>
      <dgm:spPr/>
    </dgm:pt>
    <dgm:pt modelId="{7E9CED68-60AE-4F84-BADA-9035F4482F9C}" type="pres">
      <dgm:prSet presAssocID="{30BCB64C-EB0B-4ADF-89EA-A7FA3B0C2ED2}" presName="compNode" presStyleCnt="0"/>
      <dgm:spPr/>
    </dgm:pt>
    <dgm:pt modelId="{E744ED77-9AB7-45D4-BBA9-27C5D152199F}" type="pres">
      <dgm:prSet presAssocID="{30BCB64C-EB0B-4ADF-89EA-A7FA3B0C2ED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0277EB0-2C90-434A-A2B4-841EF5CA8CB4}" type="pres">
      <dgm:prSet presAssocID="{30BCB64C-EB0B-4ADF-89EA-A7FA3B0C2ED2}" presName="spaceRect" presStyleCnt="0"/>
      <dgm:spPr/>
    </dgm:pt>
    <dgm:pt modelId="{16EECCFA-335A-4630-AB71-04D261CE6747}" type="pres">
      <dgm:prSet presAssocID="{30BCB64C-EB0B-4ADF-89EA-A7FA3B0C2ED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FA05636-ED12-473B-9FF2-CACB6A402908}" srcId="{51951CFA-2F40-4C01-B1AE-22F312CC660E}" destId="{A4D8BCBB-A261-45C0-90E1-BBA5ABF8D1CC}" srcOrd="0" destOrd="0" parTransId="{C4450F79-D99B-4D62-9160-1BD05E881712}" sibTransId="{0C1FC188-6F3D-44F6-A42D-63B543145032}"/>
    <dgm:cxn modelId="{D64B0C47-D214-4E97-BCE4-F8F1E5411FF3}" type="presOf" srcId="{51951CFA-2F40-4C01-B1AE-22F312CC660E}" destId="{315535A0-9023-4010-91AA-8269EF69A267}" srcOrd="0" destOrd="0" presId="urn:microsoft.com/office/officeart/2018/2/layout/IconLabelList"/>
    <dgm:cxn modelId="{5729AD6D-C8F7-4A5D-AC14-750CECCD7A12}" type="presOf" srcId="{A4D8BCBB-A261-45C0-90E1-BBA5ABF8D1CC}" destId="{7D9F3D0C-39FC-4B37-B6B0-505967C098E8}" srcOrd="0" destOrd="0" presId="urn:microsoft.com/office/officeart/2018/2/layout/IconLabelList"/>
    <dgm:cxn modelId="{82E47891-5601-4693-9985-36A88C814873}" type="presOf" srcId="{30BCB64C-EB0B-4ADF-89EA-A7FA3B0C2ED2}" destId="{16EECCFA-335A-4630-AB71-04D261CE6747}" srcOrd="0" destOrd="0" presId="urn:microsoft.com/office/officeart/2018/2/layout/IconLabelList"/>
    <dgm:cxn modelId="{1AE60E93-E784-4076-AAD5-BB3D891B36CA}" srcId="{51951CFA-2F40-4C01-B1AE-22F312CC660E}" destId="{30BCB64C-EB0B-4ADF-89EA-A7FA3B0C2ED2}" srcOrd="1" destOrd="0" parTransId="{2D767182-A253-456B-888E-13E790DC400C}" sibTransId="{C2CB7CB9-8532-435C-B479-51F01F40264C}"/>
    <dgm:cxn modelId="{22D33761-9800-4830-9983-6A8AD8C04839}" type="presParOf" srcId="{315535A0-9023-4010-91AA-8269EF69A267}" destId="{E04893D4-F262-4A68-A6F4-A13C68B523AA}" srcOrd="0" destOrd="0" presId="urn:microsoft.com/office/officeart/2018/2/layout/IconLabelList"/>
    <dgm:cxn modelId="{AF1AA131-30FA-4146-9804-5550629869F7}" type="presParOf" srcId="{E04893D4-F262-4A68-A6F4-A13C68B523AA}" destId="{3DCCA56D-5AF7-4FB9-A2AC-F85CD7F1F1FC}" srcOrd="0" destOrd="0" presId="urn:microsoft.com/office/officeart/2018/2/layout/IconLabelList"/>
    <dgm:cxn modelId="{0DE1CF91-BFD0-4A4C-ACC4-CE446B2C7812}" type="presParOf" srcId="{E04893D4-F262-4A68-A6F4-A13C68B523AA}" destId="{C231E433-4FCA-48A7-9B18-565AD849A391}" srcOrd="1" destOrd="0" presId="urn:microsoft.com/office/officeart/2018/2/layout/IconLabelList"/>
    <dgm:cxn modelId="{B9C6C58D-DBCC-4D51-8AB5-CEE26BD22CBF}" type="presParOf" srcId="{E04893D4-F262-4A68-A6F4-A13C68B523AA}" destId="{7D9F3D0C-39FC-4B37-B6B0-505967C098E8}" srcOrd="2" destOrd="0" presId="urn:microsoft.com/office/officeart/2018/2/layout/IconLabelList"/>
    <dgm:cxn modelId="{9AB2DE66-2045-4AB0-B17E-BA27C1ACC738}" type="presParOf" srcId="{315535A0-9023-4010-91AA-8269EF69A267}" destId="{2AA05EBB-2E3D-4800-BF9C-189BA7E9147E}" srcOrd="1" destOrd="0" presId="urn:microsoft.com/office/officeart/2018/2/layout/IconLabelList"/>
    <dgm:cxn modelId="{A999B100-5F54-4125-9D69-492840AC68E9}" type="presParOf" srcId="{315535A0-9023-4010-91AA-8269EF69A267}" destId="{7E9CED68-60AE-4F84-BADA-9035F4482F9C}" srcOrd="2" destOrd="0" presId="urn:microsoft.com/office/officeart/2018/2/layout/IconLabelList"/>
    <dgm:cxn modelId="{08B3CD91-B050-4549-AFB6-6014FD1E9CC8}" type="presParOf" srcId="{7E9CED68-60AE-4F84-BADA-9035F4482F9C}" destId="{E744ED77-9AB7-45D4-BBA9-27C5D152199F}" srcOrd="0" destOrd="0" presId="urn:microsoft.com/office/officeart/2018/2/layout/IconLabelList"/>
    <dgm:cxn modelId="{099E3B10-ADA2-4ABB-96D0-D9D2986C6116}" type="presParOf" srcId="{7E9CED68-60AE-4F84-BADA-9035F4482F9C}" destId="{30277EB0-2C90-434A-A2B4-841EF5CA8CB4}" srcOrd="1" destOrd="0" presId="urn:microsoft.com/office/officeart/2018/2/layout/IconLabelList"/>
    <dgm:cxn modelId="{BB443C5D-8D38-4056-9E8D-51ACC0775814}" type="presParOf" srcId="{7E9CED68-60AE-4F84-BADA-9035F4482F9C}" destId="{16EECCFA-335A-4630-AB71-04D261CE674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C31D-70A3-44E7-B55A-922CC160A1A8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AI is an umbrella term — it covers many specialized areas.</a:t>
          </a:r>
        </a:p>
      </dsp:txBody>
      <dsp:txXfrm>
        <a:off x="32418" y="32418"/>
        <a:ext cx="5772143" cy="1041985"/>
      </dsp:txXfrm>
    </dsp:sp>
    <dsp:sp modelId="{C1CA4D5A-5D8B-4B50-A323-992EBC744E85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Each area focuses on solving a different type of problem, but they often work together in real-world solutions.</a:t>
          </a:r>
        </a:p>
      </dsp:txBody>
      <dsp:txXfrm>
        <a:off x="647108" y="1323709"/>
        <a:ext cx="5567530" cy="1041985"/>
      </dsp:txXfrm>
    </dsp:sp>
    <dsp:sp modelId="{8C5A4F9C-A92B-49F2-A8E6-F7D8BAD84A90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Main fields: Machine Learning, Deep Learning, NLP, Computer Vision, Robotics, Expert Systems.</a:t>
          </a:r>
        </a:p>
      </dsp:txBody>
      <dsp:txXfrm>
        <a:off x="1261798" y="2615001"/>
        <a:ext cx="5567530" cy="1041985"/>
      </dsp:txXfrm>
    </dsp:sp>
    <dsp:sp modelId="{93B6758C-C856-485B-A2B5-836E8EBB1C3D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684ADDC7-2B98-4F87-B97C-65BADC241782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C48AB-4AC9-43A3-A616-76ECCAABDEC6}">
      <dsp:nvSpPr>
        <dsp:cNvPr id="0" name=""/>
        <dsp:cNvSpPr/>
      </dsp:nvSpPr>
      <dsp:spPr>
        <a:xfrm>
          <a:off x="0" y="3275482"/>
          <a:ext cx="7886700" cy="10750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Examples: Netflix recommendations, spam filter</a:t>
          </a:r>
        </a:p>
      </dsp:txBody>
      <dsp:txXfrm>
        <a:off x="0" y="3275482"/>
        <a:ext cx="7886700" cy="1075086"/>
      </dsp:txXfrm>
    </dsp:sp>
    <dsp:sp modelId="{51CA14CA-F8FB-4B17-8D9B-0640FA5E008D}">
      <dsp:nvSpPr>
        <dsp:cNvPr id="0" name=""/>
        <dsp:cNvSpPr/>
      </dsp:nvSpPr>
      <dsp:spPr>
        <a:xfrm rot="10800000">
          <a:off x="0" y="1638125"/>
          <a:ext cx="7886700" cy="1653482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Types: Supervised, Unsupervised, Reinforcement</a:t>
          </a:r>
        </a:p>
      </dsp:txBody>
      <dsp:txXfrm rot="10800000">
        <a:off x="0" y="1638125"/>
        <a:ext cx="7886700" cy="1074383"/>
      </dsp:txXfrm>
    </dsp:sp>
    <dsp:sp modelId="{2AEC14AC-769A-4E23-8B9D-0C642B5BF2C8}">
      <dsp:nvSpPr>
        <dsp:cNvPr id="0" name=""/>
        <dsp:cNvSpPr/>
      </dsp:nvSpPr>
      <dsp:spPr>
        <a:xfrm rot="10800000">
          <a:off x="0" y="769"/>
          <a:ext cx="7886700" cy="1653482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Definition: Teaching computers to learn patterns from data and improve over time without explicit programming.</a:t>
          </a:r>
        </a:p>
      </dsp:txBody>
      <dsp:txXfrm rot="10800000">
        <a:off x="0" y="769"/>
        <a:ext cx="7886700" cy="10743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54D7E6-99A0-440F-8E7F-437A52D19A07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E01B91-6D81-4BD0-8B59-2371D31D644E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56067-92E8-483C-885F-C340CFE870FE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Text Input</a:t>
          </a:r>
          <a:br>
            <a:rPr lang="en-US" sz="1600" kern="1200"/>
          </a:br>
          <a:r>
            <a:rPr lang="en-US" sz="1600" kern="1200"/>
            <a:t>→ The machine receives the sentence as text or voice.</a:t>
          </a:r>
        </a:p>
      </dsp:txBody>
      <dsp:txXfrm>
        <a:off x="1844034" y="682"/>
        <a:ext cx="2839914" cy="1596566"/>
      </dsp:txXfrm>
    </dsp:sp>
    <dsp:sp modelId="{B4786D5A-642C-4F61-A94B-448BC91E9B41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1EF865-75C7-4FB0-B065-B406ADBABA77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A81D4-51F2-4DF2-B1E1-D375A54B59ED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Tokenization</a:t>
          </a:r>
          <a:br>
            <a:rPr lang="en-US" sz="1600" kern="1200"/>
          </a:br>
          <a:r>
            <a:rPr lang="en-US" sz="1600" kern="1200"/>
            <a:t>→ Breaks it into words:</a:t>
          </a:r>
          <a:br>
            <a:rPr lang="en-US" sz="1600" kern="1200"/>
          </a:br>
          <a:r>
            <a:rPr lang="en-US" sz="1600" kern="1200"/>
            <a:t>["Turn", "off", "the", "lights", "in", "the", "living", "room"]</a:t>
          </a:r>
        </a:p>
      </dsp:txBody>
      <dsp:txXfrm>
        <a:off x="1844034" y="1996390"/>
        <a:ext cx="2839914" cy="1596566"/>
      </dsp:txXfrm>
    </dsp:sp>
    <dsp:sp modelId="{3519FE2D-8452-42C2-B93D-B9FE31B39F3E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788B2-932A-409E-9C10-A41674EFD287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D020A-7EF2-4738-91E4-C60CC46C34F4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Part-of-Speech Tagging</a:t>
          </a:r>
          <a:br>
            <a:rPr lang="en-US" sz="1600" kern="1200"/>
          </a:br>
          <a:r>
            <a:rPr lang="en-US" sz="1600" kern="1200"/>
            <a:t>→ Identifies word roles:</a:t>
          </a:r>
          <a:br>
            <a:rPr lang="en-US" sz="1600" kern="1200"/>
          </a:br>
          <a:r>
            <a:rPr lang="en-US" sz="1600" kern="1200"/>
            <a:t>- Verb: Turn off</a:t>
          </a:r>
          <a:br>
            <a:rPr lang="en-US" sz="1600" kern="1200"/>
          </a:br>
          <a:r>
            <a:rPr lang="en-US" sz="1600" kern="1200"/>
            <a:t>- Object: lights</a:t>
          </a:r>
          <a:br>
            <a:rPr lang="en-US" sz="1600" kern="1200"/>
          </a:br>
          <a:r>
            <a:rPr lang="en-US" sz="1600" kern="1200"/>
            <a:t>- Location: living room</a:t>
          </a:r>
        </a:p>
      </dsp:txBody>
      <dsp:txXfrm>
        <a:off x="1844034" y="3992098"/>
        <a:ext cx="2839914" cy="15965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9FB5B-A6A5-4698-A8ED-89435E9F8A10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71D45F-84AB-418E-9967-FE8B2DCB08BB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Definition: Enabling machines to interpret and understand visual information.</a:t>
          </a:r>
        </a:p>
      </dsp:txBody>
      <dsp:txXfrm>
        <a:off x="456496" y="980400"/>
        <a:ext cx="3381034" cy="2099279"/>
      </dsp:txXfrm>
    </dsp:sp>
    <dsp:sp modelId="{2987FBF8-B2E2-4202-88EE-66B8B8389D8C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4E3C63-48D2-4994-B682-2C31609E7297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Examples: Self-driving cars, medical imaging, barcode scanning</a:t>
          </a:r>
        </a:p>
      </dsp:txBody>
      <dsp:txXfrm>
        <a:off x="4748523" y="980400"/>
        <a:ext cx="3381034" cy="20992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1826B-E6A4-4930-9ACD-A996A6984A1E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8CB8F-50B0-4E66-8886-9AA4F3578C0C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Definition: Combining AI with machines to sense, plan, and act in the physical world.</a:t>
          </a:r>
        </a:p>
      </dsp:txBody>
      <dsp:txXfrm>
        <a:off x="456496" y="980400"/>
        <a:ext cx="3381034" cy="2099279"/>
      </dsp:txXfrm>
    </dsp:sp>
    <dsp:sp modelId="{53B8DC05-165B-42F5-847D-F6846E9869F8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0E583-4F5A-4367-B37D-ED2A4FE8AE64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Examples: Factory robots, surgical robots, delivery drones</a:t>
          </a:r>
        </a:p>
      </dsp:txBody>
      <dsp:txXfrm>
        <a:off x="4748523" y="980400"/>
        <a:ext cx="3381034" cy="20992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DA47E-86E2-4F8A-894C-AC6C5DABEF48}">
      <dsp:nvSpPr>
        <dsp:cNvPr id="0" name=""/>
        <dsp:cNvSpPr/>
      </dsp:nvSpPr>
      <dsp:spPr>
        <a:xfrm>
          <a:off x="0" y="6826"/>
          <a:ext cx="7886700" cy="7915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ML – learn</a:t>
          </a:r>
        </a:p>
      </dsp:txBody>
      <dsp:txXfrm>
        <a:off x="38638" y="45464"/>
        <a:ext cx="7809424" cy="714229"/>
      </dsp:txXfrm>
    </dsp:sp>
    <dsp:sp modelId="{EC8E41A5-3D19-467C-B671-FB3E00C7CF9C}">
      <dsp:nvSpPr>
        <dsp:cNvPr id="0" name=""/>
        <dsp:cNvSpPr/>
      </dsp:nvSpPr>
      <dsp:spPr>
        <a:xfrm>
          <a:off x="0" y="893371"/>
          <a:ext cx="7886700" cy="7915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DL – neural</a:t>
          </a:r>
        </a:p>
      </dsp:txBody>
      <dsp:txXfrm>
        <a:off x="38638" y="932009"/>
        <a:ext cx="7809424" cy="714229"/>
      </dsp:txXfrm>
    </dsp:sp>
    <dsp:sp modelId="{8752861F-679B-4052-9903-B6B12F580711}">
      <dsp:nvSpPr>
        <dsp:cNvPr id="0" name=""/>
        <dsp:cNvSpPr/>
      </dsp:nvSpPr>
      <dsp:spPr>
        <a:xfrm>
          <a:off x="0" y="1779916"/>
          <a:ext cx="7886700" cy="7915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NLP – language</a:t>
          </a:r>
        </a:p>
      </dsp:txBody>
      <dsp:txXfrm>
        <a:off x="38638" y="1818554"/>
        <a:ext cx="7809424" cy="714229"/>
      </dsp:txXfrm>
    </dsp:sp>
    <dsp:sp modelId="{C2E135BC-859B-4CC7-9CD5-6ACE779552C0}">
      <dsp:nvSpPr>
        <dsp:cNvPr id="0" name=""/>
        <dsp:cNvSpPr/>
      </dsp:nvSpPr>
      <dsp:spPr>
        <a:xfrm>
          <a:off x="0" y="2666461"/>
          <a:ext cx="7886700" cy="7915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CV – vision</a:t>
          </a:r>
        </a:p>
      </dsp:txBody>
      <dsp:txXfrm>
        <a:off x="38638" y="2705099"/>
        <a:ext cx="7809424" cy="714229"/>
      </dsp:txXfrm>
    </dsp:sp>
    <dsp:sp modelId="{6DD94C5A-1DDE-413B-BBE8-3B64196261E6}">
      <dsp:nvSpPr>
        <dsp:cNvPr id="0" name=""/>
        <dsp:cNvSpPr/>
      </dsp:nvSpPr>
      <dsp:spPr>
        <a:xfrm>
          <a:off x="0" y="3553006"/>
          <a:ext cx="7886700" cy="7915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Robotics – physical</a:t>
          </a:r>
        </a:p>
      </dsp:txBody>
      <dsp:txXfrm>
        <a:off x="38638" y="3591644"/>
        <a:ext cx="7809424" cy="7142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CA56D-5AF7-4FB9-A2AC-F85CD7F1F1FC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F3D0C-39FC-4B37-B6B0-505967C098E8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Next Session: Machine Learning</a:t>
          </a:r>
        </a:p>
      </dsp:txBody>
      <dsp:txXfrm>
        <a:off x="85060" y="2776702"/>
        <a:ext cx="3690000" cy="720000"/>
      </dsp:txXfrm>
    </dsp:sp>
    <dsp:sp modelId="{E744ED77-9AB7-45D4-BBA9-27C5D152199F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ECCFA-335A-4630-AB71-04D261CE6747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machines learn from data</a:t>
          </a:r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93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Last time, we talked about what AI is, its history, and why it’s important today.</a:t>
            </a:r>
          </a:p>
          <a:p>
            <a:r>
              <a:t>Today, we’ll zoom out and see the big picture — the main branches of AI and how they relate to each other.</a:t>
            </a:r>
          </a:p>
          <a:p>
            <a:r>
              <a:t>By the end of this session, you’ll be able to name the major AI fields and understand what each one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is an umbrella term — it covers many specialized areas.</a:t>
            </a:r>
          </a:p>
          <a:p>
            <a:r>
              <a:t>Each area focuses on solving a different type of problem, but they often work together in real-world solutions.</a:t>
            </a:r>
          </a:p>
          <a:p>
            <a:r>
              <a:t>These are the six main fields we’ll look at today: Machine Learning, Deep Learning, NLP, Computer Vision, Robotics, and Expert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Machine Learning is about creating algorithms that learn from data.</a:t>
            </a:r>
          </a:p>
          <a:p>
            <a:r>
              <a:t>Instead of writing exact step-by-step instructions, we feed the system examples and it figures out the rules.</a:t>
            </a:r>
          </a:p>
          <a:p>
            <a:r>
              <a:t>In supervised learning, we give it labeled examples. In unsupervised, it finds hidden patterns. Reinforcement learning uses trial and error, like teaching a dog tricks.</a:t>
            </a:r>
          </a:p>
          <a:p>
            <a:r>
              <a:t>Example: Netflix learns your viewing habits to suggest shows you might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Deep Learning is a special branch of Machine Learning inspired by how our brain’s neurons work.</a:t>
            </a:r>
          </a:p>
          <a:p>
            <a:r>
              <a:t>It uses networks with many layers — that’s why it’s called ‘deep’.</a:t>
            </a:r>
          </a:p>
          <a:p>
            <a:r>
              <a:t>Deep Learning powers speech recognition, facial recognition, and the tech behind modern chatbots.</a:t>
            </a:r>
          </a:p>
          <a:p>
            <a:r>
              <a:t>If ML is a bicycle, DL is a sports car — faster, more powerful, but needing more data and fuel.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NLP lets machines work with human language — text or speech.</a:t>
            </a:r>
          </a:p>
          <a:p>
            <a:r>
              <a:t>It’s what allows your phone to understand ‘What’s the weather today?’ and respond correctly.</a:t>
            </a:r>
          </a:p>
          <a:p>
            <a:r>
              <a:t>Businesses use NLP for chatbots, document analysis, and detecting customer sentiment in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Computer Vision lets machines see and understand images or videos.</a:t>
            </a:r>
          </a:p>
          <a:p>
            <a:r>
              <a:t>In self-driving cars, CV detects traffic lights, pedestrians, and road signs.</a:t>
            </a:r>
          </a:p>
          <a:p>
            <a:r>
              <a:t>In healthcare, it helps doctors find tumors in scans.</a:t>
            </a:r>
          </a:p>
          <a:p>
            <a:r>
              <a:t>Think of it as giving AI a pair of eyes.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Robotics combines AI’s decision-making with mechanical systems.</a:t>
            </a:r>
          </a:p>
          <a:p>
            <a:r>
              <a:t>In warehouses, robots move products around.</a:t>
            </a:r>
          </a:p>
          <a:p>
            <a:r>
              <a:t>In hospitals, they assist in surgery with extreme precision.</a:t>
            </a:r>
          </a:p>
          <a:p>
            <a:r>
              <a:t>AI makes them adaptable — not just pre-programmed.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real life, these fields don’t work alone.</a:t>
            </a:r>
          </a:p>
          <a:p>
            <a:r>
              <a:t>A self-driving car ‘sees’ using Computer Vision, understands driver speech using NLP, makes decisions using ML/DL, and moves via Robotics.</a:t>
            </a:r>
          </a:p>
          <a:p>
            <a:r>
              <a:t>The magic happens when these fields come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We’ve just toured the major fields of AI: Machine Learning, Deep Learning, NLP, Computer Vision, Robotics, and Expert Systems.</a:t>
            </a:r>
          </a:p>
          <a:p>
            <a:r>
              <a:t>Remember, these are the building blocks — in our next sessions, we’ll zoom into the ones that are most relevant to 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Next time, we’ll go deeper into Machine Learning — the core engine that drives much of modern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059CA-44F8-071C-B752-9D2DCA145A8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60820"/>
            <a:ext cx="419100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4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touching a screen&#10;&#10;AI-generated content may be incorrect.">
            <a:extLst>
              <a:ext uri="{FF2B5EF4-FFF2-40B4-BE49-F238E27FC236}">
                <a16:creationId xmlns:a16="http://schemas.microsoft.com/office/drawing/2014/main" id="{3E3AA52D-8794-819E-8BD4-533BBD11F3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29327" r="3673" b="-1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12236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>
                <a:solidFill>
                  <a:srgbClr val="FFFFFF"/>
                </a:solidFill>
              </a:rPr>
              <a:t>Fields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4159404"/>
            <a:ext cx="6858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FFFFFF"/>
                </a:solidFill>
              </a:rPr>
              <a:t>Mapping the AI Landscape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The AI Umbrella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A2544C-519D-4F34-E489-DAEC69D5B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72380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E0120-16A5-0023-66C8-1F6B90FC5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Sub Fields in AI</a:t>
            </a:r>
          </a:p>
        </p:txBody>
      </p:sp>
      <p:pic>
        <p:nvPicPr>
          <p:cNvPr id="5" name="Content Placeholder 4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346497BD-DDF5-27C9-12D5-DA6318349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756062"/>
            <a:ext cx="8178799" cy="423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4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8950" y="0"/>
            <a:ext cx="6118093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5902" y="1839884"/>
            <a:ext cx="6118095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90134" y="832294"/>
            <a:ext cx="6857999" cy="5192552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machine learning logo with a colorful brain&#10;&#10;AI-generated content may be incorrect.">
            <a:extLst>
              <a:ext uri="{FF2B5EF4-FFF2-40B4-BE49-F238E27FC236}">
                <a16:creationId xmlns:a16="http://schemas.microsoft.com/office/drawing/2014/main" id="{6F58DD29-5291-F421-53BA-05E12A8C1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" y="785812"/>
            <a:ext cx="84582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1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1CEF935-234A-4F16-E2C5-3D2ADF6D31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l="10690" r="30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Machine Learning (ML)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14E45976-7ADB-FF36-70BB-4AADD09AC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84524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28650" y="720953"/>
            <a:ext cx="7886700" cy="5416094"/>
          </a:xfrm>
          <a:custGeom>
            <a:avLst/>
            <a:gdLst>
              <a:gd name="connsiteX0" fmla="*/ 0 w 7886700"/>
              <a:gd name="connsiteY0" fmla="*/ 0 h 5416094"/>
              <a:gd name="connsiteX1" fmla="*/ 578358 w 7886700"/>
              <a:gd name="connsiteY1" fmla="*/ 0 h 5416094"/>
              <a:gd name="connsiteX2" fmla="*/ 998982 w 7886700"/>
              <a:gd name="connsiteY2" fmla="*/ 0 h 5416094"/>
              <a:gd name="connsiteX3" fmla="*/ 1813941 w 7886700"/>
              <a:gd name="connsiteY3" fmla="*/ 0 h 5416094"/>
              <a:gd name="connsiteX4" fmla="*/ 2392299 w 7886700"/>
              <a:gd name="connsiteY4" fmla="*/ 0 h 5416094"/>
              <a:gd name="connsiteX5" fmla="*/ 2970657 w 7886700"/>
              <a:gd name="connsiteY5" fmla="*/ 0 h 5416094"/>
              <a:gd name="connsiteX6" fmla="*/ 3785616 w 7886700"/>
              <a:gd name="connsiteY6" fmla="*/ 0 h 5416094"/>
              <a:gd name="connsiteX7" fmla="*/ 4285107 w 7886700"/>
              <a:gd name="connsiteY7" fmla="*/ 0 h 5416094"/>
              <a:gd name="connsiteX8" fmla="*/ 5100066 w 7886700"/>
              <a:gd name="connsiteY8" fmla="*/ 0 h 5416094"/>
              <a:gd name="connsiteX9" fmla="*/ 5915025 w 7886700"/>
              <a:gd name="connsiteY9" fmla="*/ 0 h 5416094"/>
              <a:gd name="connsiteX10" fmla="*/ 6572250 w 7886700"/>
              <a:gd name="connsiteY10" fmla="*/ 0 h 5416094"/>
              <a:gd name="connsiteX11" fmla="*/ 7886700 w 7886700"/>
              <a:gd name="connsiteY11" fmla="*/ 0 h 5416094"/>
              <a:gd name="connsiteX12" fmla="*/ 7886700 w 7886700"/>
              <a:gd name="connsiteY12" fmla="*/ 622851 h 5416094"/>
              <a:gd name="connsiteX13" fmla="*/ 7886700 w 7886700"/>
              <a:gd name="connsiteY13" fmla="*/ 1137380 h 5416094"/>
              <a:gd name="connsiteX14" fmla="*/ 7886700 w 7886700"/>
              <a:gd name="connsiteY14" fmla="*/ 1814391 h 5416094"/>
              <a:gd name="connsiteX15" fmla="*/ 7886700 w 7886700"/>
              <a:gd name="connsiteY15" fmla="*/ 2491403 h 5416094"/>
              <a:gd name="connsiteX16" fmla="*/ 7886700 w 7886700"/>
              <a:gd name="connsiteY16" fmla="*/ 3168415 h 5416094"/>
              <a:gd name="connsiteX17" fmla="*/ 7886700 w 7886700"/>
              <a:gd name="connsiteY17" fmla="*/ 3899588 h 5416094"/>
              <a:gd name="connsiteX18" fmla="*/ 7886700 w 7886700"/>
              <a:gd name="connsiteY18" fmla="*/ 4630760 h 5416094"/>
              <a:gd name="connsiteX19" fmla="*/ 7886700 w 7886700"/>
              <a:gd name="connsiteY19" fmla="*/ 5416094 h 5416094"/>
              <a:gd name="connsiteX20" fmla="*/ 7466076 w 7886700"/>
              <a:gd name="connsiteY20" fmla="*/ 5416094 h 5416094"/>
              <a:gd name="connsiteX21" fmla="*/ 6651117 w 7886700"/>
              <a:gd name="connsiteY21" fmla="*/ 5416094 h 5416094"/>
              <a:gd name="connsiteX22" fmla="*/ 5993892 w 7886700"/>
              <a:gd name="connsiteY22" fmla="*/ 5416094 h 5416094"/>
              <a:gd name="connsiteX23" fmla="*/ 5494401 w 7886700"/>
              <a:gd name="connsiteY23" fmla="*/ 5416094 h 5416094"/>
              <a:gd name="connsiteX24" fmla="*/ 4837176 w 7886700"/>
              <a:gd name="connsiteY24" fmla="*/ 5416094 h 5416094"/>
              <a:gd name="connsiteX25" fmla="*/ 4416552 w 7886700"/>
              <a:gd name="connsiteY25" fmla="*/ 5416094 h 5416094"/>
              <a:gd name="connsiteX26" fmla="*/ 3995928 w 7886700"/>
              <a:gd name="connsiteY26" fmla="*/ 5416094 h 5416094"/>
              <a:gd name="connsiteX27" fmla="*/ 3338703 w 7886700"/>
              <a:gd name="connsiteY27" fmla="*/ 5416094 h 5416094"/>
              <a:gd name="connsiteX28" fmla="*/ 2839212 w 7886700"/>
              <a:gd name="connsiteY28" fmla="*/ 5416094 h 5416094"/>
              <a:gd name="connsiteX29" fmla="*/ 2103120 w 7886700"/>
              <a:gd name="connsiteY29" fmla="*/ 5416094 h 5416094"/>
              <a:gd name="connsiteX30" fmla="*/ 1603629 w 7886700"/>
              <a:gd name="connsiteY30" fmla="*/ 5416094 h 5416094"/>
              <a:gd name="connsiteX31" fmla="*/ 867537 w 7886700"/>
              <a:gd name="connsiteY31" fmla="*/ 5416094 h 5416094"/>
              <a:gd name="connsiteX32" fmla="*/ 0 w 7886700"/>
              <a:gd name="connsiteY32" fmla="*/ 5416094 h 5416094"/>
              <a:gd name="connsiteX33" fmla="*/ 0 w 7886700"/>
              <a:gd name="connsiteY33" fmla="*/ 4684921 h 5416094"/>
              <a:gd name="connsiteX34" fmla="*/ 0 w 7886700"/>
              <a:gd name="connsiteY34" fmla="*/ 3953749 h 5416094"/>
              <a:gd name="connsiteX35" fmla="*/ 0 w 7886700"/>
              <a:gd name="connsiteY35" fmla="*/ 3168415 h 5416094"/>
              <a:gd name="connsiteX36" fmla="*/ 0 w 7886700"/>
              <a:gd name="connsiteY36" fmla="*/ 2545564 h 5416094"/>
              <a:gd name="connsiteX37" fmla="*/ 0 w 7886700"/>
              <a:gd name="connsiteY37" fmla="*/ 1760231 h 5416094"/>
              <a:gd name="connsiteX38" fmla="*/ 0 w 7886700"/>
              <a:gd name="connsiteY38" fmla="*/ 1191541 h 5416094"/>
              <a:gd name="connsiteX39" fmla="*/ 0 w 7886700"/>
              <a:gd name="connsiteY39" fmla="*/ 677012 h 5416094"/>
              <a:gd name="connsiteX40" fmla="*/ 0 w 7886700"/>
              <a:gd name="connsiteY4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886700" h="5416094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888520" y="-5136"/>
                  <a:pt x="998982" y="0"/>
                </a:cubicBezTo>
                <a:cubicBezTo>
                  <a:pt x="1109444" y="5136"/>
                  <a:pt x="1622600" y="-36529"/>
                  <a:pt x="1813941" y="0"/>
                </a:cubicBezTo>
                <a:cubicBezTo>
                  <a:pt x="2005282" y="36529"/>
                  <a:pt x="2177619" y="19108"/>
                  <a:pt x="2392299" y="0"/>
                </a:cubicBezTo>
                <a:cubicBezTo>
                  <a:pt x="2606979" y="-19108"/>
                  <a:pt x="2788556" y="-21788"/>
                  <a:pt x="2970657" y="0"/>
                </a:cubicBezTo>
                <a:cubicBezTo>
                  <a:pt x="3152758" y="21788"/>
                  <a:pt x="3596738" y="18723"/>
                  <a:pt x="3785616" y="0"/>
                </a:cubicBezTo>
                <a:cubicBezTo>
                  <a:pt x="3974494" y="-18723"/>
                  <a:pt x="4136501" y="9985"/>
                  <a:pt x="4285107" y="0"/>
                </a:cubicBezTo>
                <a:cubicBezTo>
                  <a:pt x="4433713" y="-9985"/>
                  <a:pt x="4710656" y="-6143"/>
                  <a:pt x="5100066" y="0"/>
                </a:cubicBezTo>
                <a:cubicBezTo>
                  <a:pt x="5489476" y="6143"/>
                  <a:pt x="5703885" y="5883"/>
                  <a:pt x="5915025" y="0"/>
                </a:cubicBezTo>
                <a:cubicBezTo>
                  <a:pt x="6126165" y="-5883"/>
                  <a:pt x="6308797" y="30350"/>
                  <a:pt x="6572250" y="0"/>
                </a:cubicBezTo>
                <a:cubicBezTo>
                  <a:pt x="6835703" y="-30350"/>
                  <a:pt x="7286910" y="4832"/>
                  <a:pt x="7886700" y="0"/>
                </a:cubicBezTo>
                <a:cubicBezTo>
                  <a:pt x="7917044" y="253972"/>
                  <a:pt x="7878280" y="382927"/>
                  <a:pt x="7886700" y="622851"/>
                </a:cubicBezTo>
                <a:cubicBezTo>
                  <a:pt x="7895120" y="862775"/>
                  <a:pt x="7898095" y="881954"/>
                  <a:pt x="7886700" y="1137380"/>
                </a:cubicBezTo>
                <a:cubicBezTo>
                  <a:pt x="7875305" y="1392806"/>
                  <a:pt x="7859449" y="1500954"/>
                  <a:pt x="7886700" y="1814391"/>
                </a:cubicBezTo>
                <a:cubicBezTo>
                  <a:pt x="7913951" y="2127828"/>
                  <a:pt x="7899710" y="2276490"/>
                  <a:pt x="7886700" y="2491403"/>
                </a:cubicBezTo>
                <a:cubicBezTo>
                  <a:pt x="7873690" y="2706316"/>
                  <a:pt x="7899048" y="2943627"/>
                  <a:pt x="7886700" y="3168415"/>
                </a:cubicBezTo>
                <a:cubicBezTo>
                  <a:pt x="7874352" y="3393203"/>
                  <a:pt x="7895759" y="3539359"/>
                  <a:pt x="7886700" y="3899588"/>
                </a:cubicBezTo>
                <a:cubicBezTo>
                  <a:pt x="7877641" y="4259817"/>
                  <a:pt x="7907485" y="4437980"/>
                  <a:pt x="7886700" y="4630760"/>
                </a:cubicBezTo>
                <a:cubicBezTo>
                  <a:pt x="7865915" y="4823540"/>
                  <a:pt x="7871525" y="5198637"/>
                  <a:pt x="7886700" y="5416094"/>
                </a:cubicBezTo>
                <a:cubicBezTo>
                  <a:pt x="7691680" y="5431844"/>
                  <a:pt x="7601555" y="5415681"/>
                  <a:pt x="7466076" y="5416094"/>
                </a:cubicBezTo>
                <a:cubicBezTo>
                  <a:pt x="7330597" y="5416507"/>
                  <a:pt x="6831360" y="5424066"/>
                  <a:pt x="6651117" y="5416094"/>
                </a:cubicBezTo>
                <a:cubicBezTo>
                  <a:pt x="6470874" y="5408122"/>
                  <a:pt x="6162822" y="5448218"/>
                  <a:pt x="5993892" y="5416094"/>
                </a:cubicBezTo>
                <a:cubicBezTo>
                  <a:pt x="5824963" y="5383970"/>
                  <a:pt x="5688089" y="5423575"/>
                  <a:pt x="5494401" y="5416094"/>
                </a:cubicBezTo>
                <a:cubicBezTo>
                  <a:pt x="5300713" y="5408613"/>
                  <a:pt x="5038344" y="5439836"/>
                  <a:pt x="4837176" y="5416094"/>
                </a:cubicBezTo>
                <a:cubicBezTo>
                  <a:pt x="4636008" y="5392352"/>
                  <a:pt x="4547230" y="5414191"/>
                  <a:pt x="4416552" y="5416094"/>
                </a:cubicBezTo>
                <a:cubicBezTo>
                  <a:pt x="4285874" y="5417997"/>
                  <a:pt x="4197467" y="5397786"/>
                  <a:pt x="3995928" y="5416094"/>
                </a:cubicBezTo>
                <a:cubicBezTo>
                  <a:pt x="3794389" y="5434402"/>
                  <a:pt x="3512175" y="5385012"/>
                  <a:pt x="3338703" y="5416094"/>
                </a:cubicBezTo>
                <a:cubicBezTo>
                  <a:pt x="3165232" y="5447176"/>
                  <a:pt x="2961841" y="5402137"/>
                  <a:pt x="2839212" y="5416094"/>
                </a:cubicBezTo>
                <a:cubicBezTo>
                  <a:pt x="2716583" y="5430051"/>
                  <a:pt x="2260631" y="5391454"/>
                  <a:pt x="2103120" y="5416094"/>
                </a:cubicBezTo>
                <a:cubicBezTo>
                  <a:pt x="1945609" y="5440734"/>
                  <a:pt x="1802870" y="5413244"/>
                  <a:pt x="1603629" y="5416094"/>
                </a:cubicBezTo>
                <a:cubicBezTo>
                  <a:pt x="1404388" y="5418944"/>
                  <a:pt x="1036615" y="5428037"/>
                  <a:pt x="867537" y="5416094"/>
                </a:cubicBezTo>
                <a:cubicBezTo>
                  <a:pt x="698459" y="5404151"/>
                  <a:pt x="196765" y="5387017"/>
                  <a:pt x="0" y="5416094"/>
                </a:cubicBezTo>
                <a:cubicBezTo>
                  <a:pt x="-7913" y="5158982"/>
                  <a:pt x="-32352" y="4972281"/>
                  <a:pt x="0" y="4684921"/>
                </a:cubicBezTo>
                <a:cubicBezTo>
                  <a:pt x="32352" y="4397561"/>
                  <a:pt x="-36146" y="4109983"/>
                  <a:pt x="0" y="3953749"/>
                </a:cubicBezTo>
                <a:cubicBezTo>
                  <a:pt x="36146" y="3797515"/>
                  <a:pt x="38942" y="3433311"/>
                  <a:pt x="0" y="3168415"/>
                </a:cubicBezTo>
                <a:cubicBezTo>
                  <a:pt x="-38942" y="2903519"/>
                  <a:pt x="-264" y="2810505"/>
                  <a:pt x="0" y="2545564"/>
                </a:cubicBezTo>
                <a:cubicBezTo>
                  <a:pt x="264" y="2280623"/>
                  <a:pt x="20689" y="1994225"/>
                  <a:pt x="0" y="1760231"/>
                </a:cubicBezTo>
                <a:cubicBezTo>
                  <a:pt x="-20689" y="1526237"/>
                  <a:pt x="16073" y="1386976"/>
                  <a:pt x="0" y="1191541"/>
                </a:cubicBezTo>
                <a:cubicBezTo>
                  <a:pt x="-16073" y="996106"/>
                  <a:pt x="-16965" y="844858"/>
                  <a:pt x="0" y="677012"/>
                </a:cubicBezTo>
                <a:cubicBezTo>
                  <a:pt x="16965" y="509166"/>
                  <a:pt x="85" y="277162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holding a clipboard and a chart&#10;&#10;AI-generated content may be incorrect.">
            <a:extLst>
              <a:ext uri="{FF2B5EF4-FFF2-40B4-BE49-F238E27FC236}">
                <a16:creationId xmlns:a16="http://schemas.microsoft.com/office/drawing/2014/main" id="{A05B2E40-14A5-32AF-86B2-B1C9345AB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950" y="1261043"/>
            <a:ext cx="7600950" cy="427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61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DAA6C16-BF9B-4A3E-BC70-EE6015D4F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anchor="t">
            <a:normAutofit/>
          </a:bodyPr>
          <a:lstStyle/>
          <a:p>
            <a:r>
              <a:rPr lang="en-US" sz="3500">
                <a:solidFill>
                  <a:schemeClr val="bg1"/>
                </a:solidFill>
              </a:rPr>
              <a:t>Machine Learning (ML)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4C516A3-38C0-4F58-9700-081CB0D1A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"/>
            <a:ext cx="9144000" cy="4286159"/>
            <a:chOff x="0" y="1"/>
            <a:chExt cx="12192000" cy="4286159"/>
          </a:xfrm>
          <a:effectLst>
            <a:outerShdw blurRad="3810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31B548F-BAE0-4401-9139-6545BCD3C3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1"/>
              <a:ext cx="12192000" cy="4000975"/>
              <a:chOff x="0" y="1"/>
              <a:chExt cx="12192000" cy="4000975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4511E12-8D97-4D29-97DA-824875B13A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"/>
                <a:ext cx="12192000" cy="4000975"/>
              </a:xfrm>
              <a:custGeom>
                <a:avLst/>
                <a:gdLst>
                  <a:gd name="connsiteX0" fmla="*/ 0 w 12192000"/>
                  <a:gd name="connsiteY0" fmla="*/ 0 h 4000975"/>
                  <a:gd name="connsiteX1" fmla="*/ 12192000 w 12192000"/>
                  <a:gd name="connsiteY1" fmla="*/ 0 h 4000975"/>
                  <a:gd name="connsiteX2" fmla="*/ 12192000 w 12192000"/>
                  <a:gd name="connsiteY2" fmla="*/ 4000975 h 4000975"/>
                  <a:gd name="connsiteX3" fmla="*/ 4591050 w 12192000"/>
                  <a:gd name="connsiteY3" fmla="*/ 3848100 h 4000975"/>
                  <a:gd name="connsiteX4" fmla="*/ 0 w 12192000"/>
                  <a:gd name="connsiteY4" fmla="*/ 3999921 h 400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2000" h="400097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4000975"/>
                    </a:lnTo>
                    <a:lnTo>
                      <a:pt x="4591050" y="3848100"/>
                    </a:lnTo>
                    <a:lnTo>
                      <a:pt x="0" y="3999921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267ACB5-D743-4981-82A7-934D0A6BD8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"/>
                <a:ext cx="12192000" cy="4000975"/>
              </a:xfrm>
              <a:custGeom>
                <a:avLst/>
                <a:gdLst>
                  <a:gd name="connsiteX0" fmla="*/ 0 w 12192000"/>
                  <a:gd name="connsiteY0" fmla="*/ 0 h 4000975"/>
                  <a:gd name="connsiteX1" fmla="*/ 12192000 w 12192000"/>
                  <a:gd name="connsiteY1" fmla="*/ 0 h 4000975"/>
                  <a:gd name="connsiteX2" fmla="*/ 12192000 w 12192000"/>
                  <a:gd name="connsiteY2" fmla="*/ 4000975 h 4000975"/>
                  <a:gd name="connsiteX3" fmla="*/ 4591050 w 12192000"/>
                  <a:gd name="connsiteY3" fmla="*/ 3848100 h 4000975"/>
                  <a:gd name="connsiteX4" fmla="*/ 0 w 12192000"/>
                  <a:gd name="connsiteY4" fmla="*/ 3999921 h 400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2000" h="400097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4000975"/>
                    </a:lnTo>
                    <a:lnTo>
                      <a:pt x="4591050" y="3848100"/>
                    </a:lnTo>
                    <a:lnTo>
                      <a:pt x="0" y="3999921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3BB3ECA-2783-40C5-BE31-E5A2B6215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528992"/>
              <a:ext cx="12192000" cy="757168"/>
              <a:chOff x="0" y="2959818"/>
              <a:chExt cx="12192000" cy="757168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62FAB9C-1F29-451A-B39A-BDF3256934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959818"/>
                <a:ext cx="12192000" cy="757168"/>
              </a:xfrm>
              <a:custGeom>
                <a:avLst/>
                <a:gdLst>
                  <a:gd name="connsiteX0" fmla="*/ 0 w 12192000"/>
                  <a:gd name="connsiteY0" fmla="*/ 0 h 757168"/>
                  <a:gd name="connsiteX1" fmla="*/ 41653 w 12192000"/>
                  <a:gd name="connsiteY1" fmla="*/ 6945 h 757168"/>
                  <a:gd name="connsiteX2" fmla="*/ 81317 w 12192000"/>
                  <a:gd name="connsiteY2" fmla="*/ 15509 h 757168"/>
                  <a:gd name="connsiteX3" fmla="*/ 114150 w 12192000"/>
                  <a:gd name="connsiteY3" fmla="*/ 28105 h 757168"/>
                  <a:gd name="connsiteX4" fmla="*/ 214865 w 12192000"/>
                  <a:gd name="connsiteY4" fmla="*/ 58374 h 757168"/>
                  <a:gd name="connsiteX5" fmla="*/ 299237 w 12192000"/>
                  <a:gd name="connsiteY5" fmla="*/ 63560 h 757168"/>
                  <a:gd name="connsiteX6" fmla="*/ 415570 w 12192000"/>
                  <a:gd name="connsiteY6" fmla="*/ 83774 h 757168"/>
                  <a:gd name="connsiteX7" fmla="*/ 633210 w 12192000"/>
                  <a:gd name="connsiteY7" fmla="*/ 109108 h 757168"/>
                  <a:gd name="connsiteX8" fmla="*/ 677567 w 12192000"/>
                  <a:gd name="connsiteY8" fmla="*/ 119446 h 757168"/>
                  <a:gd name="connsiteX9" fmla="*/ 946429 w 12192000"/>
                  <a:gd name="connsiteY9" fmla="*/ 171502 h 757168"/>
                  <a:gd name="connsiteX10" fmla="*/ 1163367 w 12192000"/>
                  <a:gd name="connsiteY10" fmla="*/ 182106 h 757168"/>
                  <a:gd name="connsiteX11" fmla="*/ 1180337 w 12192000"/>
                  <a:gd name="connsiteY11" fmla="*/ 181279 h 757168"/>
                  <a:gd name="connsiteX12" fmla="*/ 1263939 w 12192000"/>
                  <a:gd name="connsiteY12" fmla="*/ 173070 h 757168"/>
                  <a:gd name="connsiteX13" fmla="*/ 1392213 w 12192000"/>
                  <a:gd name="connsiteY13" fmla="*/ 183225 h 757168"/>
                  <a:gd name="connsiteX14" fmla="*/ 1479752 w 12192000"/>
                  <a:gd name="connsiteY14" fmla="*/ 205174 h 757168"/>
                  <a:gd name="connsiteX15" fmla="*/ 1589813 w 12192000"/>
                  <a:gd name="connsiteY15" fmla="*/ 211706 h 757168"/>
                  <a:gd name="connsiteX16" fmla="*/ 1716264 w 12192000"/>
                  <a:gd name="connsiteY16" fmla="*/ 207459 h 757168"/>
                  <a:gd name="connsiteX17" fmla="*/ 1772900 w 12192000"/>
                  <a:gd name="connsiteY17" fmla="*/ 208137 h 757168"/>
                  <a:gd name="connsiteX18" fmla="*/ 1929319 w 12192000"/>
                  <a:gd name="connsiteY18" fmla="*/ 193822 h 757168"/>
                  <a:gd name="connsiteX19" fmla="*/ 2021514 w 12192000"/>
                  <a:gd name="connsiteY19" fmla="*/ 204186 h 757168"/>
                  <a:gd name="connsiteX20" fmla="*/ 2111753 w 12192000"/>
                  <a:gd name="connsiteY20" fmla="*/ 223797 h 757168"/>
                  <a:gd name="connsiteX21" fmla="*/ 2169356 w 12192000"/>
                  <a:gd name="connsiteY21" fmla="*/ 241125 h 757168"/>
                  <a:gd name="connsiteX22" fmla="*/ 2286638 w 12192000"/>
                  <a:gd name="connsiteY22" fmla="*/ 257382 h 757168"/>
                  <a:gd name="connsiteX23" fmla="*/ 2308368 w 12192000"/>
                  <a:gd name="connsiteY23" fmla="*/ 256995 h 757168"/>
                  <a:gd name="connsiteX24" fmla="*/ 2660621 w 12192000"/>
                  <a:gd name="connsiteY24" fmla="*/ 262863 h 757168"/>
                  <a:gd name="connsiteX25" fmla="*/ 2801134 w 12192000"/>
                  <a:gd name="connsiteY25" fmla="*/ 250006 h 757168"/>
                  <a:gd name="connsiteX26" fmla="*/ 2830994 w 12192000"/>
                  <a:gd name="connsiteY26" fmla="*/ 249091 h 757168"/>
                  <a:gd name="connsiteX27" fmla="*/ 3129084 w 12192000"/>
                  <a:gd name="connsiteY27" fmla="*/ 242009 h 757168"/>
                  <a:gd name="connsiteX28" fmla="*/ 3162162 w 12192000"/>
                  <a:gd name="connsiteY28" fmla="*/ 242789 h 757168"/>
                  <a:gd name="connsiteX29" fmla="*/ 3254072 w 12192000"/>
                  <a:gd name="connsiteY29" fmla="*/ 251612 h 757168"/>
                  <a:gd name="connsiteX30" fmla="*/ 3473491 w 12192000"/>
                  <a:gd name="connsiteY30" fmla="*/ 221903 h 757168"/>
                  <a:gd name="connsiteX31" fmla="*/ 3691860 w 12192000"/>
                  <a:gd name="connsiteY31" fmla="*/ 219228 h 757168"/>
                  <a:gd name="connsiteX32" fmla="*/ 3811494 w 12192000"/>
                  <a:gd name="connsiteY32" fmla="*/ 225691 h 757168"/>
                  <a:gd name="connsiteX33" fmla="*/ 3897533 w 12192000"/>
                  <a:gd name="connsiteY33" fmla="*/ 220087 h 757168"/>
                  <a:gd name="connsiteX34" fmla="*/ 4109430 w 12192000"/>
                  <a:gd name="connsiteY34" fmla="*/ 200477 h 757168"/>
                  <a:gd name="connsiteX35" fmla="*/ 4208772 w 12192000"/>
                  <a:gd name="connsiteY35" fmla="*/ 200914 h 757168"/>
                  <a:gd name="connsiteX36" fmla="*/ 4314641 w 12192000"/>
                  <a:gd name="connsiteY36" fmla="*/ 196159 h 757168"/>
                  <a:gd name="connsiteX37" fmla="*/ 4577622 w 12192000"/>
                  <a:gd name="connsiteY37" fmla="*/ 163774 h 757168"/>
                  <a:gd name="connsiteX38" fmla="*/ 4790345 w 12192000"/>
                  <a:gd name="connsiteY38" fmla="*/ 177592 h 757168"/>
                  <a:gd name="connsiteX39" fmla="*/ 4926164 w 12192000"/>
                  <a:gd name="connsiteY39" fmla="*/ 184139 h 757168"/>
                  <a:gd name="connsiteX40" fmla="*/ 5088812 w 12192000"/>
                  <a:gd name="connsiteY40" fmla="*/ 177401 h 757168"/>
                  <a:gd name="connsiteX41" fmla="*/ 5222466 w 12192000"/>
                  <a:gd name="connsiteY41" fmla="*/ 162082 h 757168"/>
                  <a:gd name="connsiteX42" fmla="*/ 5406528 w 12192000"/>
                  <a:gd name="connsiteY42" fmla="*/ 153987 h 757168"/>
                  <a:gd name="connsiteX43" fmla="*/ 5590716 w 12192000"/>
                  <a:gd name="connsiteY43" fmla="*/ 129490 h 757168"/>
                  <a:gd name="connsiteX44" fmla="*/ 5719429 w 12192000"/>
                  <a:gd name="connsiteY44" fmla="*/ 110099 h 757168"/>
                  <a:gd name="connsiteX45" fmla="*/ 5897895 w 12192000"/>
                  <a:gd name="connsiteY45" fmla="*/ 96368 h 757168"/>
                  <a:gd name="connsiteX46" fmla="*/ 6169957 w 12192000"/>
                  <a:gd name="connsiteY46" fmla="*/ 94411 h 757168"/>
                  <a:gd name="connsiteX47" fmla="*/ 6294827 w 12192000"/>
                  <a:gd name="connsiteY47" fmla="*/ 99236 h 757168"/>
                  <a:gd name="connsiteX48" fmla="*/ 6494261 w 12192000"/>
                  <a:gd name="connsiteY48" fmla="*/ 71724 h 757168"/>
                  <a:gd name="connsiteX49" fmla="*/ 6579627 w 12192000"/>
                  <a:gd name="connsiteY49" fmla="*/ 57883 h 757168"/>
                  <a:gd name="connsiteX50" fmla="*/ 6654800 w 12192000"/>
                  <a:gd name="connsiteY50" fmla="*/ 77086 h 757168"/>
                  <a:gd name="connsiteX51" fmla="*/ 6703059 w 12192000"/>
                  <a:gd name="connsiteY51" fmla="*/ 97166 h 757168"/>
                  <a:gd name="connsiteX52" fmla="*/ 6859445 w 12192000"/>
                  <a:gd name="connsiteY52" fmla="*/ 90481 h 757168"/>
                  <a:gd name="connsiteX53" fmla="*/ 7025414 w 12192000"/>
                  <a:gd name="connsiteY53" fmla="*/ 83536 h 757168"/>
                  <a:gd name="connsiteX54" fmla="*/ 7144137 w 12192000"/>
                  <a:gd name="connsiteY54" fmla="*/ 79264 h 757168"/>
                  <a:gd name="connsiteX55" fmla="*/ 7291235 w 12192000"/>
                  <a:gd name="connsiteY55" fmla="*/ 95367 h 757168"/>
                  <a:gd name="connsiteX56" fmla="*/ 7407395 w 12192000"/>
                  <a:gd name="connsiteY56" fmla="*/ 104888 h 757168"/>
                  <a:gd name="connsiteX57" fmla="*/ 7500837 w 12192000"/>
                  <a:gd name="connsiteY57" fmla="*/ 119515 h 757168"/>
                  <a:gd name="connsiteX58" fmla="*/ 7533567 w 12192000"/>
                  <a:gd name="connsiteY58" fmla="*/ 126955 h 757168"/>
                  <a:gd name="connsiteX59" fmla="*/ 7792910 w 12192000"/>
                  <a:gd name="connsiteY59" fmla="*/ 185188 h 757168"/>
                  <a:gd name="connsiteX60" fmla="*/ 8070699 w 12192000"/>
                  <a:gd name="connsiteY60" fmla="*/ 235423 h 757168"/>
                  <a:gd name="connsiteX61" fmla="*/ 8253177 w 12192000"/>
                  <a:gd name="connsiteY61" fmla="*/ 222473 h 757168"/>
                  <a:gd name="connsiteX62" fmla="*/ 8320683 w 12192000"/>
                  <a:gd name="connsiteY62" fmla="*/ 226393 h 757168"/>
                  <a:gd name="connsiteX63" fmla="*/ 8631438 w 12192000"/>
                  <a:gd name="connsiteY63" fmla="*/ 237528 h 757168"/>
                  <a:gd name="connsiteX64" fmla="*/ 8686410 w 12192000"/>
                  <a:gd name="connsiteY64" fmla="*/ 234877 h 757168"/>
                  <a:gd name="connsiteX65" fmla="*/ 8980658 w 12192000"/>
                  <a:gd name="connsiteY65" fmla="*/ 273001 h 757168"/>
                  <a:gd name="connsiteX66" fmla="*/ 9087625 w 12192000"/>
                  <a:gd name="connsiteY66" fmla="*/ 282423 h 757168"/>
                  <a:gd name="connsiteX67" fmla="*/ 9186017 w 12192000"/>
                  <a:gd name="connsiteY67" fmla="*/ 293875 h 757168"/>
                  <a:gd name="connsiteX68" fmla="*/ 9323931 w 12192000"/>
                  <a:gd name="connsiteY68" fmla="*/ 302628 h 757168"/>
                  <a:gd name="connsiteX69" fmla="*/ 9467213 w 12192000"/>
                  <a:gd name="connsiteY69" fmla="*/ 307275 h 757168"/>
                  <a:gd name="connsiteX70" fmla="*/ 9626826 w 12192000"/>
                  <a:gd name="connsiteY70" fmla="*/ 316213 h 757168"/>
                  <a:gd name="connsiteX71" fmla="*/ 9689696 w 12192000"/>
                  <a:gd name="connsiteY71" fmla="*/ 324467 h 757168"/>
                  <a:gd name="connsiteX72" fmla="*/ 9860526 w 12192000"/>
                  <a:gd name="connsiteY72" fmla="*/ 329986 h 757168"/>
                  <a:gd name="connsiteX73" fmla="*/ 9949775 w 12192000"/>
                  <a:gd name="connsiteY73" fmla="*/ 340386 h 757168"/>
                  <a:gd name="connsiteX74" fmla="*/ 10097252 w 12192000"/>
                  <a:gd name="connsiteY74" fmla="*/ 349262 h 757168"/>
                  <a:gd name="connsiteX75" fmla="*/ 10145261 w 12192000"/>
                  <a:gd name="connsiteY75" fmla="*/ 353113 h 757168"/>
                  <a:gd name="connsiteX76" fmla="*/ 10188159 w 12192000"/>
                  <a:gd name="connsiteY76" fmla="*/ 356124 h 757168"/>
                  <a:gd name="connsiteX77" fmla="*/ 10336144 w 12192000"/>
                  <a:gd name="connsiteY77" fmla="*/ 348235 h 757168"/>
                  <a:gd name="connsiteX78" fmla="*/ 10466847 w 12192000"/>
                  <a:gd name="connsiteY78" fmla="*/ 354131 h 757168"/>
                  <a:gd name="connsiteX79" fmla="*/ 10696514 w 12192000"/>
                  <a:gd name="connsiteY79" fmla="*/ 353575 h 757168"/>
                  <a:gd name="connsiteX80" fmla="*/ 10746932 w 12192000"/>
                  <a:gd name="connsiteY80" fmla="*/ 360606 h 757168"/>
                  <a:gd name="connsiteX81" fmla="*/ 10905388 w 12192000"/>
                  <a:gd name="connsiteY81" fmla="*/ 370627 h 757168"/>
                  <a:gd name="connsiteX82" fmla="*/ 10995602 w 12192000"/>
                  <a:gd name="connsiteY82" fmla="*/ 376691 h 757168"/>
                  <a:gd name="connsiteX83" fmla="*/ 11107647 w 12192000"/>
                  <a:gd name="connsiteY83" fmla="*/ 373405 h 757168"/>
                  <a:gd name="connsiteX84" fmla="*/ 11302440 w 12192000"/>
                  <a:gd name="connsiteY84" fmla="*/ 364156 h 757168"/>
                  <a:gd name="connsiteX85" fmla="*/ 11353613 w 12192000"/>
                  <a:gd name="connsiteY85" fmla="*/ 363785 h 757168"/>
                  <a:gd name="connsiteX86" fmla="*/ 11447323 w 12192000"/>
                  <a:gd name="connsiteY86" fmla="*/ 359346 h 757168"/>
                  <a:gd name="connsiteX87" fmla="*/ 11464292 w 12192000"/>
                  <a:gd name="connsiteY87" fmla="*/ 358519 h 757168"/>
                  <a:gd name="connsiteX88" fmla="*/ 11607560 w 12192000"/>
                  <a:gd name="connsiteY88" fmla="*/ 342370 h 757168"/>
                  <a:gd name="connsiteX89" fmla="*/ 11681426 w 12192000"/>
                  <a:gd name="connsiteY89" fmla="*/ 344335 h 757168"/>
                  <a:gd name="connsiteX90" fmla="*/ 11893565 w 12192000"/>
                  <a:gd name="connsiteY90" fmla="*/ 355261 h 757168"/>
                  <a:gd name="connsiteX91" fmla="*/ 11983290 w 12192000"/>
                  <a:gd name="connsiteY91" fmla="*/ 363588 h 757168"/>
                  <a:gd name="connsiteX92" fmla="*/ 12192000 w 12192000"/>
                  <a:gd name="connsiteY92" fmla="*/ 388018 h 757168"/>
                  <a:gd name="connsiteX93" fmla="*/ 12192000 w 12192000"/>
                  <a:gd name="connsiteY93" fmla="*/ 577115 h 757168"/>
                  <a:gd name="connsiteX94" fmla="*/ 12157329 w 12192000"/>
                  <a:gd name="connsiteY94" fmla="*/ 588862 h 757168"/>
                  <a:gd name="connsiteX95" fmla="*/ 12066948 w 12192000"/>
                  <a:gd name="connsiteY95" fmla="*/ 586034 h 757168"/>
                  <a:gd name="connsiteX96" fmla="*/ 11911344 w 12192000"/>
                  <a:gd name="connsiteY96" fmla="*/ 521599 h 757168"/>
                  <a:gd name="connsiteX97" fmla="*/ 11847823 w 12192000"/>
                  <a:gd name="connsiteY97" fmla="*/ 511785 h 757168"/>
                  <a:gd name="connsiteX98" fmla="*/ 11737547 w 12192000"/>
                  <a:gd name="connsiteY98" fmla="*/ 502380 h 757168"/>
                  <a:gd name="connsiteX99" fmla="*/ 11636052 w 12192000"/>
                  <a:gd name="connsiteY99" fmla="*/ 514993 h 757168"/>
                  <a:gd name="connsiteX100" fmla="*/ 11394706 w 12192000"/>
                  <a:gd name="connsiteY100" fmla="*/ 590867 h 757168"/>
                  <a:gd name="connsiteX101" fmla="*/ 11354978 w 12192000"/>
                  <a:gd name="connsiteY101" fmla="*/ 597561 h 757168"/>
                  <a:gd name="connsiteX102" fmla="*/ 11285306 w 12192000"/>
                  <a:gd name="connsiteY102" fmla="*/ 599825 h 757168"/>
                  <a:gd name="connsiteX103" fmla="*/ 11008528 w 12192000"/>
                  <a:gd name="connsiteY103" fmla="*/ 656670 h 757168"/>
                  <a:gd name="connsiteX104" fmla="*/ 10948735 w 12192000"/>
                  <a:gd name="connsiteY104" fmla="*/ 652964 h 757168"/>
                  <a:gd name="connsiteX105" fmla="*/ 10850698 w 12192000"/>
                  <a:gd name="connsiteY105" fmla="*/ 641721 h 757168"/>
                  <a:gd name="connsiteX106" fmla="*/ 10744026 w 12192000"/>
                  <a:gd name="connsiteY106" fmla="*/ 647769 h 757168"/>
                  <a:gd name="connsiteX107" fmla="*/ 10666160 w 12192000"/>
                  <a:gd name="connsiteY107" fmla="*/ 651891 h 757168"/>
                  <a:gd name="connsiteX108" fmla="*/ 10450521 w 12192000"/>
                  <a:gd name="connsiteY108" fmla="*/ 616552 h 757168"/>
                  <a:gd name="connsiteX109" fmla="*/ 10271192 w 12192000"/>
                  <a:gd name="connsiteY109" fmla="*/ 583498 h 757168"/>
                  <a:gd name="connsiteX110" fmla="*/ 10246067 w 12192000"/>
                  <a:gd name="connsiteY110" fmla="*/ 585423 h 757168"/>
                  <a:gd name="connsiteX111" fmla="*/ 10005027 w 12192000"/>
                  <a:gd name="connsiteY111" fmla="*/ 592252 h 757168"/>
                  <a:gd name="connsiteX112" fmla="*/ 9898681 w 12192000"/>
                  <a:gd name="connsiteY112" fmla="*/ 613195 h 757168"/>
                  <a:gd name="connsiteX113" fmla="*/ 9753225 w 12192000"/>
                  <a:gd name="connsiteY113" fmla="*/ 629038 h 757168"/>
                  <a:gd name="connsiteX114" fmla="*/ 9591376 w 12192000"/>
                  <a:gd name="connsiteY114" fmla="*/ 648601 h 757168"/>
                  <a:gd name="connsiteX115" fmla="*/ 9472860 w 12192000"/>
                  <a:gd name="connsiteY115" fmla="*/ 655936 h 757168"/>
                  <a:gd name="connsiteX116" fmla="*/ 9299788 w 12192000"/>
                  <a:gd name="connsiteY116" fmla="*/ 636945 h 757168"/>
                  <a:gd name="connsiteX117" fmla="*/ 9264605 w 12192000"/>
                  <a:gd name="connsiteY117" fmla="*/ 627087 h 757168"/>
                  <a:gd name="connsiteX118" fmla="*/ 8926435 w 12192000"/>
                  <a:gd name="connsiteY118" fmla="*/ 549269 h 757168"/>
                  <a:gd name="connsiteX119" fmla="*/ 8698934 w 12192000"/>
                  <a:gd name="connsiteY119" fmla="*/ 536583 h 757168"/>
                  <a:gd name="connsiteX120" fmla="*/ 8622862 w 12192000"/>
                  <a:gd name="connsiteY120" fmla="*/ 541563 h 757168"/>
                  <a:gd name="connsiteX121" fmla="*/ 8482784 w 12192000"/>
                  <a:gd name="connsiteY121" fmla="*/ 574094 h 757168"/>
                  <a:gd name="connsiteX122" fmla="*/ 8421565 w 12192000"/>
                  <a:gd name="connsiteY122" fmla="*/ 576610 h 757168"/>
                  <a:gd name="connsiteX123" fmla="*/ 8313469 w 12192000"/>
                  <a:gd name="connsiteY123" fmla="*/ 574762 h 757168"/>
                  <a:gd name="connsiteX124" fmla="*/ 8079520 w 12192000"/>
                  <a:gd name="connsiteY124" fmla="*/ 558685 h 757168"/>
                  <a:gd name="connsiteX125" fmla="*/ 7773327 w 12192000"/>
                  <a:gd name="connsiteY125" fmla="*/ 558854 h 757168"/>
                  <a:gd name="connsiteX126" fmla="*/ 7652477 w 12192000"/>
                  <a:gd name="connsiteY126" fmla="*/ 547561 h 757168"/>
                  <a:gd name="connsiteX127" fmla="*/ 7522274 w 12192000"/>
                  <a:gd name="connsiteY127" fmla="*/ 532150 h 757168"/>
                  <a:gd name="connsiteX128" fmla="*/ 7484080 w 12192000"/>
                  <a:gd name="connsiteY128" fmla="*/ 530532 h 757168"/>
                  <a:gd name="connsiteX129" fmla="*/ 7282277 w 12192000"/>
                  <a:gd name="connsiteY129" fmla="*/ 540177 h 757168"/>
                  <a:gd name="connsiteX130" fmla="*/ 7235690 w 12192000"/>
                  <a:gd name="connsiteY130" fmla="*/ 551282 h 757168"/>
                  <a:gd name="connsiteX131" fmla="*/ 7116339 w 12192000"/>
                  <a:gd name="connsiteY131" fmla="*/ 539494 h 757168"/>
                  <a:gd name="connsiteX132" fmla="*/ 7011067 w 12192000"/>
                  <a:gd name="connsiteY132" fmla="*/ 511848 h 757168"/>
                  <a:gd name="connsiteX133" fmla="*/ 6403234 w 12192000"/>
                  <a:gd name="connsiteY133" fmla="*/ 432296 h 757168"/>
                  <a:gd name="connsiteX134" fmla="*/ 6036273 w 12192000"/>
                  <a:gd name="connsiteY134" fmla="*/ 412301 h 757168"/>
                  <a:gd name="connsiteX135" fmla="*/ 5780467 w 12192000"/>
                  <a:gd name="connsiteY135" fmla="*/ 377910 h 757168"/>
                  <a:gd name="connsiteX136" fmla="*/ 5739051 w 12192000"/>
                  <a:gd name="connsiteY136" fmla="*/ 353609 h 757168"/>
                  <a:gd name="connsiteX137" fmla="*/ 5583566 w 12192000"/>
                  <a:gd name="connsiteY137" fmla="*/ 321995 h 757168"/>
                  <a:gd name="connsiteX138" fmla="*/ 5432030 w 12192000"/>
                  <a:gd name="connsiteY138" fmla="*/ 362512 h 757168"/>
                  <a:gd name="connsiteX139" fmla="*/ 5241398 w 12192000"/>
                  <a:gd name="connsiteY139" fmla="*/ 425781 h 757168"/>
                  <a:gd name="connsiteX140" fmla="*/ 5139710 w 12192000"/>
                  <a:gd name="connsiteY140" fmla="*/ 421022 h 757168"/>
                  <a:gd name="connsiteX141" fmla="*/ 4929402 w 12192000"/>
                  <a:gd name="connsiteY141" fmla="*/ 424310 h 757168"/>
                  <a:gd name="connsiteX142" fmla="*/ 4782793 w 12192000"/>
                  <a:gd name="connsiteY142" fmla="*/ 441046 h 757168"/>
                  <a:gd name="connsiteX143" fmla="*/ 4577594 w 12192000"/>
                  <a:gd name="connsiteY143" fmla="*/ 459290 h 757168"/>
                  <a:gd name="connsiteX144" fmla="*/ 4500826 w 12192000"/>
                  <a:gd name="connsiteY144" fmla="*/ 470529 h 757168"/>
                  <a:gd name="connsiteX145" fmla="*/ 4317973 w 12192000"/>
                  <a:gd name="connsiteY145" fmla="*/ 483649 h 757168"/>
                  <a:gd name="connsiteX146" fmla="*/ 4166722 w 12192000"/>
                  <a:gd name="connsiteY146" fmla="*/ 490602 h 757168"/>
                  <a:gd name="connsiteX147" fmla="*/ 4042814 w 12192000"/>
                  <a:gd name="connsiteY147" fmla="*/ 530660 h 757168"/>
                  <a:gd name="connsiteX148" fmla="*/ 4002653 w 12192000"/>
                  <a:gd name="connsiteY148" fmla="*/ 552594 h 757168"/>
                  <a:gd name="connsiteX149" fmla="*/ 3969549 w 12192000"/>
                  <a:gd name="connsiteY149" fmla="*/ 566312 h 757168"/>
                  <a:gd name="connsiteX150" fmla="*/ 3821685 w 12192000"/>
                  <a:gd name="connsiteY150" fmla="*/ 649183 h 757168"/>
                  <a:gd name="connsiteX151" fmla="*/ 3805138 w 12192000"/>
                  <a:gd name="connsiteY151" fmla="*/ 655947 h 757168"/>
                  <a:gd name="connsiteX152" fmla="*/ 3609177 w 12192000"/>
                  <a:gd name="connsiteY152" fmla="*/ 687459 h 757168"/>
                  <a:gd name="connsiteX153" fmla="*/ 3539727 w 12192000"/>
                  <a:gd name="connsiteY153" fmla="*/ 706521 h 757168"/>
                  <a:gd name="connsiteX154" fmla="*/ 3396572 w 12192000"/>
                  <a:gd name="connsiteY154" fmla="*/ 755681 h 757168"/>
                  <a:gd name="connsiteX155" fmla="*/ 3341054 w 12192000"/>
                  <a:gd name="connsiteY155" fmla="*/ 754679 h 757168"/>
                  <a:gd name="connsiteX156" fmla="*/ 3138775 w 12192000"/>
                  <a:gd name="connsiteY156" fmla="*/ 710120 h 757168"/>
                  <a:gd name="connsiteX157" fmla="*/ 3037283 w 12192000"/>
                  <a:gd name="connsiteY157" fmla="*/ 666453 h 757168"/>
                  <a:gd name="connsiteX158" fmla="*/ 3002117 w 12192000"/>
                  <a:gd name="connsiteY158" fmla="*/ 649347 h 757168"/>
                  <a:gd name="connsiteX159" fmla="*/ 2747294 w 12192000"/>
                  <a:gd name="connsiteY159" fmla="*/ 652400 h 757168"/>
                  <a:gd name="connsiteX160" fmla="*/ 2676273 w 12192000"/>
                  <a:gd name="connsiteY160" fmla="*/ 652304 h 757168"/>
                  <a:gd name="connsiteX161" fmla="*/ 2432360 w 12192000"/>
                  <a:gd name="connsiteY161" fmla="*/ 657836 h 757168"/>
                  <a:gd name="connsiteX162" fmla="*/ 2382311 w 12192000"/>
                  <a:gd name="connsiteY162" fmla="*/ 650824 h 757168"/>
                  <a:gd name="connsiteX163" fmla="*/ 2055134 w 12192000"/>
                  <a:gd name="connsiteY163" fmla="*/ 630053 h 757168"/>
                  <a:gd name="connsiteX164" fmla="*/ 2031829 w 12192000"/>
                  <a:gd name="connsiteY164" fmla="*/ 639324 h 757168"/>
                  <a:gd name="connsiteX165" fmla="*/ 1912764 w 12192000"/>
                  <a:gd name="connsiteY165" fmla="*/ 664183 h 757168"/>
                  <a:gd name="connsiteX166" fmla="*/ 1755637 w 12192000"/>
                  <a:gd name="connsiteY166" fmla="*/ 663960 h 757168"/>
                  <a:gd name="connsiteX167" fmla="*/ 1727159 w 12192000"/>
                  <a:gd name="connsiteY167" fmla="*/ 659605 h 757168"/>
                  <a:gd name="connsiteX168" fmla="*/ 1622470 w 12192000"/>
                  <a:gd name="connsiteY168" fmla="*/ 634850 h 757168"/>
                  <a:gd name="connsiteX169" fmla="*/ 1385955 w 12192000"/>
                  <a:gd name="connsiteY169" fmla="*/ 604522 h 757168"/>
                  <a:gd name="connsiteX170" fmla="*/ 1340055 w 12192000"/>
                  <a:gd name="connsiteY170" fmla="*/ 595629 h 757168"/>
                  <a:gd name="connsiteX171" fmla="*/ 1257271 w 12192000"/>
                  <a:gd name="connsiteY171" fmla="*/ 581180 h 757168"/>
                  <a:gd name="connsiteX172" fmla="*/ 1031914 w 12192000"/>
                  <a:gd name="connsiteY172" fmla="*/ 562692 h 757168"/>
                  <a:gd name="connsiteX173" fmla="*/ 922031 w 12192000"/>
                  <a:gd name="connsiteY173" fmla="*/ 566853 h 757168"/>
                  <a:gd name="connsiteX174" fmla="*/ 873250 w 12192000"/>
                  <a:gd name="connsiteY174" fmla="*/ 563724 h 757168"/>
                  <a:gd name="connsiteX175" fmla="*/ 711627 w 12192000"/>
                  <a:gd name="connsiteY175" fmla="*/ 529880 h 757168"/>
                  <a:gd name="connsiteX176" fmla="*/ 311112 w 12192000"/>
                  <a:gd name="connsiteY176" fmla="*/ 525106 h 757168"/>
                  <a:gd name="connsiteX177" fmla="*/ 184145 w 12192000"/>
                  <a:gd name="connsiteY177" fmla="*/ 532188 h 757168"/>
                  <a:gd name="connsiteX178" fmla="*/ 116886 w 12192000"/>
                  <a:gd name="connsiteY178" fmla="*/ 530572 h 757168"/>
                  <a:gd name="connsiteX179" fmla="*/ 23941 w 12192000"/>
                  <a:gd name="connsiteY179" fmla="*/ 506433 h 757168"/>
                  <a:gd name="connsiteX180" fmla="*/ 0 w 12192000"/>
                  <a:gd name="connsiteY180" fmla="*/ 502149 h 75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12192000" h="757168">
                    <a:moveTo>
                      <a:pt x="0" y="0"/>
                    </a:moveTo>
                    <a:lnTo>
                      <a:pt x="41653" y="6945"/>
                    </a:lnTo>
                    <a:cubicBezTo>
                      <a:pt x="55151" y="9178"/>
                      <a:pt x="68996" y="11810"/>
                      <a:pt x="81317" y="15509"/>
                    </a:cubicBezTo>
                    <a:cubicBezTo>
                      <a:pt x="92911" y="18978"/>
                      <a:pt x="102562" y="24446"/>
                      <a:pt x="114150" y="28105"/>
                    </a:cubicBezTo>
                    <a:cubicBezTo>
                      <a:pt x="145644" y="37958"/>
                      <a:pt x="177914" y="47281"/>
                      <a:pt x="214865" y="58374"/>
                    </a:cubicBezTo>
                    <a:cubicBezTo>
                      <a:pt x="236680" y="42349"/>
                      <a:pt x="264438" y="53534"/>
                      <a:pt x="299237" y="63560"/>
                    </a:cubicBezTo>
                    <a:cubicBezTo>
                      <a:pt x="334763" y="73816"/>
                      <a:pt x="376093" y="78654"/>
                      <a:pt x="415570" y="83774"/>
                    </a:cubicBezTo>
                    <a:cubicBezTo>
                      <a:pt x="487949" y="93100"/>
                      <a:pt x="560804" y="100354"/>
                      <a:pt x="633210" y="109108"/>
                    </a:cubicBezTo>
                    <a:cubicBezTo>
                      <a:pt x="648566" y="111058"/>
                      <a:pt x="666073" y="114072"/>
                      <a:pt x="677567" y="119446"/>
                    </a:cubicBezTo>
                    <a:cubicBezTo>
                      <a:pt x="756262" y="155621"/>
                      <a:pt x="853422" y="169678"/>
                      <a:pt x="946429" y="171502"/>
                    </a:cubicBezTo>
                    <a:cubicBezTo>
                      <a:pt x="1019582" y="173044"/>
                      <a:pt x="1091239" y="175083"/>
                      <a:pt x="1163367" y="182106"/>
                    </a:cubicBezTo>
                    <a:cubicBezTo>
                      <a:pt x="1168863" y="182586"/>
                      <a:pt x="1176224" y="182589"/>
                      <a:pt x="1180337" y="181279"/>
                    </a:cubicBezTo>
                    <a:cubicBezTo>
                      <a:pt x="1205822" y="172503"/>
                      <a:pt x="1231920" y="173109"/>
                      <a:pt x="1263939" y="173070"/>
                    </a:cubicBezTo>
                    <a:cubicBezTo>
                      <a:pt x="1309211" y="172961"/>
                      <a:pt x="1350592" y="176848"/>
                      <a:pt x="1392213" y="183225"/>
                    </a:cubicBezTo>
                    <a:cubicBezTo>
                      <a:pt x="1422516" y="187866"/>
                      <a:pt x="1453010" y="195759"/>
                      <a:pt x="1479752" y="205174"/>
                    </a:cubicBezTo>
                    <a:cubicBezTo>
                      <a:pt x="1516962" y="218381"/>
                      <a:pt x="1553071" y="224660"/>
                      <a:pt x="1589813" y="211706"/>
                    </a:cubicBezTo>
                    <a:cubicBezTo>
                      <a:pt x="1629541" y="197953"/>
                      <a:pt x="1673292" y="205778"/>
                      <a:pt x="1716264" y="207459"/>
                    </a:cubicBezTo>
                    <a:cubicBezTo>
                      <a:pt x="1734988" y="208248"/>
                      <a:pt x="1754789" y="209668"/>
                      <a:pt x="1772900" y="208137"/>
                    </a:cubicBezTo>
                    <a:cubicBezTo>
                      <a:pt x="1825381" y="203828"/>
                      <a:pt x="1876222" y="195808"/>
                      <a:pt x="1929319" y="193822"/>
                    </a:cubicBezTo>
                    <a:cubicBezTo>
                      <a:pt x="1958819" y="192698"/>
                      <a:pt x="1991232" y="199166"/>
                      <a:pt x="2021514" y="204186"/>
                    </a:cubicBezTo>
                    <a:cubicBezTo>
                      <a:pt x="2052154" y="209417"/>
                      <a:pt x="2082323" y="216530"/>
                      <a:pt x="2111753" y="223797"/>
                    </a:cubicBezTo>
                    <a:cubicBezTo>
                      <a:pt x="2131736" y="228659"/>
                      <a:pt x="2153567" y="233429"/>
                      <a:pt x="2169356" y="241125"/>
                    </a:cubicBezTo>
                    <a:cubicBezTo>
                      <a:pt x="2205243" y="258649"/>
                      <a:pt x="2242901" y="263295"/>
                      <a:pt x="2286638" y="257382"/>
                    </a:cubicBezTo>
                    <a:cubicBezTo>
                      <a:pt x="2293313" y="256396"/>
                      <a:pt x="2301018" y="256799"/>
                      <a:pt x="2308368" y="256995"/>
                    </a:cubicBezTo>
                    <a:cubicBezTo>
                      <a:pt x="2426026" y="259155"/>
                      <a:pt x="2543593" y="262834"/>
                      <a:pt x="2660621" y="262863"/>
                    </a:cubicBezTo>
                    <a:cubicBezTo>
                      <a:pt x="2708088" y="262871"/>
                      <a:pt x="2754165" y="254412"/>
                      <a:pt x="2801134" y="250006"/>
                    </a:cubicBezTo>
                    <a:cubicBezTo>
                      <a:pt x="2810748" y="249174"/>
                      <a:pt x="2821504" y="247638"/>
                      <a:pt x="2830994" y="249091"/>
                    </a:cubicBezTo>
                    <a:cubicBezTo>
                      <a:pt x="2934354" y="264045"/>
                      <a:pt x="3032340" y="255254"/>
                      <a:pt x="3129084" y="242009"/>
                    </a:cubicBezTo>
                    <a:cubicBezTo>
                      <a:pt x="3139090" y="240625"/>
                      <a:pt x="3151170" y="241831"/>
                      <a:pt x="3162162" y="242789"/>
                    </a:cubicBezTo>
                    <a:cubicBezTo>
                      <a:pt x="3192925" y="245736"/>
                      <a:pt x="3225969" y="254145"/>
                      <a:pt x="3254072" y="251612"/>
                    </a:cubicBezTo>
                    <a:cubicBezTo>
                      <a:pt x="3328782" y="244461"/>
                      <a:pt x="3402881" y="234992"/>
                      <a:pt x="3473491" y="221903"/>
                    </a:cubicBezTo>
                    <a:cubicBezTo>
                      <a:pt x="3545212" y="208683"/>
                      <a:pt x="3611651" y="197856"/>
                      <a:pt x="3691860" y="219228"/>
                    </a:cubicBezTo>
                    <a:cubicBezTo>
                      <a:pt x="3725977" y="228268"/>
                      <a:pt x="3771754" y="225515"/>
                      <a:pt x="3811494" y="225691"/>
                    </a:cubicBezTo>
                    <a:cubicBezTo>
                      <a:pt x="3840564" y="225687"/>
                      <a:pt x="3868906" y="218586"/>
                      <a:pt x="3897533" y="220087"/>
                    </a:cubicBezTo>
                    <a:cubicBezTo>
                      <a:pt x="3973874" y="224087"/>
                      <a:pt x="4042293" y="217563"/>
                      <a:pt x="4109430" y="200477"/>
                    </a:cubicBezTo>
                    <a:cubicBezTo>
                      <a:pt x="4135544" y="193834"/>
                      <a:pt x="4175268" y="201258"/>
                      <a:pt x="4208772" y="200914"/>
                    </a:cubicBezTo>
                    <a:cubicBezTo>
                      <a:pt x="4244136" y="200288"/>
                      <a:pt x="4280583" y="199908"/>
                      <a:pt x="4314641" y="196159"/>
                    </a:cubicBezTo>
                    <a:cubicBezTo>
                      <a:pt x="4402743" y="186278"/>
                      <a:pt x="4489848" y="174436"/>
                      <a:pt x="4577622" y="163774"/>
                    </a:cubicBezTo>
                    <a:cubicBezTo>
                      <a:pt x="4649843" y="154967"/>
                      <a:pt x="4719794" y="168553"/>
                      <a:pt x="4790345" y="177592"/>
                    </a:cubicBezTo>
                    <a:cubicBezTo>
                      <a:pt x="4834576" y="183345"/>
                      <a:pt x="4875614" y="193701"/>
                      <a:pt x="4926164" y="184139"/>
                    </a:cubicBezTo>
                    <a:cubicBezTo>
                      <a:pt x="4974485" y="175032"/>
                      <a:pt x="5034899" y="180870"/>
                      <a:pt x="5088812" y="177401"/>
                    </a:cubicBezTo>
                    <a:cubicBezTo>
                      <a:pt x="5134238" y="174439"/>
                      <a:pt x="5178353" y="168165"/>
                      <a:pt x="5222466" y="162082"/>
                    </a:cubicBezTo>
                    <a:cubicBezTo>
                      <a:pt x="5282519" y="153783"/>
                      <a:pt x="5341864" y="144876"/>
                      <a:pt x="5406528" y="153987"/>
                    </a:cubicBezTo>
                    <a:cubicBezTo>
                      <a:pt x="5479960" y="164323"/>
                      <a:pt x="5531876" y="142624"/>
                      <a:pt x="5590716" y="129490"/>
                    </a:cubicBezTo>
                    <a:cubicBezTo>
                      <a:pt x="5631296" y="120553"/>
                      <a:pt x="5675395" y="114659"/>
                      <a:pt x="5719429" y="110099"/>
                    </a:cubicBezTo>
                    <a:cubicBezTo>
                      <a:pt x="5778247" y="104215"/>
                      <a:pt x="5838715" y="102042"/>
                      <a:pt x="5897895" y="96368"/>
                    </a:cubicBezTo>
                    <a:cubicBezTo>
                      <a:pt x="5987399" y="87895"/>
                      <a:pt x="6077855" y="82333"/>
                      <a:pt x="6169957" y="94411"/>
                    </a:cubicBezTo>
                    <a:cubicBezTo>
                      <a:pt x="6212360" y="99875"/>
                      <a:pt x="6252010" y="101763"/>
                      <a:pt x="6294827" y="99236"/>
                    </a:cubicBezTo>
                    <a:cubicBezTo>
                      <a:pt x="6364965" y="95091"/>
                      <a:pt x="6436581" y="97891"/>
                      <a:pt x="6494261" y="71724"/>
                    </a:cubicBezTo>
                    <a:cubicBezTo>
                      <a:pt x="6514615" y="62488"/>
                      <a:pt x="6550354" y="61691"/>
                      <a:pt x="6579627" y="57883"/>
                    </a:cubicBezTo>
                    <a:cubicBezTo>
                      <a:pt x="6613354" y="53353"/>
                      <a:pt x="6637770" y="57878"/>
                      <a:pt x="6654800" y="77086"/>
                    </a:cubicBezTo>
                    <a:cubicBezTo>
                      <a:pt x="6662444" y="85688"/>
                      <a:pt x="6685147" y="94892"/>
                      <a:pt x="6703059" y="97166"/>
                    </a:cubicBezTo>
                    <a:cubicBezTo>
                      <a:pt x="6756799" y="103989"/>
                      <a:pt x="6806654" y="100687"/>
                      <a:pt x="6859445" y="90481"/>
                    </a:cubicBezTo>
                    <a:cubicBezTo>
                      <a:pt x="6908894" y="80861"/>
                      <a:pt x="6969747" y="85387"/>
                      <a:pt x="7025414" y="83536"/>
                    </a:cubicBezTo>
                    <a:cubicBezTo>
                      <a:pt x="7064862" y="82168"/>
                      <a:pt x="7104501" y="77186"/>
                      <a:pt x="7144137" y="79264"/>
                    </a:cubicBezTo>
                    <a:cubicBezTo>
                      <a:pt x="7193316" y="81841"/>
                      <a:pt x="7241809" y="90488"/>
                      <a:pt x="7291235" y="95367"/>
                    </a:cubicBezTo>
                    <a:cubicBezTo>
                      <a:pt x="7329668" y="99288"/>
                      <a:pt x="7368978" y="100585"/>
                      <a:pt x="7407395" y="104888"/>
                    </a:cubicBezTo>
                    <a:cubicBezTo>
                      <a:pt x="7438868" y="108256"/>
                      <a:pt x="7469832" y="114265"/>
                      <a:pt x="7500837" y="119515"/>
                    </a:cubicBezTo>
                    <a:cubicBezTo>
                      <a:pt x="7512146" y="121444"/>
                      <a:pt x="7523255" y="127178"/>
                      <a:pt x="7533567" y="126955"/>
                    </a:cubicBezTo>
                    <a:cubicBezTo>
                      <a:pt x="7636025" y="124121"/>
                      <a:pt x="7707510" y="164497"/>
                      <a:pt x="7792910" y="185188"/>
                    </a:cubicBezTo>
                    <a:cubicBezTo>
                      <a:pt x="7882663" y="207063"/>
                      <a:pt x="7969001" y="237914"/>
                      <a:pt x="8070699" y="235423"/>
                    </a:cubicBezTo>
                    <a:cubicBezTo>
                      <a:pt x="8132239" y="233879"/>
                      <a:pt x="8191903" y="225939"/>
                      <a:pt x="8253177" y="222473"/>
                    </a:cubicBezTo>
                    <a:cubicBezTo>
                      <a:pt x="8274949" y="221324"/>
                      <a:pt x="8299150" y="222976"/>
                      <a:pt x="8320683" y="226393"/>
                    </a:cubicBezTo>
                    <a:cubicBezTo>
                      <a:pt x="8424731" y="242340"/>
                      <a:pt x="8527777" y="249266"/>
                      <a:pt x="8631438" y="237528"/>
                    </a:cubicBezTo>
                    <a:cubicBezTo>
                      <a:pt x="8649201" y="235596"/>
                      <a:pt x="8668058" y="233915"/>
                      <a:pt x="8686410" y="234877"/>
                    </a:cubicBezTo>
                    <a:cubicBezTo>
                      <a:pt x="8786966" y="240146"/>
                      <a:pt x="8885480" y="249315"/>
                      <a:pt x="8980658" y="273001"/>
                    </a:cubicBezTo>
                    <a:cubicBezTo>
                      <a:pt x="9012626" y="280972"/>
                      <a:pt x="9052108" y="279035"/>
                      <a:pt x="9087625" y="282423"/>
                    </a:cubicBezTo>
                    <a:cubicBezTo>
                      <a:pt x="9120583" y="285484"/>
                      <a:pt x="9154319" y="287825"/>
                      <a:pt x="9186017" y="293875"/>
                    </a:cubicBezTo>
                    <a:cubicBezTo>
                      <a:pt x="9232288" y="302785"/>
                      <a:pt x="9275554" y="305815"/>
                      <a:pt x="9323931" y="302628"/>
                    </a:cubicBezTo>
                    <a:cubicBezTo>
                      <a:pt x="9370084" y="299705"/>
                      <a:pt x="9419491" y="304964"/>
                      <a:pt x="9467213" y="307275"/>
                    </a:cubicBezTo>
                    <a:cubicBezTo>
                      <a:pt x="9520438" y="309874"/>
                      <a:pt x="9573661" y="312473"/>
                      <a:pt x="9626826" y="316213"/>
                    </a:cubicBezTo>
                    <a:cubicBezTo>
                      <a:pt x="9648094" y="317708"/>
                      <a:pt x="9671915" y="326588"/>
                      <a:pt x="9689696" y="324467"/>
                    </a:cubicBezTo>
                    <a:cubicBezTo>
                      <a:pt x="9747117" y="317175"/>
                      <a:pt x="9803355" y="332523"/>
                      <a:pt x="9860526" y="329986"/>
                    </a:cubicBezTo>
                    <a:cubicBezTo>
                      <a:pt x="9888572" y="328594"/>
                      <a:pt x="9919723" y="338048"/>
                      <a:pt x="9949775" y="340386"/>
                    </a:cubicBezTo>
                    <a:cubicBezTo>
                      <a:pt x="9998886" y="344296"/>
                      <a:pt x="10048092" y="346302"/>
                      <a:pt x="10097252" y="349262"/>
                    </a:cubicBezTo>
                    <a:cubicBezTo>
                      <a:pt x="10113390" y="350297"/>
                      <a:pt x="10129133" y="351886"/>
                      <a:pt x="10145261" y="353113"/>
                    </a:cubicBezTo>
                    <a:cubicBezTo>
                      <a:pt x="10159555" y="354243"/>
                      <a:pt x="10174512" y="356743"/>
                      <a:pt x="10188159" y="356124"/>
                    </a:cubicBezTo>
                    <a:cubicBezTo>
                      <a:pt x="10237589" y="353944"/>
                      <a:pt x="10286441" y="348682"/>
                      <a:pt x="10336144" y="348235"/>
                    </a:cubicBezTo>
                    <a:cubicBezTo>
                      <a:pt x="10379222" y="347822"/>
                      <a:pt x="10423443" y="353764"/>
                      <a:pt x="10466847" y="354131"/>
                    </a:cubicBezTo>
                    <a:cubicBezTo>
                      <a:pt x="10543353" y="354898"/>
                      <a:pt x="10619988" y="353190"/>
                      <a:pt x="10696514" y="353575"/>
                    </a:cubicBezTo>
                    <a:cubicBezTo>
                      <a:pt x="10713071" y="353680"/>
                      <a:pt x="10730069" y="359342"/>
                      <a:pt x="10746932" y="360606"/>
                    </a:cubicBezTo>
                    <a:cubicBezTo>
                      <a:pt x="10799731" y="364326"/>
                      <a:pt x="10852569" y="367289"/>
                      <a:pt x="10905388" y="370627"/>
                    </a:cubicBezTo>
                    <a:cubicBezTo>
                      <a:pt x="10935470" y="372396"/>
                      <a:pt x="10965963" y="373421"/>
                      <a:pt x="10995602" y="376691"/>
                    </a:cubicBezTo>
                    <a:cubicBezTo>
                      <a:pt x="11034750" y="381032"/>
                      <a:pt x="11070168" y="386324"/>
                      <a:pt x="11107647" y="373405"/>
                    </a:cubicBezTo>
                    <a:cubicBezTo>
                      <a:pt x="11165372" y="353347"/>
                      <a:pt x="11236837" y="366060"/>
                      <a:pt x="11302440" y="364156"/>
                    </a:cubicBezTo>
                    <a:cubicBezTo>
                      <a:pt x="11319394" y="363708"/>
                      <a:pt x="11336655" y="364422"/>
                      <a:pt x="11353613" y="363785"/>
                    </a:cubicBezTo>
                    <a:cubicBezTo>
                      <a:pt x="11384961" y="362566"/>
                      <a:pt x="11415955" y="360947"/>
                      <a:pt x="11447323" y="359346"/>
                    </a:cubicBezTo>
                    <a:cubicBezTo>
                      <a:pt x="11452855" y="359066"/>
                      <a:pt x="11459104" y="359200"/>
                      <a:pt x="11464292" y="358519"/>
                    </a:cubicBezTo>
                    <a:cubicBezTo>
                      <a:pt x="11512058" y="353010"/>
                      <a:pt x="11559143" y="346321"/>
                      <a:pt x="11607560" y="342370"/>
                    </a:cubicBezTo>
                    <a:cubicBezTo>
                      <a:pt x="11631218" y="340368"/>
                      <a:pt x="11657295" y="341352"/>
                      <a:pt x="11681426" y="344335"/>
                    </a:cubicBezTo>
                    <a:cubicBezTo>
                      <a:pt x="11751997" y="352993"/>
                      <a:pt x="11821986" y="358760"/>
                      <a:pt x="11893565" y="355261"/>
                    </a:cubicBezTo>
                    <a:cubicBezTo>
                      <a:pt x="11921973" y="353889"/>
                      <a:pt x="11953288" y="360300"/>
                      <a:pt x="11983290" y="363588"/>
                    </a:cubicBezTo>
                    <a:lnTo>
                      <a:pt x="12192000" y="388018"/>
                    </a:lnTo>
                    <a:lnTo>
                      <a:pt x="12192000" y="577115"/>
                    </a:lnTo>
                    <a:lnTo>
                      <a:pt x="12157329" y="588862"/>
                    </a:lnTo>
                    <a:cubicBezTo>
                      <a:pt x="12118393" y="608572"/>
                      <a:pt x="12109715" y="605637"/>
                      <a:pt x="12066948" y="586034"/>
                    </a:cubicBezTo>
                    <a:cubicBezTo>
                      <a:pt x="12016991" y="563193"/>
                      <a:pt x="11965119" y="541779"/>
                      <a:pt x="11911344" y="521599"/>
                    </a:cubicBezTo>
                    <a:cubicBezTo>
                      <a:pt x="11894383" y="515178"/>
                      <a:pt x="11869417" y="514060"/>
                      <a:pt x="11847823" y="511785"/>
                    </a:cubicBezTo>
                    <a:cubicBezTo>
                      <a:pt x="11811233" y="507768"/>
                      <a:pt x="11773630" y="501982"/>
                      <a:pt x="11737547" y="502380"/>
                    </a:cubicBezTo>
                    <a:cubicBezTo>
                      <a:pt x="11702930" y="502855"/>
                      <a:pt x="11668388" y="508866"/>
                      <a:pt x="11636052" y="514993"/>
                    </a:cubicBezTo>
                    <a:cubicBezTo>
                      <a:pt x="11545722" y="532199"/>
                      <a:pt x="11462455" y="555118"/>
                      <a:pt x="11394706" y="590867"/>
                    </a:cubicBezTo>
                    <a:cubicBezTo>
                      <a:pt x="11385999" y="595562"/>
                      <a:pt x="11369016" y="596581"/>
                      <a:pt x="11354978" y="597561"/>
                    </a:cubicBezTo>
                    <a:cubicBezTo>
                      <a:pt x="11332076" y="599224"/>
                      <a:pt x="11308448" y="600655"/>
                      <a:pt x="11285306" y="599825"/>
                    </a:cubicBezTo>
                    <a:cubicBezTo>
                      <a:pt x="11172906" y="595841"/>
                      <a:pt x="11083430" y="617861"/>
                      <a:pt x="11008528" y="656670"/>
                    </a:cubicBezTo>
                    <a:cubicBezTo>
                      <a:pt x="10986971" y="667750"/>
                      <a:pt x="10970753" y="668236"/>
                      <a:pt x="10948735" y="652964"/>
                    </a:cubicBezTo>
                    <a:cubicBezTo>
                      <a:pt x="10923173" y="635218"/>
                      <a:pt x="10885031" y="639705"/>
                      <a:pt x="10850698" y="641721"/>
                    </a:cubicBezTo>
                    <a:cubicBezTo>
                      <a:pt x="10815269" y="643680"/>
                      <a:pt x="10779458" y="645811"/>
                      <a:pt x="10744026" y="647769"/>
                    </a:cubicBezTo>
                    <a:cubicBezTo>
                      <a:pt x="10717832" y="649066"/>
                      <a:pt x="10692021" y="650003"/>
                      <a:pt x="10666160" y="651891"/>
                    </a:cubicBezTo>
                    <a:cubicBezTo>
                      <a:pt x="10585627" y="657783"/>
                      <a:pt x="10513854" y="650969"/>
                      <a:pt x="10450521" y="616552"/>
                    </a:cubicBezTo>
                    <a:cubicBezTo>
                      <a:pt x="10402221" y="590175"/>
                      <a:pt x="10339099" y="579806"/>
                      <a:pt x="10271192" y="583498"/>
                    </a:cubicBezTo>
                    <a:cubicBezTo>
                      <a:pt x="10262701" y="584006"/>
                      <a:pt x="10251859" y="587254"/>
                      <a:pt x="10246067" y="585423"/>
                    </a:cubicBezTo>
                    <a:cubicBezTo>
                      <a:pt x="10158786" y="558528"/>
                      <a:pt x="10086634" y="594049"/>
                      <a:pt x="10005027" y="592252"/>
                    </a:cubicBezTo>
                    <a:cubicBezTo>
                      <a:pt x="9969004" y="591507"/>
                      <a:pt x="9931565" y="603664"/>
                      <a:pt x="9898681" y="613195"/>
                    </a:cubicBezTo>
                    <a:cubicBezTo>
                      <a:pt x="9853463" y="626281"/>
                      <a:pt x="9813049" y="639042"/>
                      <a:pt x="9753225" y="629038"/>
                    </a:cubicBezTo>
                    <a:cubicBezTo>
                      <a:pt x="9693404" y="618845"/>
                      <a:pt x="9637675" y="628898"/>
                      <a:pt x="9591376" y="648601"/>
                    </a:cubicBezTo>
                    <a:cubicBezTo>
                      <a:pt x="9556001" y="663537"/>
                      <a:pt x="9518120" y="663077"/>
                      <a:pt x="9472860" y="655936"/>
                    </a:cubicBezTo>
                    <a:cubicBezTo>
                      <a:pt x="9416283" y="647056"/>
                      <a:pt x="9357217" y="643578"/>
                      <a:pt x="9299788" y="636945"/>
                    </a:cubicBezTo>
                    <a:cubicBezTo>
                      <a:pt x="9287347" y="635531"/>
                      <a:pt x="9271710" y="632039"/>
                      <a:pt x="9264605" y="627087"/>
                    </a:cubicBezTo>
                    <a:cubicBezTo>
                      <a:pt x="9177661" y="565680"/>
                      <a:pt x="9051076" y="558473"/>
                      <a:pt x="8926435" y="549269"/>
                    </a:cubicBezTo>
                    <a:cubicBezTo>
                      <a:pt x="8850925" y="543595"/>
                      <a:pt x="8774954" y="539613"/>
                      <a:pt x="8698934" y="536583"/>
                    </a:cubicBezTo>
                    <a:cubicBezTo>
                      <a:pt x="8673232" y="535428"/>
                      <a:pt x="8645916" y="537050"/>
                      <a:pt x="8622862" y="541563"/>
                    </a:cubicBezTo>
                    <a:cubicBezTo>
                      <a:pt x="8574890" y="551069"/>
                      <a:pt x="8530403" y="564380"/>
                      <a:pt x="8482784" y="574094"/>
                    </a:cubicBezTo>
                    <a:cubicBezTo>
                      <a:pt x="8464923" y="577929"/>
                      <a:pt x="8442157" y="576927"/>
                      <a:pt x="8421565" y="576610"/>
                    </a:cubicBezTo>
                    <a:cubicBezTo>
                      <a:pt x="8385152" y="576229"/>
                      <a:pt x="8345023" y="569546"/>
                      <a:pt x="8313469" y="574762"/>
                    </a:cubicBezTo>
                    <a:cubicBezTo>
                      <a:pt x="8231431" y="588203"/>
                      <a:pt x="8155671" y="580227"/>
                      <a:pt x="8079520" y="558685"/>
                    </a:cubicBezTo>
                    <a:cubicBezTo>
                      <a:pt x="7972906" y="528487"/>
                      <a:pt x="7870782" y="525043"/>
                      <a:pt x="7773327" y="558854"/>
                    </a:cubicBezTo>
                    <a:cubicBezTo>
                      <a:pt x="7729470" y="574107"/>
                      <a:pt x="7688069" y="563543"/>
                      <a:pt x="7652477" y="547561"/>
                    </a:cubicBezTo>
                    <a:cubicBezTo>
                      <a:pt x="7611494" y="529005"/>
                      <a:pt x="7570974" y="522685"/>
                      <a:pt x="7522274" y="532150"/>
                    </a:cubicBezTo>
                    <a:cubicBezTo>
                      <a:pt x="7511488" y="534257"/>
                      <a:pt x="7496511" y="532136"/>
                      <a:pt x="7484080" y="530532"/>
                    </a:cubicBezTo>
                    <a:cubicBezTo>
                      <a:pt x="7413133" y="522044"/>
                      <a:pt x="7341987" y="510303"/>
                      <a:pt x="7282277" y="540177"/>
                    </a:cubicBezTo>
                    <a:cubicBezTo>
                      <a:pt x="7270558" y="546051"/>
                      <a:pt x="7251336" y="547713"/>
                      <a:pt x="7235690" y="551282"/>
                    </a:cubicBezTo>
                    <a:cubicBezTo>
                      <a:pt x="7170161" y="565782"/>
                      <a:pt x="7172820" y="564203"/>
                      <a:pt x="7116339" y="539494"/>
                    </a:cubicBezTo>
                    <a:cubicBezTo>
                      <a:pt x="7086841" y="526502"/>
                      <a:pt x="7045980" y="512724"/>
                      <a:pt x="7011067" y="511848"/>
                    </a:cubicBezTo>
                    <a:cubicBezTo>
                      <a:pt x="6800473" y="506533"/>
                      <a:pt x="6601893" y="468653"/>
                      <a:pt x="6403234" y="432296"/>
                    </a:cubicBezTo>
                    <a:cubicBezTo>
                      <a:pt x="6280760" y="409851"/>
                      <a:pt x="6160432" y="402592"/>
                      <a:pt x="6036273" y="412301"/>
                    </a:cubicBezTo>
                    <a:cubicBezTo>
                      <a:pt x="5946471" y="419425"/>
                      <a:pt x="5863077" y="395593"/>
                      <a:pt x="5780467" y="377910"/>
                    </a:cubicBezTo>
                    <a:cubicBezTo>
                      <a:pt x="5763357" y="374343"/>
                      <a:pt x="5747757" y="363033"/>
                      <a:pt x="5739051" y="353609"/>
                    </a:cubicBezTo>
                    <a:cubicBezTo>
                      <a:pt x="5707675" y="320294"/>
                      <a:pt x="5653252" y="312483"/>
                      <a:pt x="5583566" y="321995"/>
                    </a:cubicBezTo>
                    <a:cubicBezTo>
                      <a:pt x="5528347" y="329404"/>
                      <a:pt x="5477716" y="340486"/>
                      <a:pt x="5432030" y="362512"/>
                    </a:cubicBezTo>
                    <a:cubicBezTo>
                      <a:pt x="5378421" y="388318"/>
                      <a:pt x="5322767" y="418026"/>
                      <a:pt x="5241398" y="425781"/>
                    </a:cubicBezTo>
                    <a:cubicBezTo>
                      <a:pt x="5206262" y="429089"/>
                      <a:pt x="5176131" y="428273"/>
                      <a:pt x="5139710" y="421022"/>
                    </a:cubicBezTo>
                    <a:cubicBezTo>
                      <a:pt x="5069048" y="407018"/>
                      <a:pt x="4997864" y="396037"/>
                      <a:pt x="4929402" y="424310"/>
                    </a:cubicBezTo>
                    <a:cubicBezTo>
                      <a:pt x="4891785" y="439890"/>
                      <a:pt x="4841650" y="448519"/>
                      <a:pt x="4782793" y="441046"/>
                    </a:cubicBezTo>
                    <a:cubicBezTo>
                      <a:pt x="4709316" y="431663"/>
                      <a:pt x="4641426" y="442031"/>
                      <a:pt x="4577594" y="459290"/>
                    </a:cubicBezTo>
                    <a:cubicBezTo>
                      <a:pt x="4554816" y="465538"/>
                      <a:pt x="4527069" y="468279"/>
                      <a:pt x="4500826" y="470529"/>
                    </a:cubicBezTo>
                    <a:cubicBezTo>
                      <a:pt x="4440199" y="475746"/>
                      <a:pt x="4379252" y="479993"/>
                      <a:pt x="4317973" y="483649"/>
                    </a:cubicBezTo>
                    <a:cubicBezTo>
                      <a:pt x="4267762" y="486741"/>
                      <a:pt x="4217264" y="488292"/>
                      <a:pt x="4166722" y="490602"/>
                    </a:cubicBezTo>
                    <a:cubicBezTo>
                      <a:pt x="4111394" y="493045"/>
                      <a:pt x="4067073" y="503124"/>
                      <a:pt x="4042814" y="530660"/>
                    </a:cubicBezTo>
                    <a:cubicBezTo>
                      <a:pt x="4034996" y="539407"/>
                      <a:pt x="4017001" y="545715"/>
                      <a:pt x="4002653" y="552594"/>
                    </a:cubicBezTo>
                    <a:cubicBezTo>
                      <a:pt x="3992459" y="557592"/>
                      <a:pt x="3979023" y="561086"/>
                      <a:pt x="3969549" y="566312"/>
                    </a:cubicBezTo>
                    <a:cubicBezTo>
                      <a:pt x="3919896" y="593854"/>
                      <a:pt x="3870968" y="621622"/>
                      <a:pt x="3821685" y="649183"/>
                    </a:cubicBezTo>
                    <a:cubicBezTo>
                      <a:pt x="3816761" y="651788"/>
                      <a:pt x="3811445" y="654943"/>
                      <a:pt x="3805138" y="655947"/>
                    </a:cubicBezTo>
                    <a:cubicBezTo>
                      <a:pt x="3739817" y="666451"/>
                      <a:pt x="3673801" y="676154"/>
                      <a:pt x="3609177" y="687459"/>
                    </a:cubicBezTo>
                    <a:cubicBezTo>
                      <a:pt x="3584288" y="691878"/>
                      <a:pt x="3558597" y="697589"/>
                      <a:pt x="3539727" y="706521"/>
                    </a:cubicBezTo>
                    <a:cubicBezTo>
                      <a:pt x="3496714" y="726780"/>
                      <a:pt x="3457268" y="749132"/>
                      <a:pt x="3396572" y="755681"/>
                    </a:cubicBezTo>
                    <a:cubicBezTo>
                      <a:pt x="3378807" y="757611"/>
                      <a:pt x="3357809" y="758036"/>
                      <a:pt x="3341054" y="754679"/>
                    </a:cubicBezTo>
                    <a:cubicBezTo>
                      <a:pt x="3272962" y="740809"/>
                      <a:pt x="3206471" y="724541"/>
                      <a:pt x="3138775" y="710120"/>
                    </a:cubicBezTo>
                    <a:cubicBezTo>
                      <a:pt x="3095820" y="701191"/>
                      <a:pt x="3056969" y="691141"/>
                      <a:pt x="3037283" y="666453"/>
                    </a:cubicBezTo>
                    <a:cubicBezTo>
                      <a:pt x="3031764" y="659487"/>
                      <a:pt x="3015626" y="651391"/>
                      <a:pt x="3002117" y="649347"/>
                    </a:cubicBezTo>
                    <a:cubicBezTo>
                      <a:pt x="2915220" y="636209"/>
                      <a:pt x="2829194" y="627503"/>
                      <a:pt x="2747294" y="652400"/>
                    </a:cubicBezTo>
                    <a:cubicBezTo>
                      <a:pt x="2730084" y="657794"/>
                      <a:pt x="2698519" y="656140"/>
                      <a:pt x="2676273" y="652304"/>
                    </a:cubicBezTo>
                    <a:cubicBezTo>
                      <a:pt x="2590546" y="637890"/>
                      <a:pt x="2508883" y="630176"/>
                      <a:pt x="2432360" y="657836"/>
                    </a:cubicBezTo>
                    <a:cubicBezTo>
                      <a:pt x="2423352" y="661179"/>
                      <a:pt x="2395274" y="656272"/>
                      <a:pt x="2382311" y="650824"/>
                    </a:cubicBezTo>
                    <a:cubicBezTo>
                      <a:pt x="2257393" y="597728"/>
                      <a:pt x="2187724" y="592930"/>
                      <a:pt x="2055134" y="630053"/>
                    </a:cubicBezTo>
                    <a:cubicBezTo>
                      <a:pt x="2046542" y="632464"/>
                      <a:pt x="2035364" y="635121"/>
                      <a:pt x="2031829" y="639324"/>
                    </a:cubicBezTo>
                    <a:cubicBezTo>
                      <a:pt x="2007977" y="666120"/>
                      <a:pt x="1960229" y="664380"/>
                      <a:pt x="1912764" y="664183"/>
                    </a:cubicBezTo>
                    <a:cubicBezTo>
                      <a:pt x="1860521" y="663924"/>
                      <a:pt x="1808236" y="664426"/>
                      <a:pt x="1755637" y="663960"/>
                    </a:cubicBezTo>
                    <a:cubicBezTo>
                      <a:pt x="1746439" y="663859"/>
                      <a:pt x="1736243" y="661799"/>
                      <a:pt x="1727159" y="659605"/>
                    </a:cubicBezTo>
                    <a:cubicBezTo>
                      <a:pt x="1692256" y="651480"/>
                      <a:pt x="1658604" y="640559"/>
                      <a:pt x="1622470" y="634850"/>
                    </a:cubicBezTo>
                    <a:cubicBezTo>
                      <a:pt x="1544362" y="622552"/>
                      <a:pt x="1469248" y="602210"/>
                      <a:pt x="1385955" y="604522"/>
                    </a:cubicBezTo>
                    <a:cubicBezTo>
                      <a:pt x="1371585" y="604913"/>
                      <a:pt x="1355357" y="598530"/>
                      <a:pt x="1340055" y="595629"/>
                    </a:cubicBezTo>
                    <a:cubicBezTo>
                      <a:pt x="1312351" y="590552"/>
                      <a:pt x="1285460" y="583993"/>
                      <a:pt x="1257271" y="581180"/>
                    </a:cubicBezTo>
                    <a:cubicBezTo>
                      <a:pt x="1182583" y="573830"/>
                      <a:pt x="1107142" y="566824"/>
                      <a:pt x="1031914" y="562692"/>
                    </a:cubicBezTo>
                    <a:cubicBezTo>
                      <a:pt x="995593" y="560597"/>
                      <a:pt x="958880" y="565923"/>
                      <a:pt x="922031" y="566853"/>
                    </a:cubicBezTo>
                    <a:cubicBezTo>
                      <a:pt x="905446" y="567320"/>
                      <a:pt x="878533" y="568199"/>
                      <a:pt x="873250" y="563724"/>
                    </a:cubicBezTo>
                    <a:cubicBezTo>
                      <a:pt x="832343" y="529722"/>
                      <a:pt x="772202" y="532674"/>
                      <a:pt x="711627" y="529880"/>
                    </a:cubicBezTo>
                    <a:cubicBezTo>
                      <a:pt x="577999" y="523641"/>
                      <a:pt x="447408" y="543696"/>
                      <a:pt x="311112" y="525106"/>
                    </a:cubicBezTo>
                    <a:cubicBezTo>
                      <a:pt x="271645" y="519795"/>
                      <a:pt x="226936" y="530235"/>
                      <a:pt x="184145" y="532188"/>
                    </a:cubicBezTo>
                    <a:cubicBezTo>
                      <a:pt x="162015" y="533128"/>
                      <a:pt x="137665" y="534333"/>
                      <a:pt x="116886" y="530572"/>
                    </a:cubicBezTo>
                    <a:cubicBezTo>
                      <a:pt x="84810" y="524693"/>
                      <a:pt x="54011" y="515448"/>
                      <a:pt x="23941" y="506433"/>
                    </a:cubicBezTo>
                    <a:lnTo>
                      <a:pt x="0" y="502149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381000" dist="1524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14658BE9-BAE2-4EEF-94FE-33319BDCA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959818"/>
                <a:ext cx="12192000" cy="757168"/>
              </a:xfrm>
              <a:custGeom>
                <a:avLst/>
                <a:gdLst>
                  <a:gd name="connsiteX0" fmla="*/ 0 w 12192000"/>
                  <a:gd name="connsiteY0" fmla="*/ 0 h 757168"/>
                  <a:gd name="connsiteX1" fmla="*/ 41653 w 12192000"/>
                  <a:gd name="connsiteY1" fmla="*/ 6945 h 757168"/>
                  <a:gd name="connsiteX2" fmla="*/ 81317 w 12192000"/>
                  <a:gd name="connsiteY2" fmla="*/ 15509 h 757168"/>
                  <a:gd name="connsiteX3" fmla="*/ 114150 w 12192000"/>
                  <a:gd name="connsiteY3" fmla="*/ 28105 h 757168"/>
                  <a:gd name="connsiteX4" fmla="*/ 214865 w 12192000"/>
                  <a:gd name="connsiteY4" fmla="*/ 58374 h 757168"/>
                  <a:gd name="connsiteX5" fmla="*/ 299237 w 12192000"/>
                  <a:gd name="connsiteY5" fmla="*/ 63560 h 757168"/>
                  <a:gd name="connsiteX6" fmla="*/ 415570 w 12192000"/>
                  <a:gd name="connsiteY6" fmla="*/ 83774 h 757168"/>
                  <a:gd name="connsiteX7" fmla="*/ 633210 w 12192000"/>
                  <a:gd name="connsiteY7" fmla="*/ 109108 h 757168"/>
                  <a:gd name="connsiteX8" fmla="*/ 677567 w 12192000"/>
                  <a:gd name="connsiteY8" fmla="*/ 119446 h 757168"/>
                  <a:gd name="connsiteX9" fmla="*/ 946429 w 12192000"/>
                  <a:gd name="connsiteY9" fmla="*/ 171502 h 757168"/>
                  <a:gd name="connsiteX10" fmla="*/ 1163367 w 12192000"/>
                  <a:gd name="connsiteY10" fmla="*/ 182106 h 757168"/>
                  <a:gd name="connsiteX11" fmla="*/ 1180337 w 12192000"/>
                  <a:gd name="connsiteY11" fmla="*/ 181279 h 757168"/>
                  <a:gd name="connsiteX12" fmla="*/ 1263939 w 12192000"/>
                  <a:gd name="connsiteY12" fmla="*/ 173070 h 757168"/>
                  <a:gd name="connsiteX13" fmla="*/ 1392213 w 12192000"/>
                  <a:gd name="connsiteY13" fmla="*/ 183225 h 757168"/>
                  <a:gd name="connsiteX14" fmla="*/ 1479752 w 12192000"/>
                  <a:gd name="connsiteY14" fmla="*/ 205174 h 757168"/>
                  <a:gd name="connsiteX15" fmla="*/ 1589813 w 12192000"/>
                  <a:gd name="connsiteY15" fmla="*/ 211706 h 757168"/>
                  <a:gd name="connsiteX16" fmla="*/ 1716264 w 12192000"/>
                  <a:gd name="connsiteY16" fmla="*/ 207459 h 757168"/>
                  <a:gd name="connsiteX17" fmla="*/ 1772900 w 12192000"/>
                  <a:gd name="connsiteY17" fmla="*/ 208137 h 757168"/>
                  <a:gd name="connsiteX18" fmla="*/ 1929319 w 12192000"/>
                  <a:gd name="connsiteY18" fmla="*/ 193822 h 757168"/>
                  <a:gd name="connsiteX19" fmla="*/ 2021514 w 12192000"/>
                  <a:gd name="connsiteY19" fmla="*/ 204186 h 757168"/>
                  <a:gd name="connsiteX20" fmla="*/ 2111753 w 12192000"/>
                  <a:gd name="connsiteY20" fmla="*/ 223797 h 757168"/>
                  <a:gd name="connsiteX21" fmla="*/ 2169356 w 12192000"/>
                  <a:gd name="connsiteY21" fmla="*/ 241125 h 757168"/>
                  <a:gd name="connsiteX22" fmla="*/ 2286638 w 12192000"/>
                  <a:gd name="connsiteY22" fmla="*/ 257382 h 757168"/>
                  <a:gd name="connsiteX23" fmla="*/ 2308368 w 12192000"/>
                  <a:gd name="connsiteY23" fmla="*/ 256995 h 757168"/>
                  <a:gd name="connsiteX24" fmla="*/ 2660621 w 12192000"/>
                  <a:gd name="connsiteY24" fmla="*/ 262863 h 757168"/>
                  <a:gd name="connsiteX25" fmla="*/ 2801134 w 12192000"/>
                  <a:gd name="connsiteY25" fmla="*/ 250006 h 757168"/>
                  <a:gd name="connsiteX26" fmla="*/ 2830994 w 12192000"/>
                  <a:gd name="connsiteY26" fmla="*/ 249091 h 757168"/>
                  <a:gd name="connsiteX27" fmla="*/ 3129084 w 12192000"/>
                  <a:gd name="connsiteY27" fmla="*/ 242009 h 757168"/>
                  <a:gd name="connsiteX28" fmla="*/ 3162162 w 12192000"/>
                  <a:gd name="connsiteY28" fmla="*/ 242789 h 757168"/>
                  <a:gd name="connsiteX29" fmla="*/ 3254072 w 12192000"/>
                  <a:gd name="connsiteY29" fmla="*/ 251612 h 757168"/>
                  <a:gd name="connsiteX30" fmla="*/ 3473491 w 12192000"/>
                  <a:gd name="connsiteY30" fmla="*/ 221903 h 757168"/>
                  <a:gd name="connsiteX31" fmla="*/ 3691860 w 12192000"/>
                  <a:gd name="connsiteY31" fmla="*/ 219228 h 757168"/>
                  <a:gd name="connsiteX32" fmla="*/ 3811494 w 12192000"/>
                  <a:gd name="connsiteY32" fmla="*/ 225691 h 757168"/>
                  <a:gd name="connsiteX33" fmla="*/ 3897533 w 12192000"/>
                  <a:gd name="connsiteY33" fmla="*/ 220087 h 757168"/>
                  <a:gd name="connsiteX34" fmla="*/ 4109430 w 12192000"/>
                  <a:gd name="connsiteY34" fmla="*/ 200477 h 757168"/>
                  <a:gd name="connsiteX35" fmla="*/ 4208772 w 12192000"/>
                  <a:gd name="connsiteY35" fmla="*/ 200914 h 757168"/>
                  <a:gd name="connsiteX36" fmla="*/ 4314641 w 12192000"/>
                  <a:gd name="connsiteY36" fmla="*/ 196159 h 757168"/>
                  <a:gd name="connsiteX37" fmla="*/ 4577622 w 12192000"/>
                  <a:gd name="connsiteY37" fmla="*/ 163774 h 757168"/>
                  <a:gd name="connsiteX38" fmla="*/ 4790345 w 12192000"/>
                  <a:gd name="connsiteY38" fmla="*/ 177592 h 757168"/>
                  <a:gd name="connsiteX39" fmla="*/ 4926164 w 12192000"/>
                  <a:gd name="connsiteY39" fmla="*/ 184139 h 757168"/>
                  <a:gd name="connsiteX40" fmla="*/ 5088812 w 12192000"/>
                  <a:gd name="connsiteY40" fmla="*/ 177401 h 757168"/>
                  <a:gd name="connsiteX41" fmla="*/ 5222466 w 12192000"/>
                  <a:gd name="connsiteY41" fmla="*/ 162082 h 757168"/>
                  <a:gd name="connsiteX42" fmla="*/ 5406528 w 12192000"/>
                  <a:gd name="connsiteY42" fmla="*/ 153987 h 757168"/>
                  <a:gd name="connsiteX43" fmla="*/ 5590716 w 12192000"/>
                  <a:gd name="connsiteY43" fmla="*/ 129490 h 757168"/>
                  <a:gd name="connsiteX44" fmla="*/ 5719429 w 12192000"/>
                  <a:gd name="connsiteY44" fmla="*/ 110099 h 757168"/>
                  <a:gd name="connsiteX45" fmla="*/ 5897895 w 12192000"/>
                  <a:gd name="connsiteY45" fmla="*/ 96368 h 757168"/>
                  <a:gd name="connsiteX46" fmla="*/ 6169957 w 12192000"/>
                  <a:gd name="connsiteY46" fmla="*/ 94411 h 757168"/>
                  <a:gd name="connsiteX47" fmla="*/ 6294827 w 12192000"/>
                  <a:gd name="connsiteY47" fmla="*/ 99236 h 757168"/>
                  <a:gd name="connsiteX48" fmla="*/ 6494261 w 12192000"/>
                  <a:gd name="connsiteY48" fmla="*/ 71724 h 757168"/>
                  <a:gd name="connsiteX49" fmla="*/ 6579627 w 12192000"/>
                  <a:gd name="connsiteY49" fmla="*/ 57883 h 757168"/>
                  <a:gd name="connsiteX50" fmla="*/ 6654800 w 12192000"/>
                  <a:gd name="connsiteY50" fmla="*/ 77086 h 757168"/>
                  <a:gd name="connsiteX51" fmla="*/ 6703059 w 12192000"/>
                  <a:gd name="connsiteY51" fmla="*/ 97166 h 757168"/>
                  <a:gd name="connsiteX52" fmla="*/ 6859445 w 12192000"/>
                  <a:gd name="connsiteY52" fmla="*/ 90481 h 757168"/>
                  <a:gd name="connsiteX53" fmla="*/ 7025414 w 12192000"/>
                  <a:gd name="connsiteY53" fmla="*/ 83536 h 757168"/>
                  <a:gd name="connsiteX54" fmla="*/ 7144137 w 12192000"/>
                  <a:gd name="connsiteY54" fmla="*/ 79264 h 757168"/>
                  <a:gd name="connsiteX55" fmla="*/ 7291235 w 12192000"/>
                  <a:gd name="connsiteY55" fmla="*/ 95367 h 757168"/>
                  <a:gd name="connsiteX56" fmla="*/ 7407395 w 12192000"/>
                  <a:gd name="connsiteY56" fmla="*/ 104888 h 757168"/>
                  <a:gd name="connsiteX57" fmla="*/ 7500837 w 12192000"/>
                  <a:gd name="connsiteY57" fmla="*/ 119515 h 757168"/>
                  <a:gd name="connsiteX58" fmla="*/ 7533567 w 12192000"/>
                  <a:gd name="connsiteY58" fmla="*/ 126955 h 757168"/>
                  <a:gd name="connsiteX59" fmla="*/ 7792910 w 12192000"/>
                  <a:gd name="connsiteY59" fmla="*/ 185188 h 757168"/>
                  <a:gd name="connsiteX60" fmla="*/ 8070699 w 12192000"/>
                  <a:gd name="connsiteY60" fmla="*/ 235423 h 757168"/>
                  <a:gd name="connsiteX61" fmla="*/ 8253177 w 12192000"/>
                  <a:gd name="connsiteY61" fmla="*/ 222473 h 757168"/>
                  <a:gd name="connsiteX62" fmla="*/ 8320683 w 12192000"/>
                  <a:gd name="connsiteY62" fmla="*/ 226393 h 757168"/>
                  <a:gd name="connsiteX63" fmla="*/ 8631438 w 12192000"/>
                  <a:gd name="connsiteY63" fmla="*/ 237528 h 757168"/>
                  <a:gd name="connsiteX64" fmla="*/ 8686410 w 12192000"/>
                  <a:gd name="connsiteY64" fmla="*/ 234877 h 757168"/>
                  <a:gd name="connsiteX65" fmla="*/ 8980658 w 12192000"/>
                  <a:gd name="connsiteY65" fmla="*/ 273001 h 757168"/>
                  <a:gd name="connsiteX66" fmla="*/ 9087625 w 12192000"/>
                  <a:gd name="connsiteY66" fmla="*/ 282423 h 757168"/>
                  <a:gd name="connsiteX67" fmla="*/ 9186017 w 12192000"/>
                  <a:gd name="connsiteY67" fmla="*/ 293875 h 757168"/>
                  <a:gd name="connsiteX68" fmla="*/ 9323931 w 12192000"/>
                  <a:gd name="connsiteY68" fmla="*/ 302628 h 757168"/>
                  <a:gd name="connsiteX69" fmla="*/ 9467213 w 12192000"/>
                  <a:gd name="connsiteY69" fmla="*/ 307275 h 757168"/>
                  <a:gd name="connsiteX70" fmla="*/ 9626826 w 12192000"/>
                  <a:gd name="connsiteY70" fmla="*/ 316213 h 757168"/>
                  <a:gd name="connsiteX71" fmla="*/ 9689696 w 12192000"/>
                  <a:gd name="connsiteY71" fmla="*/ 324467 h 757168"/>
                  <a:gd name="connsiteX72" fmla="*/ 9860526 w 12192000"/>
                  <a:gd name="connsiteY72" fmla="*/ 329986 h 757168"/>
                  <a:gd name="connsiteX73" fmla="*/ 9949775 w 12192000"/>
                  <a:gd name="connsiteY73" fmla="*/ 340386 h 757168"/>
                  <a:gd name="connsiteX74" fmla="*/ 10097252 w 12192000"/>
                  <a:gd name="connsiteY74" fmla="*/ 349262 h 757168"/>
                  <a:gd name="connsiteX75" fmla="*/ 10145261 w 12192000"/>
                  <a:gd name="connsiteY75" fmla="*/ 353113 h 757168"/>
                  <a:gd name="connsiteX76" fmla="*/ 10188159 w 12192000"/>
                  <a:gd name="connsiteY76" fmla="*/ 356124 h 757168"/>
                  <a:gd name="connsiteX77" fmla="*/ 10336144 w 12192000"/>
                  <a:gd name="connsiteY77" fmla="*/ 348235 h 757168"/>
                  <a:gd name="connsiteX78" fmla="*/ 10466847 w 12192000"/>
                  <a:gd name="connsiteY78" fmla="*/ 354131 h 757168"/>
                  <a:gd name="connsiteX79" fmla="*/ 10696514 w 12192000"/>
                  <a:gd name="connsiteY79" fmla="*/ 353575 h 757168"/>
                  <a:gd name="connsiteX80" fmla="*/ 10746932 w 12192000"/>
                  <a:gd name="connsiteY80" fmla="*/ 360606 h 757168"/>
                  <a:gd name="connsiteX81" fmla="*/ 10905388 w 12192000"/>
                  <a:gd name="connsiteY81" fmla="*/ 370627 h 757168"/>
                  <a:gd name="connsiteX82" fmla="*/ 10995602 w 12192000"/>
                  <a:gd name="connsiteY82" fmla="*/ 376691 h 757168"/>
                  <a:gd name="connsiteX83" fmla="*/ 11107647 w 12192000"/>
                  <a:gd name="connsiteY83" fmla="*/ 373405 h 757168"/>
                  <a:gd name="connsiteX84" fmla="*/ 11302440 w 12192000"/>
                  <a:gd name="connsiteY84" fmla="*/ 364156 h 757168"/>
                  <a:gd name="connsiteX85" fmla="*/ 11353613 w 12192000"/>
                  <a:gd name="connsiteY85" fmla="*/ 363785 h 757168"/>
                  <a:gd name="connsiteX86" fmla="*/ 11447323 w 12192000"/>
                  <a:gd name="connsiteY86" fmla="*/ 359346 h 757168"/>
                  <a:gd name="connsiteX87" fmla="*/ 11464292 w 12192000"/>
                  <a:gd name="connsiteY87" fmla="*/ 358519 h 757168"/>
                  <a:gd name="connsiteX88" fmla="*/ 11607560 w 12192000"/>
                  <a:gd name="connsiteY88" fmla="*/ 342370 h 757168"/>
                  <a:gd name="connsiteX89" fmla="*/ 11681426 w 12192000"/>
                  <a:gd name="connsiteY89" fmla="*/ 344335 h 757168"/>
                  <a:gd name="connsiteX90" fmla="*/ 11893565 w 12192000"/>
                  <a:gd name="connsiteY90" fmla="*/ 355261 h 757168"/>
                  <a:gd name="connsiteX91" fmla="*/ 11983290 w 12192000"/>
                  <a:gd name="connsiteY91" fmla="*/ 363588 h 757168"/>
                  <a:gd name="connsiteX92" fmla="*/ 12192000 w 12192000"/>
                  <a:gd name="connsiteY92" fmla="*/ 388018 h 757168"/>
                  <a:gd name="connsiteX93" fmla="*/ 12192000 w 12192000"/>
                  <a:gd name="connsiteY93" fmla="*/ 577115 h 757168"/>
                  <a:gd name="connsiteX94" fmla="*/ 12157329 w 12192000"/>
                  <a:gd name="connsiteY94" fmla="*/ 588862 h 757168"/>
                  <a:gd name="connsiteX95" fmla="*/ 12066948 w 12192000"/>
                  <a:gd name="connsiteY95" fmla="*/ 586034 h 757168"/>
                  <a:gd name="connsiteX96" fmla="*/ 11911344 w 12192000"/>
                  <a:gd name="connsiteY96" fmla="*/ 521599 h 757168"/>
                  <a:gd name="connsiteX97" fmla="*/ 11847823 w 12192000"/>
                  <a:gd name="connsiteY97" fmla="*/ 511785 h 757168"/>
                  <a:gd name="connsiteX98" fmla="*/ 11737547 w 12192000"/>
                  <a:gd name="connsiteY98" fmla="*/ 502380 h 757168"/>
                  <a:gd name="connsiteX99" fmla="*/ 11636052 w 12192000"/>
                  <a:gd name="connsiteY99" fmla="*/ 514993 h 757168"/>
                  <a:gd name="connsiteX100" fmla="*/ 11394706 w 12192000"/>
                  <a:gd name="connsiteY100" fmla="*/ 590867 h 757168"/>
                  <a:gd name="connsiteX101" fmla="*/ 11354978 w 12192000"/>
                  <a:gd name="connsiteY101" fmla="*/ 597561 h 757168"/>
                  <a:gd name="connsiteX102" fmla="*/ 11285306 w 12192000"/>
                  <a:gd name="connsiteY102" fmla="*/ 599825 h 757168"/>
                  <a:gd name="connsiteX103" fmla="*/ 11008528 w 12192000"/>
                  <a:gd name="connsiteY103" fmla="*/ 656670 h 757168"/>
                  <a:gd name="connsiteX104" fmla="*/ 10948735 w 12192000"/>
                  <a:gd name="connsiteY104" fmla="*/ 652964 h 757168"/>
                  <a:gd name="connsiteX105" fmla="*/ 10850698 w 12192000"/>
                  <a:gd name="connsiteY105" fmla="*/ 641721 h 757168"/>
                  <a:gd name="connsiteX106" fmla="*/ 10744026 w 12192000"/>
                  <a:gd name="connsiteY106" fmla="*/ 647769 h 757168"/>
                  <a:gd name="connsiteX107" fmla="*/ 10666160 w 12192000"/>
                  <a:gd name="connsiteY107" fmla="*/ 651891 h 757168"/>
                  <a:gd name="connsiteX108" fmla="*/ 10450521 w 12192000"/>
                  <a:gd name="connsiteY108" fmla="*/ 616552 h 757168"/>
                  <a:gd name="connsiteX109" fmla="*/ 10271192 w 12192000"/>
                  <a:gd name="connsiteY109" fmla="*/ 583498 h 757168"/>
                  <a:gd name="connsiteX110" fmla="*/ 10246067 w 12192000"/>
                  <a:gd name="connsiteY110" fmla="*/ 585423 h 757168"/>
                  <a:gd name="connsiteX111" fmla="*/ 10005027 w 12192000"/>
                  <a:gd name="connsiteY111" fmla="*/ 592252 h 757168"/>
                  <a:gd name="connsiteX112" fmla="*/ 9898681 w 12192000"/>
                  <a:gd name="connsiteY112" fmla="*/ 613195 h 757168"/>
                  <a:gd name="connsiteX113" fmla="*/ 9753225 w 12192000"/>
                  <a:gd name="connsiteY113" fmla="*/ 629038 h 757168"/>
                  <a:gd name="connsiteX114" fmla="*/ 9591376 w 12192000"/>
                  <a:gd name="connsiteY114" fmla="*/ 648601 h 757168"/>
                  <a:gd name="connsiteX115" fmla="*/ 9472860 w 12192000"/>
                  <a:gd name="connsiteY115" fmla="*/ 655936 h 757168"/>
                  <a:gd name="connsiteX116" fmla="*/ 9299788 w 12192000"/>
                  <a:gd name="connsiteY116" fmla="*/ 636945 h 757168"/>
                  <a:gd name="connsiteX117" fmla="*/ 9264605 w 12192000"/>
                  <a:gd name="connsiteY117" fmla="*/ 627087 h 757168"/>
                  <a:gd name="connsiteX118" fmla="*/ 8926435 w 12192000"/>
                  <a:gd name="connsiteY118" fmla="*/ 549269 h 757168"/>
                  <a:gd name="connsiteX119" fmla="*/ 8698934 w 12192000"/>
                  <a:gd name="connsiteY119" fmla="*/ 536583 h 757168"/>
                  <a:gd name="connsiteX120" fmla="*/ 8622862 w 12192000"/>
                  <a:gd name="connsiteY120" fmla="*/ 541563 h 757168"/>
                  <a:gd name="connsiteX121" fmla="*/ 8482784 w 12192000"/>
                  <a:gd name="connsiteY121" fmla="*/ 574094 h 757168"/>
                  <a:gd name="connsiteX122" fmla="*/ 8421565 w 12192000"/>
                  <a:gd name="connsiteY122" fmla="*/ 576610 h 757168"/>
                  <a:gd name="connsiteX123" fmla="*/ 8313469 w 12192000"/>
                  <a:gd name="connsiteY123" fmla="*/ 574762 h 757168"/>
                  <a:gd name="connsiteX124" fmla="*/ 8079520 w 12192000"/>
                  <a:gd name="connsiteY124" fmla="*/ 558685 h 757168"/>
                  <a:gd name="connsiteX125" fmla="*/ 7773327 w 12192000"/>
                  <a:gd name="connsiteY125" fmla="*/ 558854 h 757168"/>
                  <a:gd name="connsiteX126" fmla="*/ 7652477 w 12192000"/>
                  <a:gd name="connsiteY126" fmla="*/ 547561 h 757168"/>
                  <a:gd name="connsiteX127" fmla="*/ 7522274 w 12192000"/>
                  <a:gd name="connsiteY127" fmla="*/ 532150 h 757168"/>
                  <a:gd name="connsiteX128" fmla="*/ 7484080 w 12192000"/>
                  <a:gd name="connsiteY128" fmla="*/ 530532 h 757168"/>
                  <a:gd name="connsiteX129" fmla="*/ 7282277 w 12192000"/>
                  <a:gd name="connsiteY129" fmla="*/ 540177 h 757168"/>
                  <a:gd name="connsiteX130" fmla="*/ 7235690 w 12192000"/>
                  <a:gd name="connsiteY130" fmla="*/ 551282 h 757168"/>
                  <a:gd name="connsiteX131" fmla="*/ 7116339 w 12192000"/>
                  <a:gd name="connsiteY131" fmla="*/ 539494 h 757168"/>
                  <a:gd name="connsiteX132" fmla="*/ 7011067 w 12192000"/>
                  <a:gd name="connsiteY132" fmla="*/ 511848 h 757168"/>
                  <a:gd name="connsiteX133" fmla="*/ 6403234 w 12192000"/>
                  <a:gd name="connsiteY133" fmla="*/ 432296 h 757168"/>
                  <a:gd name="connsiteX134" fmla="*/ 6036273 w 12192000"/>
                  <a:gd name="connsiteY134" fmla="*/ 412301 h 757168"/>
                  <a:gd name="connsiteX135" fmla="*/ 5780467 w 12192000"/>
                  <a:gd name="connsiteY135" fmla="*/ 377910 h 757168"/>
                  <a:gd name="connsiteX136" fmla="*/ 5739051 w 12192000"/>
                  <a:gd name="connsiteY136" fmla="*/ 353609 h 757168"/>
                  <a:gd name="connsiteX137" fmla="*/ 5583566 w 12192000"/>
                  <a:gd name="connsiteY137" fmla="*/ 321995 h 757168"/>
                  <a:gd name="connsiteX138" fmla="*/ 5432030 w 12192000"/>
                  <a:gd name="connsiteY138" fmla="*/ 362512 h 757168"/>
                  <a:gd name="connsiteX139" fmla="*/ 5241398 w 12192000"/>
                  <a:gd name="connsiteY139" fmla="*/ 425781 h 757168"/>
                  <a:gd name="connsiteX140" fmla="*/ 5139710 w 12192000"/>
                  <a:gd name="connsiteY140" fmla="*/ 421022 h 757168"/>
                  <a:gd name="connsiteX141" fmla="*/ 4929402 w 12192000"/>
                  <a:gd name="connsiteY141" fmla="*/ 424310 h 757168"/>
                  <a:gd name="connsiteX142" fmla="*/ 4782793 w 12192000"/>
                  <a:gd name="connsiteY142" fmla="*/ 441046 h 757168"/>
                  <a:gd name="connsiteX143" fmla="*/ 4577594 w 12192000"/>
                  <a:gd name="connsiteY143" fmla="*/ 459290 h 757168"/>
                  <a:gd name="connsiteX144" fmla="*/ 4500826 w 12192000"/>
                  <a:gd name="connsiteY144" fmla="*/ 470529 h 757168"/>
                  <a:gd name="connsiteX145" fmla="*/ 4317973 w 12192000"/>
                  <a:gd name="connsiteY145" fmla="*/ 483649 h 757168"/>
                  <a:gd name="connsiteX146" fmla="*/ 4166722 w 12192000"/>
                  <a:gd name="connsiteY146" fmla="*/ 490602 h 757168"/>
                  <a:gd name="connsiteX147" fmla="*/ 4042814 w 12192000"/>
                  <a:gd name="connsiteY147" fmla="*/ 530660 h 757168"/>
                  <a:gd name="connsiteX148" fmla="*/ 4002653 w 12192000"/>
                  <a:gd name="connsiteY148" fmla="*/ 552594 h 757168"/>
                  <a:gd name="connsiteX149" fmla="*/ 3969549 w 12192000"/>
                  <a:gd name="connsiteY149" fmla="*/ 566312 h 757168"/>
                  <a:gd name="connsiteX150" fmla="*/ 3821685 w 12192000"/>
                  <a:gd name="connsiteY150" fmla="*/ 649183 h 757168"/>
                  <a:gd name="connsiteX151" fmla="*/ 3805138 w 12192000"/>
                  <a:gd name="connsiteY151" fmla="*/ 655947 h 757168"/>
                  <a:gd name="connsiteX152" fmla="*/ 3609177 w 12192000"/>
                  <a:gd name="connsiteY152" fmla="*/ 687459 h 757168"/>
                  <a:gd name="connsiteX153" fmla="*/ 3539727 w 12192000"/>
                  <a:gd name="connsiteY153" fmla="*/ 706521 h 757168"/>
                  <a:gd name="connsiteX154" fmla="*/ 3396572 w 12192000"/>
                  <a:gd name="connsiteY154" fmla="*/ 755681 h 757168"/>
                  <a:gd name="connsiteX155" fmla="*/ 3341054 w 12192000"/>
                  <a:gd name="connsiteY155" fmla="*/ 754679 h 757168"/>
                  <a:gd name="connsiteX156" fmla="*/ 3138775 w 12192000"/>
                  <a:gd name="connsiteY156" fmla="*/ 710120 h 757168"/>
                  <a:gd name="connsiteX157" fmla="*/ 3037283 w 12192000"/>
                  <a:gd name="connsiteY157" fmla="*/ 666453 h 757168"/>
                  <a:gd name="connsiteX158" fmla="*/ 3002117 w 12192000"/>
                  <a:gd name="connsiteY158" fmla="*/ 649347 h 757168"/>
                  <a:gd name="connsiteX159" fmla="*/ 2747294 w 12192000"/>
                  <a:gd name="connsiteY159" fmla="*/ 652400 h 757168"/>
                  <a:gd name="connsiteX160" fmla="*/ 2676273 w 12192000"/>
                  <a:gd name="connsiteY160" fmla="*/ 652304 h 757168"/>
                  <a:gd name="connsiteX161" fmla="*/ 2432360 w 12192000"/>
                  <a:gd name="connsiteY161" fmla="*/ 657836 h 757168"/>
                  <a:gd name="connsiteX162" fmla="*/ 2382311 w 12192000"/>
                  <a:gd name="connsiteY162" fmla="*/ 650824 h 757168"/>
                  <a:gd name="connsiteX163" fmla="*/ 2055134 w 12192000"/>
                  <a:gd name="connsiteY163" fmla="*/ 630053 h 757168"/>
                  <a:gd name="connsiteX164" fmla="*/ 2031829 w 12192000"/>
                  <a:gd name="connsiteY164" fmla="*/ 639324 h 757168"/>
                  <a:gd name="connsiteX165" fmla="*/ 1912764 w 12192000"/>
                  <a:gd name="connsiteY165" fmla="*/ 664183 h 757168"/>
                  <a:gd name="connsiteX166" fmla="*/ 1755637 w 12192000"/>
                  <a:gd name="connsiteY166" fmla="*/ 663960 h 757168"/>
                  <a:gd name="connsiteX167" fmla="*/ 1727159 w 12192000"/>
                  <a:gd name="connsiteY167" fmla="*/ 659605 h 757168"/>
                  <a:gd name="connsiteX168" fmla="*/ 1622470 w 12192000"/>
                  <a:gd name="connsiteY168" fmla="*/ 634850 h 757168"/>
                  <a:gd name="connsiteX169" fmla="*/ 1385955 w 12192000"/>
                  <a:gd name="connsiteY169" fmla="*/ 604522 h 757168"/>
                  <a:gd name="connsiteX170" fmla="*/ 1340055 w 12192000"/>
                  <a:gd name="connsiteY170" fmla="*/ 595629 h 757168"/>
                  <a:gd name="connsiteX171" fmla="*/ 1257271 w 12192000"/>
                  <a:gd name="connsiteY171" fmla="*/ 581180 h 757168"/>
                  <a:gd name="connsiteX172" fmla="*/ 1031914 w 12192000"/>
                  <a:gd name="connsiteY172" fmla="*/ 562692 h 757168"/>
                  <a:gd name="connsiteX173" fmla="*/ 922031 w 12192000"/>
                  <a:gd name="connsiteY173" fmla="*/ 566853 h 757168"/>
                  <a:gd name="connsiteX174" fmla="*/ 873250 w 12192000"/>
                  <a:gd name="connsiteY174" fmla="*/ 563724 h 757168"/>
                  <a:gd name="connsiteX175" fmla="*/ 711627 w 12192000"/>
                  <a:gd name="connsiteY175" fmla="*/ 529880 h 757168"/>
                  <a:gd name="connsiteX176" fmla="*/ 311112 w 12192000"/>
                  <a:gd name="connsiteY176" fmla="*/ 525106 h 757168"/>
                  <a:gd name="connsiteX177" fmla="*/ 184145 w 12192000"/>
                  <a:gd name="connsiteY177" fmla="*/ 532188 h 757168"/>
                  <a:gd name="connsiteX178" fmla="*/ 116886 w 12192000"/>
                  <a:gd name="connsiteY178" fmla="*/ 530572 h 757168"/>
                  <a:gd name="connsiteX179" fmla="*/ 23941 w 12192000"/>
                  <a:gd name="connsiteY179" fmla="*/ 506433 h 757168"/>
                  <a:gd name="connsiteX180" fmla="*/ 0 w 12192000"/>
                  <a:gd name="connsiteY180" fmla="*/ 502149 h 75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12192000" h="757168">
                    <a:moveTo>
                      <a:pt x="0" y="0"/>
                    </a:moveTo>
                    <a:lnTo>
                      <a:pt x="41653" y="6945"/>
                    </a:lnTo>
                    <a:cubicBezTo>
                      <a:pt x="55151" y="9178"/>
                      <a:pt x="68996" y="11810"/>
                      <a:pt x="81317" y="15509"/>
                    </a:cubicBezTo>
                    <a:cubicBezTo>
                      <a:pt x="92911" y="18978"/>
                      <a:pt x="102562" y="24446"/>
                      <a:pt x="114150" y="28105"/>
                    </a:cubicBezTo>
                    <a:cubicBezTo>
                      <a:pt x="145644" y="37958"/>
                      <a:pt x="177914" y="47281"/>
                      <a:pt x="214865" y="58374"/>
                    </a:cubicBezTo>
                    <a:cubicBezTo>
                      <a:pt x="236680" y="42349"/>
                      <a:pt x="264438" y="53534"/>
                      <a:pt x="299237" y="63560"/>
                    </a:cubicBezTo>
                    <a:cubicBezTo>
                      <a:pt x="334763" y="73816"/>
                      <a:pt x="376093" y="78654"/>
                      <a:pt x="415570" y="83774"/>
                    </a:cubicBezTo>
                    <a:cubicBezTo>
                      <a:pt x="487949" y="93100"/>
                      <a:pt x="560804" y="100354"/>
                      <a:pt x="633210" y="109108"/>
                    </a:cubicBezTo>
                    <a:cubicBezTo>
                      <a:pt x="648566" y="111058"/>
                      <a:pt x="666073" y="114072"/>
                      <a:pt x="677567" y="119446"/>
                    </a:cubicBezTo>
                    <a:cubicBezTo>
                      <a:pt x="756262" y="155621"/>
                      <a:pt x="853422" y="169678"/>
                      <a:pt x="946429" y="171502"/>
                    </a:cubicBezTo>
                    <a:cubicBezTo>
                      <a:pt x="1019582" y="173044"/>
                      <a:pt x="1091239" y="175083"/>
                      <a:pt x="1163367" y="182106"/>
                    </a:cubicBezTo>
                    <a:cubicBezTo>
                      <a:pt x="1168863" y="182586"/>
                      <a:pt x="1176224" y="182589"/>
                      <a:pt x="1180337" y="181279"/>
                    </a:cubicBezTo>
                    <a:cubicBezTo>
                      <a:pt x="1205822" y="172503"/>
                      <a:pt x="1231920" y="173109"/>
                      <a:pt x="1263939" y="173070"/>
                    </a:cubicBezTo>
                    <a:cubicBezTo>
                      <a:pt x="1309211" y="172961"/>
                      <a:pt x="1350592" y="176848"/>
                      <a:pt x="1392213" y="183225"/>
                    </a:cubicBezTo>
                    <a:cubicBezTo>
                      <a:pt x="1422516" y="187866"/>
                      <a:pt x="1453010" y="195759"/>
                      <a:pt x="1479752" y="205174"/>
                    </a:cubicBezTo>
                    <a:cubicBezTo>
                      <a:pt x="1516962" y="218381"/>
                      <a:pt x="1553071" y="224660"/>
                      <a:pt x="1589813" y="211706"/>
                    </a:cubicBezTo>
                    <a:cubicBezTo>
                      <a:pt x="1629541" y="197953"/>
                      <a:pt x="1673292" y="205778"/>
                      <a:pt x="1716264" y="207459"/>
                    </a:cubicBezTo>
                    <a:cubicBezTo>
                      <a:pt x="1734988" y="208248"/>
                      <a:pt x="1754789" y="209668"/>
                      <a:pt x="1772900" y="208137"/>
                    </a:cubicBezTo>
                    <a:cubicBezTo>
                      <a:pt x="1825381" y="203828"/>
                      <a:pt x="1876222" y="195808"/>
                      <a:pt x="1929319" y="193822"/>
                    </a:cubicBezTo>
                    <a:cubicBezTo>
                      <a:pt x="1958819" y="192698"/>
                      <a:pt x="1991232" y="199166"/>
                      <a:pt x="2021514" y="204186"/>
                    </a:cubicBezTo>
                    <a:cubicBezTo>
                      <a:pt x="2052154" y="209417"/>
                      <a:pt x="2082323" y="216530"/>
                      <a:pt x="2111753" y="223797"/>
                    </a:cubicBezTo>
                    <a:cubicBezTo>
                      <a:pt x="2131736" y="228659"/>
                      <a:pt x="2153567" y="233429"/>
                      <a:pt x="2169356" y="241125"/>
                    </a:cubicBezTo>
                    <a:cubicBezTo>
                      <a:pt x="2205243" y="258649"/>
                      <a:pt x="2242901" y="263295"/>
                      <a:pt x="2286638" y="257382"/>
                    </a:cubicBezTo>
                    <a:cubicBezTo>
                      <a:pt x="2293313" y="256396"/>
                      <a:pt x="2301018" y="256799"/>
                      <a:pt x="2308368" y="256995"/>
                    </a:cubicBezTo>
                    <a:cubicBezTo>
                      <a:pt x="2426026" y="259155"/>
                      <a:pt x="2543593" y="262834"/>
                      <a:pt x="2660621" y="262863"/>
                    </a:cubicBezTo>
                    <a:cubicBezTo>
                      <a:pt x="2708088" y="262871"/>
                      <a:pt x="2754165" y="254412"/>
                      <a:pt x="2801134" y="250006"/>
                    </a:cubicBezTo>
                    <a:cubicBezTo>
                      <a:pt x="2810748" y="249174"/>
                      <a:pt x="2821504" y="247638"/>
                      <a:pt x="2830994" y="249091"/>
                    </a:cubicBezTo>
                    <a:cubicBezTo>
                      <a:pt x="2934354" y="264045"/>
                      <a:pt x="3032340" y="255254"/>
                      <a:pt x="3129084" y="242009"/>
                    </a:cubicBezTo>
                    <a:cubicBezTo>
                      <a:pt x="3139090" y="240625"/>
                      <a:pt x="3151170" y="241831"/>
                      <a:pt x="3162162" y="242789"/>
                    </a:cubicBezTo>
                    <a:cubicBezTo>
                      <a:pt x="3192925" y="245736"/>
                      <a:pt x="3225969" y="254145"/>
                      <a:pt x="3254072" y="251612"/>
                    </a:cubicBezTo>
                    <a:cubicBezTo>
                      <a:pt x="3328782" y="244461"/>
                      <a:pt x="3402881" y="234992"/>
                      <a:pt x="3473491" y="221903"/>
                    </a:cubicBezTo>
                    <a:cubicBezTo>
                      <a:pt x="3545212" y="208683"/>
                      <a:pt x="3611651" y="197856"/>
                      <a:pt x="3691860" y="219228"/>
                    </a:cubicBezTo>
                    <a:cubicBezTo>
                      <a:pt x="3725977" y="228268"/>
                      <a:pt x="3771754" y="225515"/>
                      <a:pt x="3811494" y="225691"/>
                    </a:cubicBezTo>
                    <a:cubicBezTo>
                      <a:pt x="3840564" y="225687"/>
                      <a:pt x="3868906" y="218586"/>
                      <a:pt x="3897533" y="220087"/>
                    </a:cubicBezTo>
                    <a:cubicBezTo>
                      <a:pt x="3973874" y="224087"/>
                      <a:pt x="4042293" y="217563"/>
                      <a:pt x="4109430" y="200477"/>
                    </a:cubicBezTo>
                    <a:cubicBezTo>
                      <a:pt x="4135544" y="193834"/>
                      <a:pt x="4175268" y="201258"/>
                      <a:pt x="4208772" y="200914"/>
                    </a:cubicBezTo>
                    <a:cubicBezTo>
                      <a:pt x="4244136" y="200288"/>
                      <a:pt x="4280583" y="199908"/>
                      <a:pt x="4314641" y="196159"/>
                    </a:cubicBezTo>
                    <a:cubicBezTo>
                      <a:pt x="4402743" y="186278"/>
                      <a:pt x="4489848" y="174436"/>
                      <a:pt x="4577622" y="163774"/>
                    </a:cubicBezTo>
                    <a:cubicBezTo>
                      <a:pt x="4649843" y="154967"/>
                      <a:pt x="4719794" y="168553"/>
                      <a:pt x="4790345" y="177592"/>
                    </a:cubicBezTo>
                    <a:cubicBezTo>
                      <a:pt x="4834576" y="183345"/>
                      <a:pt x="4875614" y="193701"/>
                      <a:pt x="4926164" y="184139"/>
                    </a:cubicBezTo>
                    <a:cubicBezTo>
                      <a:pt x="4974485" y="175032"/>
                      <a:pt x="5034899" y="180870"/>
                      <a:pt x="5088812" y="177401"/>
                    </a:cubicBezTo>
                    <a:cubicBezTo>
                      <a:pt x="5134238" y="174439"/>
                      <a:pt x="5178353" y="168165"/>
                      <a:pt x="5222466" y="162082"/>
                    </a:cubicBezTo>
                    <a:cubicBezTo>
                      <a:pt x="5282519" y="153783"/>
                      <a:pt x="5341864" y="144876"/>
                      <a:pt x="5406528" y="153987"/>
                    </a:cubicBezTo>
                    <a:cubicBezTo>
                      <a:pt x="5479960" y="164323"/>
                      <a:pt x="5531876" y="142624"/>
                      <a:pt x="5590716" y="129490"/>
                    </a:cubicBezTo>
                    <a:cubicBezTo>
                      <a:pt x="5631296" y="120553"/>
                      <a:pt x="5675395" y="114659"/>
                      <a:pt x="5719429" y="110099"/>
                    </a:cubicBezTo>
                    <a:cubicBezTo>
                      <a:pt x="5778247" y="104215"/>
                      <a:pt x="5838715" y="102042"/>
                      <a:pt x="5897895" y="96368"/>
                    </a:cubicBezTo>
                    <a:cubicBezTo>
                      <a:pt x="5987399" y="87895"/>
                      <a:pt x="6077855" y="82333"/>
                      <a:pt x="6169957" y="94411"/>
                    </a:cubicBezTo>
                    <a:cubicBezTo>
                      <a:pt x="6212360" y="99875"/>
                      <a:pt x="6252010" y="101763"/>
                      <a:pt x="6294827" y="99236"/>
                    </a:cubicBezTo>
                    <a:cubicBezTo>
                      <a:pt x="6364965" y="95091"/>
                      <a:pt x="6436581" y="97891"/>
                      <a:pt x="6494261" y="71724"/>
                    </a:cubicBezTo>
                    <a:cubicBezTo>
                      <a:pt x="6514615" y="62488"/>
                      <a:pt x="6550354" y="61691"/>
                      <a:pt x="6579627" y="57883"/>
                    </a:cubicBezTo>
                    <a:cubicBezTo>
                      <a:pt x="6613354" y="53353"/>
                      <a:pt x="6637770" y="57878"/>
                      <a:pt x="6654800" y="77086"/>
                    </a:cubicBezTo>
                    <a:cubicBezTo>
                      <a:pt x="6662444" y="85688"/>
                      <a:pt x="6685147" y="94892"/>
                      <a:pt x="6703059" y="97166"/>
                    </a:cubicBezTo>
                    <a:cubicBezTo>
                      <a:pt x="6756799" y="103989"/>
                      <a:pt x="6806654" y="100687"/>
                      <a:pt x="6859445" y="90481"/>
                    </a:cubicBezTo>
                    <a:cubicBezTo>
                      <a:pt x="6908894" y="80861"/>
                      <a:pt x="6969747" y="85387"/>
                      <a:pt x="7025414" y="83536"/>
                    </a:cubicBezTo>
                    <a:cubicBezTo>
                      <a:pt x="7064862" y="82168"/>
                      <a:pt x="7104501" y="77186"/>
                      <a:pt x="7144137" y="79264"/>
                    </a:cubicBezTo>
                    <a:cubicBezTo>
                      <a:pt x="7193316" y="81841"/>
                      <a:pt x="7241809" y="90488"/>
                      <a:pt x="7291235" y="95367"/>
                    </a:cubicBezTo>
                    <a:cubicBezTo>
                      <a:pt x="7329668" y="99288"/>
                      <a:pt x="7368978" y="100585"/>
                      <a:pt x="7407395" y="104888"/>
                    </a:cubicBezTo>
                    <a:cubicBezTo>
                      <a:pt x="7438868" y="108256"/>
                      <a:pt x="7469832" y="114265"/>
                      <a:pt x="7500837" y="119515"/>
                    </a:cubicBezTo>
                    <a:cubicBezTo>
                      <a:pt x="7512146" y="121444"/>
                      <a:pt x="7523255" y="127178"/>
                      <a:pt x="7533567" y="126955"/>
                    </a:cubicBezTo>
                    <a:cubicBezTo>
                      <a:pt x="7636025" y="124121"/>
                      <a:pt x="7707510" y="164497"/>
                      <a:pt x="7792910" y="185188"/>
                    </a:cubicBezTo>
                    <a:cubicBezTo>
                      <a:pt x="7882663" y="207063"/>
                      <a:pt x="7969001" y="237914"/>
                      <a:pt x="8070699" y="235423"/>
                    </a:cubicBezTo>
                    <a:cubicBezTo>
                      <a:pt x="8132239" y="233879"/>
                      <a:pt x="8191903" y="225939"/>
                      <a:pt x="8253177" y="222473"/>
                    </a:cubicBezTo>
                    <a:cubicBezTo>
                      <a:pt x="8274949" y="221324"/>
                      <a:pt x="8299150" y="222976"/>
                      <a:pt x="8320683" y="226393"/>
                    </a:cubicBezTo>
                    <a:cubicBezTo>
                      <a:pt x="8424731" y="242340"/>
                      <a:pt x="8527777" y="249266"/>
                      <a:pt x="8631438" y="237528"/>
                    </a:cubicBezTo>
                    <a:cubicBezTo>
                      <a:pt x="8649201" y="235596"/>
                      <a:pt x="8668058" y="233915"/>
                      <a:pt x="8686410" y="234877"/>
                    </a:cubicBezTo>
                    <a:cubicBezTo>
                      <a:pt x="8786966" y="240146"/>
                      <a:pt x="8885480" y="249315"/>
                      <a:pt x="8980658" y="273001"/>
                    </a:cubicBezTo>
                    <a:cubicBezTo>
                      <a:pt x="9012626" y="280972"/>
                      <a:pt x="9052108" y="279035"/>
                      <a:pt x="9087625" y="282423"/>
                    </a:cubicBezTo>
                    <a:cubicBezTo>
                      <a:pt x="9120583" y="285484"/>
                      <a:pt x="9154319" y="287825"/>
                      <a:pt x="9186017" y="293875"/>
                    </a:cubicBezTo>
                    <a:cubicBezTo>
                      <a:pt x="9232288" y="302785"/>
                      <a:pt x="9275554" y="305815"/>
                      <a:pt x="9323931" y="302628"/>
                    </a:cubicBezTo>
                    <a:cubicBezTo>
                      <a:pt x="9370084" y="299705"/>
                      <a:pt x="9419491" y="304964"/>
                      <a:pt x="9467213" y="307275"/>
                    </a:cubicBezTo>
                    <a:cubicBezTo>
                      <a:pt x="9520438" y="309874"/>
                      <a:pt x="9573661" y="312473"/>
                      <a:pt x="9626826" y="316213"/>
                    </a:cubicBezTo>
                    <a:cubicBezTo>
                      <a:pt x="9648094" y="317708"/>
                      <a:pt x="9671915" y="326588"/>
                      <a:pt x="9689696" y="324467"/>
                    </a:cubicBezTo>
                    <a:cubicBezTo>
                      <a:pt x="9747117" y="317175"/>
                      <a:pt x="9803355" y="332523"/>
                      <a:pt x="9860526" y="329986"/>
                    </a:cubicBezTo>
                    <a:cubicBezTo>
                      <a:pt x="9888572" y="328594"/>
                      <a:pt x="9919723" y="338048"/>
                      <a:pt x="9949775" y="340386"/>
                    </a:cubicBezTo>
                    <a:cubicBezTo>
                      <a:pt x="9998886" y="344296"/>
                      <a:pt x="10048092" y="346302"/>
                      <a:pt x="10097252" y="349262"/>
                    </a:cubicBezTo>
                    <a:cubicBezTo>
                      <a:pt x="10113390" y="350297"/>
                      <a:pt x="10129133" y="351886"/>
                      <a:pt x="10145261" y="353113"/>
                    </a:cubicBezTo>
                    <a:cubicBezTo>
                      <a:pt x="10159555" y="354243"/>
                      <a:pt x="10174512" y="356743"/>
                      <a:pt x="10188159" y="356124"/>
                    </a:cubicBezTo>
                    <a:cubicBezTo>
                      <a:pt x="10237589" y="353944"/>
                      <a:pt x="10286441" y="348682"/>
                      <a:pt x="10336144" y="348235"/>
                    </a:cubicBezTo>
                    <a:cubicBezTo>
                      <a:pt x="10379222" y="347822"/>
                      <a:pt x="10423443" y="353764"/>
                      <a:pt x="10466847" y="354131"/>
                    </a:cubicBezTo>
                    <a:cubicBezTo>
                      <a:pt x="10543353" y="354898"/>
                      <a:pt x="10619988" y="353190"/>
                      <a:pt x="10696514" y="353575"/>
                    </a:cubicBezTo>
                    <a:cubicBezTo>
                      <a:pt x="10713071" y="353680"/>
                      <a:pt x="10730069" y="359342"/>
                      <a:pt x="10746932" y="360606"/>
                    </a:cubicBezTo>
                    <a:cubicBezTo>
                      <a:pt x="10799731" y="364326"/>
                      <a:pt x="10852569" y="367289"/>
                      <a:pt x="10905388" y="370627"/>
                    </a:cubicBezTo>
                    <a:cubicBezTo>
                      <a:pt x="10935470" y="372396"/>
                      <a:pt x="10965963" y="373421"/>
                      <a:pt x="10995602" y="376691"/>
                    </a:cubicBezTo>
                    <a:cubicBezTo>
                      <a:pt x="11034750" y="381032"/>
                      <a:pt x="11070168" y="386324"/>
                      <a:pt x="11107647" y="373405"/>
                    </a:cubicBezTo>
                    <a:cubicBezTo>
                      <a:pt x="11165372" y="353347"/>
                      <a:pt x="11236837" y="366060"/>
                      <a:pt x="11302440" y="364156"/>
                    </a:cubicBezTo>
                    <a:cubicBezTo>
                      <a:pt x="11319394" y="363708"/>
                      <a:pt x="11336655" y="364422"/>
                      <a:pt x="11353613" y="363785"/>
                    </a:cubicBezTo>
                    <a:cubicBezTo>
                      <a:pt x="11384961" y="362566"/>
                      <a:pt x="11415955" y="360947"/>
                      <a:pt x="11447323" y="359346"/>
                    </a:cubicBezTo>
                    <a:cubicBezTo>
                      <a:pt x="11452855" y="359066"/>
                      <a:pt x="11459104" y="359200"/>
                      <a:pt x="11464292" y="358519"/>
                    </a:cubicBezTo>
                    <a:cubicBezTo>
                      <a:pt x="11512058" y="353010"/>
                      <a:pt x="11559143" y="346321"/>
                      <a:pt x="11607560" y="342370"/>
                    </a:cubicBezTo>
                    <a:cubicBezTo>
                      <a:pt x="11631218" y="340368"/>
                      <a:pt x="11657295" y="341352"/>
                      <a:pt x="11681426" y="344335"/>
                    </a:cubicBezTo>
                    <a:cubicBezTo>
                      <a:pt x="11751997" y="352993"/>
                      <a:pt x="11821986" y="358760"/>
                      <a:pt x="11893565" y="355261"/>
                    </a:cubicBezTo>
                    <a:cubicBezTo>
                      <a:pt x="11921973" y="353889"/>
                      <a:pt x="11953288" y="360300"/>
                      <a:pt x="11983290" y="363588"/>
                    </a:cubicBezTo>
                    <a:lnTo>
                      <a:pt x="12192000" y="388018"/>
                    </a:lnTo>
                    <a:lnTo>
                      <a:pt x="12192000" y="577115"/>
                    </a:lnTo>
                    <a:lnTo>
                      <a:pt x="12157329" y="588862"/>
                    </a:lnTo>
                    <a:cubicBezTo>
                      <a:pt x="12118393" y="608572"/>
                      <a:pt x="12109715" y="605637"/>
                      <a:pt x="12066948" y="586034"/>
                    </a:cubicBezTo>
                    <a:cubicBezTo>
                      <a:pt x="12016991" y="563193"/>
                      <a:pt x="11965119" y="541779"/>
                      <a:pt x="11911344" y="521599"/>
                    </a:cubicBezTo>
                    <a:cubicBezTo>
                      <a:pt x="11894383" y="515178"/>
                      <a:pt x="11869417" y="514060"/>
                      <a:pt x="11847823" y="511785"/>
                    </a:cubicBezTo>
                    <a:cubicBezTo>
                      <a:pt x="11811233" y="507768"/>
                      <a:pt x="11773630" y="501982"/>
                      <a:pt x="11737547" y="502380"/>
                    </a:cubicBezTo>
                    <a:cubicBezTo>
                      <a:pt x="11702930" y="502855"/>
                      <a:pt x="11668388" y="508866"/>
                      <a:pt x="11636052" y="514993"/>
                    </a:cubicBezTo>
                    <a:cubicBezTo>
                      <a:pt x="11545722" y="532199"/>
                      <a:pt x="11462455" y="555118"/>
                      <a:pt x="11394706" y="590867"/>
                    </a:cubicBezTo>
                    <a:cubicBezTo>
                      <a:pt x="11385999" y="595562"/>
                      <a:pt x="11369016" y="596581"/>
                      <a:pt x="11354978" y="597561"/>
                    </a:cubicBezTo>
                    <a:cubicBezTo>
                      <a:pt x="11332076" y="599224"/>
                      <a:pt x="11308448" y="600655"/>
                      <a:pt x="11285306" y="599825"/>
                    </a:cubicBezTo>
                    <a:cubicBezTo>
                      <a:pt x="11172906" y="595841"/>
                      <a:pt x="11083430" y="617861"/>
                      <a:pt x="11008528" y="656670"/>
                    </a:cubicBezTo>
                    <a:cubicBezTo>
                      <a:pt x="10986971" y="667750"/>
                      <a:pt x="10970753" y="668236"/>
                      <a:pt x="10948735" y="652964"/>
                    </a:cubicBezTo>
                    <a:cubicBezTo>
                      <a:pt x="10923173" y="635218"/>
                      <a:pt x="10885031" y="639705"/>
                      <a:pt x="10850698" y="641721"/>
                    </a:cubicBezTo>
                    <a:cubicBezTo>
                      <a:pt x="10815269" y="643680"/>
                      <a:pt x="10779458" y="645811"/>
                      <a:pt x="10744026" y="647769"/>
                    </a:cubicBezTo>
                    <a:cubicBezTo>
                      <a:pt x="10717832" y="649066"/>
                      <a:pt x="10692021" y="650003"/>
                      <a:pt x="10666160" y="651891"/>
                    </a:cubicBezTo>
                    <a:cubicBezTo>
                      <a:pt x="10585627" y="657783"/>
                      <a:pt x="10513854" y="650969"/>
                      <a:pt x="10450521" y="616552"/>
                    </a:cubicBezTo>
                    <a:cubicBezTo>
                      <a:pt x="10402221" y="590175"/>
                      <a:pt x="10339099" y="579806"/>
                      <a:pt x="10271192" y="583498"/>
                    </a:cubicBezTo>
                    <a:cubicBezTo>
                      <a:pt x="10262701" y="584006"/>
                      <a:pt x="10251859" y="587254"/>
                      <a:pt x="10246067" y="585423"/>
                    </a:cubicBezTo>
                    <a:cubicBezTo>
                      <a:pt x="10158786" y="558528"/>
                      <a:pt x="10086634" y="594049"/>
                      <a:pt x="10005027" y="592252"/>
                    </a:cubicBezTo>
                    <a:cubicBezTo>
                      <a:pt x="9969004" y="591507"/>
                      <a:pt x="9931565" y="603664"/>
                      <a:pt x="9898681" y="613195"/>
                    </a:cubicBezTo>
                    <a:cubicBezTo>
                      <a:pt x="9853463" y="626281"/>
                      <a:pt x="9813049" y="639042"/>
                      <a:pt x="9753225" y="629038"/>
                    </a:cubicBezTo>
                    <a:cubicBezTo>
                      <a:pt x="9693404" y="618845"/>
                      <a:pt x="9637675" y="628898"/>
                      <a:pt x="9591376" y="648601"/>
                    </a:cubicBezTo>
                    <a:cubicBezTo>
                      <a:pt x="9556001" y="663537"/>
                      <a:pt x="9518120" y="663077"/>
                      <a:pt x="9472860" y="655936"/>
                    </a:cubicBezTo>
                    <a:cubicBezTo>
                      <a:pt x="9416283" y="647056"/>
                      <a:pt x="9357217" y="643578"/>
                      <a:pt x="9299788" y="636945"/>
                    </a:cubicBezTo>
                    <a:cubicBezTo>
                      <a:pt x="9287347" y="635531"/>
                      <a:pt x="9271710" y="632039"/>
                      <a:pt x="9264605" y="627087"/>
                    </a:cubicBezTo>
                    <a:cubicBezTo>
                      <a:pt x="9177661" y="565680"/>
                      <a:pt x="9051076" y="558473"/>
                      <a:pt x="8926435" y="549269"/>
                    </a:cubicBezTo>
                    <a:cubicBezTo>
                      <a:pt x="8850925" y="543595"/>
                      <a:pt x="8774954" y="539613"/>
                      <a:pt x="8698934" y="536583"/>
                    </a:cubicBezTo>
                    <a:cubicBezTo>
                      <a:pt x="8673232" y="535428"/>
                      <a:pt x="8645916" y="537050"/>
                      <a:pt x="8622862" y="541563"/>
                    </a:cubicBezTo>
                    <a:cubicBezTo>
                      <a:pt x="8574890" y="551069"/>
                      <a:pt x="8530403" y="564380"/>
                      <a:pt x="8482784" y="574094"/>
                    </a:cubicBezTo>
                    <a:cubicBezTo>
                      <a:pt x="8464923" y="577929"/>
                      <a:pt x="8442157" y="576927"/>
                      <a:pt x="8421565" y="576610"/>
                    </a:cubicBezTo>
                    <a:cubicBezTo>
                      <a:pt x="8385152" y="576229"/>
                      <a:pt x="8345023" y="569546"/>
                      <a:pt x="8313469" y="574762"/>
                    </a:cubicBezTo>
                    <a:cubicBezTo>
                      <a:pt x="8231431" y="588203"/>
                      <a:pt x="8155671" y="580227"/>
                      <a:pt x="8079520" y="558685"/>
                    </a:cubicBezTo>
                    <a:cubicBezTo>
                      <a:pt x="7972906" y="528487"/>
                      <a:pt x="7870782" y="525043"/>
                      <a:pt x="7773327" y="558854"/>
                    </a:cubicBezTo>
                    <a:cubicBezTo>
                      <a:pt x="7729470" y="574107"/>
                      <a:pt x="7688069" y="563543"/>
                      <a:pt x="7652477" y="547561"/>
                    </a:cubicBezTo>
                    <a:cubicBezTo>
                      <a:pt x="7611494" y="529005"/>
                      <a:pt x="7570974" y="522685"/>
                      <a:pt x="7522274" y="532150"/>
                    </a:cubicBezTo>
                    <a:cubicBezTo>
                      <a:pt x="7511488" y="534257"/>
                      <a:pt x="7496511" y="532136"/>
                      <a:pt x="7484080" y="530532"/>
                    </a:cubicBezTo>
                    <a:cubicBezTo>
                      <a:pt x="7413133" y="522044"/>
                      <a:pt x="7341987" y="510303"/>
                      <a:pt x="7282277" y="540177"/>
                    </a:cubicBezTo>
                    <a:cubicBezTo>
                      <a:pt x="7270558" y="546051"/>
                      <a:pt x="7251336" y="547713"/>
                      <a:pt x="7235690" y="551282"/>
                    </a:cubicBezTo>
                    <a:cubicBezTo>
                      <a:pt x="7170161" y="565782"/>
                      <a:pt x="7172820" y="564203"/>
                      <a:pt x="7116339" y="539494"/>
                    </a:cubicBezTo>
                    <a:cubicBezTo>
                      <a:pt x="7086841" y="526502"/>
                      <a:pt x="7045980" y="512724"/>
                      <a:pt x="7011067" y="511848"/>
                    </a:cubicBezTo>
                    <a:cubicBezTo>
                      <a:pt x="6800473" y="506533"/>
                      <a:pt x="6601893" y="468653"/>
                      <a:pt x="6403234" y="432296"/>
                    </a:cubicBezTo>
                    <a:cubicBezTo>
                      <a:pt x="6280760" y="409851"/>
                      <a:pt x="6160432" y="402592"/>
                      <a:pt x="6036273" y="412301"/>
                    </a:cubicBezTo>
                    <a:cubicBezTo>
                      <a:pt x="5946471" y="419425"/>
                      <a:pt x="5863077" y="395593"/>
                      <a:pt x="5780467" y="377910"/>
                    </a:cubicBezTo>
                    <a:cubicBezTo>
                      <a:pt x="5763357" y="374343"/>
                      <a:pt x="5747757" y="363033"/>
                      <a:pt x="5739051" y="353609"/>
                    </a:cubicBezTo>
                    <a:cubicBezTo>
                      <a:pt x="5707675" y="320294"/>
                      <a:pt x="5653252" y="312483"/>
                      <a:pt x="5583566" y="321995"/>
                    </a:cubicBezTo>
                    <a:cubicBezTo>
                      <a:pt x="5528347" y="329404"/>
                      <a:pt x="5477716" y="340486"/>
                      <a:pt x="5432030" y="362512"/>
                    </a:cubicBezTo>
                    <a:cubicBezTo>
                      <a:pt x="5378421" y="388318"/>
                      <a:pt x="5322767" y="418026"/>
                      <a:pt x="5241398" y="425781"/>
                    </a:cubicBezTo>
                    <a:cubicBezTo>
                      <a:pt x="5206262" y="429089"/>
                      <a:pt x="5176131" y="428273"/>
                      <a:pt x="5139710" y="421022"/>
                    </a:cubicBezTo>
                    <a:cubicBezTo>
                      <a:pt x="5069048" y="407018"/>
                      <a:pt x="4997864" y="396037"/>
                      <a:pt x="4929402" y="424310"/>
                    </a:cubicBezTo>
                    <a:cubicBezTo>
                      <a:pt x="4891785" y="439890"/>
                      <a:pt x="4841650" y="448519"/>
                      <a:pt x="4782793" y="441046"/>
                    </a:cubicBezTo>
                    <a:cubicBezTo>
                      <a:pt x="4709316" y="431663"/>
                      <a:pt x="4641426" y="442031"/>
                      <a:pt x="4577594" y="459290"/>
                    </a:cubicBezTo>
                    <a:cubicBezTo>
                      <a:pt x="4554816" y="465538"/>
                      <a:pt x="4527069" y="468279"/>
                      <a:pt x="4500826" y="470529"/>
                    </a:cubicBezTo>
                    <a:cubicBezTo>
                      <a:pt x="4440199" y="475746"/>
                      <a:pt x="4379252" y="479993"/>
                      <a:pt x="4317973" y="483649"/>
                    </a:cubicBezTo>
                    <a:cubicBezTo>
                      <a:pt x="4267762" y="486741"/>
                      <a:pt x="4217264" y="488292"/>
                      <a:pt x="4166722" y="490602"/>
                    </a:cubicBezTo>
                    <a:cubicBezTo>
                      <a:pt x="4111394" y="493045"/>
                      <a:pt x="4067073" y="503124"/>
                      <a:pt x="4042814" y="530660"/>
                    </a:cubicBezTo>
                    <a:cubicBezTo>
                      <a:pt x="4034996" y="539407"/>
                      <a:pt x="4017001" y="545715"/>
                      <a:pt x="4002653" y="552594"/>
                    </a:cubicBezTo>
                    <a:cubicBezTo>
                      <a:pt x="3992459" y="557592"/>
                      <a:pt x="3979023" y="561086"/>
                      <a:pt x="3969549" y="566312"/>
                    </a:cubicBezTo>
                    <a:cubicBezTo>
                      <a:pt x="3919896" y="593854"/>
                      <a:pt x="3870968" y="621622"/>
                      <a:pt x="3821685" y="649183"/>
                    </a:cubicBezTo>
                    <a:cubicBezTo>
                      <a:pt x="3816761" y="651788"/>
                      <a:pt x="3811445" y="654943"/>
                      <a:pt x="3805138" y="655947"/>
                    </a:cubicBezTo>
                    <a:cubicBezTo>
                      <a:pt x="3739817" y="666451"/>
                      <a:pt x="3673801" y="676154"/>
                      <a:pt x="3609177" y="687459"/>
                    </a:cubicBezTo>
                    <a:cubicBezTo>
                      <a:pt x="3584288" y="691878"/>
                      <a:pt x="3558597" y="697589"/>
                      <a:pt x="3539727" y="706521"/>
                    </a:cubicBezTo>
                    <a:cubicBezTo>
                      <a:pt x="3496714" y="726780"/>
                      <a:pt x="3457268" y="749132"/>
                      <a:pt x="3396572" y="755681"/>
                    </a:cubicBezTo>
                    <a:cubicBezTo>
                      <a:pt x="3378807" y="757611"/>
                      <a:pt x="3357809" y="758036"/>
                      <a:pt x="3341054" y="754679"/>
                    </a:cubicBezTo>
                    <a:cubicBezTo>
                      <a:pt x="3272962" y="740809"/>
                      <a:pt x="3206471" y="724541"/>
                      <a:pt x="3138775" y="710120"/>
                    </a:cubicBezTo>
                    <a:cubicBezTo>
                      <a:pt x="3095820" y="701191"/>
                      <a:pt x="3056969" y="691141"/>
                      <a:pt x="3037283" y="666453"/>
                    </a:cubicBezTo>
                    <a:cubicBezTo>
                      <a:pt x="3031764" y="659487"/>
                      <a:pt x="3015626" y="651391"/>
                      <a:pt x="3002117" y="649347"/>
                    </a:cubicBezTo>
                    <a:cubicBezTo>
                      <a:pt x="2915220" y="636209"/>
                      <a:pt x="2829194" y="627503"/>
                      <a:pt x="2747294" y="652400"/>
                    </a:cubicBezTo>
                    <a:cubicBezTo>
                      <a:pt x="2730084" y="657794"/>
                      <a:pt x="2698519" y="656140"/>
                      <a:pt x="2676273" y="652304"/>
                    </a:cubicBezTo>
                    <a:cubicBezTo>
                      <a:pt x="2590546" y="637890"/>
                      <a:pt x="2508883" y="630176"/>
                      <a:pt x="2432360" y="657836"/>
                    </a:cubicBezTo>
                    <a:cubicBezTo>
                      <a:pt x="2423352" y="661179"/>
                      <a:pt x="2395274" y="656272"/>
                      <a:pt x="2382311" y="650824"/>
                    </a:cubicBezTo>
                    <a:cubicBezTo>
                      <a:pt x="2257393" y="597728"/>
                      <a:pt x="2187724" y="592930"/>
                      <a:pt x="2055134" y="630053"/>
                    </a:cubicBezTo>
                    <a:cubicBezTo>
                      <a:pt x="2046542" y="632464"/>
                      <a:pt x="2035364" y="635121"/>
                      <a:pt x="2031829" y="639324"/>
                    </a:cubicBezTo>
                    <a:cubicBezTo>
                      <a:pt x="2007977" y="666120"/>
                      <a:pt x="1960229" y="664380"/>
                      <a:pt x="1912764" y="664183"/>
                    </a:cubicBezTo>
                    <a:cubicBezTo>
                      <a:pt x="1860521" y="663924"/>
                      <a:pt x="1808236" y="664426"/>
                      <a:pt x="1755637" y="663960"/>
                    </a:cubicBezTo>
                    <a:cubicBezTo>
                      <a:pt x="1746439" y="663859"/>
                      <a:pt x="1736243" y="661799"/>
                      <a:pt x="1727159" y="659605"/>
                    </a:cubicBezTo>
                    <a:cubicBezTo>
                      <a:pt x="1692256" y="651480"/>
                      <a:pt x="1658604" y="640559"/>
                      <a:pt x="1622470" y="634850"/>
                    </a:cubicBezTo>
                    <a:cubicBezTo>
                      <a:pt x="1544362" y="622552"/>
                      <a:pt x="1469248" y="602210"/>
                      <a:pt x="1385955" y="604522"/>
                    </a:cubicBezTo>
                    <a:cubicBezTo>
                      <a:pt x="1371585" y="604913"/>
                      <a:pt x="1355357" y="598530"/>
                      <a:pt x="1340055" y="595629"/>
                    </a:cubicBezTo>
                    <a:cubicBezTo>
                      <a:pt x="1312351" y="590552"/>
                      <a:pt x="1285460" y="583993"/>
                      <a:pt x="1257271" y="581180"/>
                    </a:cubicBezTo>
                    <a:cubicBezTo>
                      <a:pt x="1182583" y="573830"/>
                      <a:pt x="1107142" y="566824"/>
                      <a:pt x="1031914" y="562692"/>
                    </a:cubicBezTo>
                    <a:cubicBezTo>
                      <a:pt x="995593" y="560597"/>
                      <a:pt x="958880" y="565923"/>
                      <a:pt x="922031" y="566853"/>
                    </a:cubicBezTo>
                    <a:cubicBezTo>
                      <a:pt x="905446" y="567320"/>
                      <a:pt x="878533" y="568199"/>
                      <a:pt x="873250" y="563724"/>
                    </a:cubicBezTo>
                    <a:cubicBezTo>
                      <a:pt x="832343" y="529722"/>
                      <a:pt x="772202" y="532674"/>
                      <a:pt x="711627" y="529880"/>
                    </a:cubicBezTo>
                    <a:cubicBezTo>
                      <a:pt x="577999" y="523641"/>
                      <a:pt x="447408" y="543696"/>
                      <a:pt x="311112" y="525106"/>
                    </a:cubicBezTo>
                    <a:cubicBezTo>
                      <a:pt x="271645" y="519795"/>
                      <a:pt x="226936" y="530235"/>
                      <a:pt x="184145" y="532188"/>
                    </a:cubicBezTo>
                    <a:cubicBezTo>
                      <a:pt x="162015" y="533128"/>
                      <a:pt x="137665" y="534333"/>
                      <a:pt x="116886" y="530572"/>
                    </a:cubicBezTo>
                    <a:cubicBezTo>
                      <a:pt x="84810" y="524693"/>
                      <a:pt x="54011" y="515448"/>
                      <a:pt x="23941" y="506433"/>
                    </a:cubicBezTo>
                    <a:lnTo>
                      <a:pt x="0" y="502149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9" name="Picture 8" descr="A screenshot of a movie&#10;&#10;AI-generated content may be incorrect.">
            <a:extLst>
              <a:ext uri="{FF2B5EF4-FFF2-40B4-BE49-F238E27FC236}">
                <a16:creationId xmlns:a16="http://schemas.microsoft.com/office/drawing/2014/main" id="{55B36916-8D41-23CE-3B72-84D1E733AB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44" r="2815"/>
          <a:stretch>
            <a:fillRect/>
          </a:stretch>
        </p:blipFill>
        <p:spPr>
          <a:xfrm>
            <a:off x="417362" y="1082792"/>
            <a:ext cx="2366205" cy="1630800"/>
          </a:xfrm>
          <a:prstGeom prst="rect">
            <a:avLst/>
          </a:prstGeom>
        </p:spPr>
      </p:pic>
      <p:pic>
        <p:nvPicPr>
          <p:cNvPr id="7" name="Picture 6" descr="A computer and a phone&#10;&#10;AI-generated content may be incorrect.">
            <a:extLst>
              <a:ext uri="{FF2B5EF4-FFF2-40B4-BE49-F238E27FC236}">
                <a16:creationId xmlns:a16="http://schemas.microsoft.com/office/drawing/2014/main" id="{AAD755F9-861F-333C-9E0A-D4B9E935B7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58" r="1390" b="1"/>
          <a:stretch>
            <a:fillRect/>
          </a:stretch>
        </p:blipFill>
        <p:spPr>
          <a:xfrm>
            <a:off x="3140126" y="1082792"/>
            <a:ext cx="2366199" cy="1630800"/>
          </a:xfrm>
          <a:prstGeom prst="rect">
            <a:avLst/>
          </a:prstGeom>
        </p:spPr>
      </p:pic>
      <p:pic>
        <p:nvPicPr>
          <p:cNvPr id="5" name="Picture 4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05F89578-0ED0-9CB7-EEAC-3697484047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340" r="17800" b="1"/>
          <a:stretch>
            <a:fillRect/>
          </a:stretch>
        </p:blipFill>
        <p:spPr>
          <a:xfrm>
            <a:off x="6038943" y="1014322"/>
            <a:ext cx="2366214" cy="16308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150" y="4766267"/>
            <a:ext cx="4269581" cy="505972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90000"/>
              </a:lnSpc>
            </a:pPr>
            <a:r>
              <a:rPr lang="en-US" sz="12800" dirty="0">
                <a:solidFill>
                  <a:schemeClr val="bg1">
                    <a:alpha val="80000"/>
                  </a:schemeClr>
                </a:solidFill>
              </a:rPr>
              <a:t>Netflix Recommendation System</a:t>
            </a:r>
          </a:p>
          <a:p>
            <a:pPr>
              <a:lnSpc>
                <a:spcPct val="90000"/>
              </a:lnSpc>
            </a:pPr>
            <a:r>
              <a:rPr lang="en-US" sz="12800" dirty="0">
                <a:solidFill>
                  <a:schemeClr val="bg1">
                    <a:alpha val="80000"/>
                  </a:schemeClr>
                </a:solidFill>
              </a:rPr>
              <a:t>Email Spam Detection</a:t>
            </a:r>
          </a:p>
          <a:p>
            <a:pPr>
              <a:lnSpc>
                <a:spcPct val="90000"/>
              </a:lnSpc>
            </a:pPr>
            <a:r>
              <a:rPr lang="en-US" sz="12800" dirty="0">
                <a:solidFill>
                  <a:schemeClr val="bg1">
                    <a:alpha val="80000"/>
                  </a:schemeClr>
                </a:solidFill>
              </a:rPr>
              <a:t>Stock Price Prediction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8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4524277A-01F2-8DB0-5E8A-1D37B7AEF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591" r="10261"/>
          <a:stretch>
            <a:fillRect/>
          </a:stretch>
        </p:blipFill>
        <p:spPr>
          <a:xfrm>
            <a:off x="619349" y="457200"/>
            <a:ext cx="79053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6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Deep Learning (DL)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Definition: A type of ML using artificial neural networks with many layers.</a:t>
            </a:r>
          </a:p>
          <a:p>
            <a:r>
              <a:rPr lang="en-US" sz="1700">
                <a:solidFill>
                  <a:srgbClr val="FFFFFF"/>
                </a:solidFill>
              </a:rPr>
              <a:t>Examples: Voice assistants, image recognition</a:t>
            </a:r>
          </a:p>
        </p:txBody>
      </p:sp>
      <p:pic>
        <p:nvPicPr>
          <p:cNvPr id="5" name="Picture 4" descr="A diagram of a cell body and an object with text&#10;&#10;AI-generated content may be incorrect.">
            <a:extLst>
              <a:ext uri="{FF2B5EF4-FFF2-40B4-BE49-F238E27FC236}">
                <a16:creationId xmlns:a16="http://schemas.microsoft.com/office/drawing/2014/main" id="{F6B9E6FA-A678-D025-D1CD-AA0A87D56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978" y="1327833"/>
            <a:ext cx="4055251" cy="42023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14C78B5-EC6B-4A39-8860-705100867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anchor="t">
            <a:normAutofit/>
          </a:bodyPr>
          <a:lstStyle/>
          <a:p>
            <a:r>
              <a:rPr lang="en-US" sz="3500">
                <a:solidFill>
                  <a:schemeClr val="bg1"/>
                </a:solidFill>
              </a:rPr>
              <a:t>Deep Learning (DL)</a:t>
            </a:r>
          </a:p>
        </p:txBody>
      </p:sp>
      <p:pic>
        <p:nvPicPr>
          <p:cNvPr id="8" name="Picture 7" descr="A person sitting in a car reading a newspaper&#10;&#10;AI-generated content may be incorrect.">
            <a:extLst>
              <a:ext uri="{FF2B5EF4-FFF2-40B4-BE49-F238E27FC236}">
                <a16:creationId xmlns:a16="http://schemas.microsoft.com/office/drawing/2014/main" id="{60EFBC1E-A265-A51E-D84D-E2A76C7067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28" r="17641" b="-1"/>
          <a:stretch>
            <a:fillRect/>
          </a:stretch>
        </p:blipFill>
        <p:spPr>
          <a:xfrm>
            <a:off x="20" y="10"/>
            <a:ext cx="3000355" cy="3904882"/>
          </a:xfrm>
          <a:custGeom>
            <a:avLst/>
            <a:gdLst/>
            <a:ahLst/>
            <a:cxnLst/>
            <a:rect l="l" t="t" r="r" b="b"/>
            <a:pathLst>
              <a:path w="4000500" h="3413410">
                <a:moveTo>
                  <a:pt x="0" y="0"/>
                </a:moveTo>
                <a:lnTo>
                  <a:pt x="4000500" y="0"/>
                </a:lnTo>
                <a:lnTo>
                  <a:pt x="4000500" y="3330603"/>
                </a:lnTo>
                <a:lnTo>
                  <a:pt x="416174" y="3413410"/>
                </a:lnTo>
                <a:lnTo>
                  <a:pt x="0" y="3408169"/>
                </a:lnTo>
                <a:close/>
              </a:path>
            </a:pathLst>
          </a:custGeom>
        </p:spPr>
      </p:pic>
      <p:pic>
        <p:nvPicPr>
          <p:cNvPr id="12" name="Picture 11" descr="A person with facial recognition system&#10;&#10;AI-generated content may be incorrect.">
            <a:extLst>
              <a:ext uri="{FF2B5EF4-FFF2-40B4-BE49-F238E27FC236}">
                <a16:creationId xmlns:a16="http://schemas.microsoft.com/office/drawing/2014/main" id="{5CDE306B-A44D-A54A-999F-C342F3A8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198" r="7106" b="-1"/>
          <a:stretch>
            <a:fillRect/>
          </a:stretch>
        </p:blipFill>
        <p:spPr>
          <a:xfrm>
            <a:off x="3143251" y="10"/>
            <a:ext cx="2857499" cy="3904881"/>
          </a:xfrm>
          <a:custGeom>
            <a:avLst/>
            <a:gdLst/>
            <a:ahLst/>
            <a:cxnLst/>
            <a:rect l="l" t="t" r="r" b="b"/>
            <a:pathLst>
              <a:path w="3809998" h="3361533">
                <a:moveTo>
                  <a:pt x="0" y="0"/>
                </a:moveTo>
                <a:lnTo>
                  <a:pt x="3809998" y="0"/>
                </a:lnTo>
                <a:lnTo>
                  <a:pt x="3809998" y="3353206"/>
                </a:lnTo>
                <a:lnTo>
                  <a:pt x="1781628" y="3181423"/>
                </a:lnTo>
                <a:lnTo>
                  <a:pt x="0" y="3361533"/>
                </a:lnTo>
                <a:close/>
              </a:path>
            </a:pathLst>
          </a:custGeom>
        </p:spPr>
      </p:pic>
      <p:pic>
        <p:nvPicPr>
          <p:cNvPr id="6" name="Picture 5" descr="A close-up of a pen pointing at a x-ray image&#10;&#10;AI-generated content may be incorrect.">
            <a:extLst>
              <a:ext uri="{FF2B5EF4-FFF2-40B4-BE49-F238E27FC236}">
                <a16:creationId xmlns:a16="http://schemas.microsoft.com/office/drawing/2014/main" id="{2A829B3A-F082-0D54-37C9-C3EB3F1C42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11" r="13278" b="1"/>
          <a:stretch>
            <a:fillRect/>
          </a:stretch>
        </p:blipFill>
        <p:spPr>
          <a:xfrm>
            <a:off x="6143625" y="-1"/>
            <a:ext cx="3000375" cy="4008409"/>
          </a:xfrm>
          <a:custGeom>
            <a:avLst/>
            <a:gdLst/>
            <a:ahLst/>
            <a:cxnLst/>
            <a:rect l="l" t="t" r="r" b="b"/>
            <a:pathLst>
              <a:path w="4000500" h="3403026">
                <a:moveTo>
                  <a:pt x="0" y="0"/>
                </a:moveTo>
                <a:lnTo>
                  <a:pt x="4000500" y="0"/>
                </a:lnTo>
                <a:lnTo>
                  <a:pt x="4000500" y="3403026"/>
                </a:lnTo>
                <a:lnTo>
                  <a:pt x="9072" y="3370108"/>
                </a:lnTo>
                <a:lnTo>
                  <a:pt x="0" y="3369340"/>
                </a:lnTo>
                <a:close/>
              </a:path>
            </a:pathLst>
          </a:cu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50943B0-FDF7-4C2C-B784-9208C945A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4021FAB-FA86-49DE-8FC9-585A1729B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B58B526-A432-4EB5-AA70-2BB897257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5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150" y="4766267"/>
            <a:ext cx="4269581" cy="1077411"/>
          </a:xfrm>
        </p:spPr>
        <p:txBody>
          <a:bodyPr>
            <a:normAutofit/>
          </a:bodyPr>
          <a:lstStyle/>
          <a:p>
            <a:r>
              <a:rPr lang="en-US" sz="1900">
                <a:solidFill>
                  <a:schemeClr val="bg1">
                    <a:alpha val="80000"/>
                  </a:schemeClr>
                </a:solidFill>
              </a:rPr>
              <a:t>Facial Recognition in iPhones</a:t>
            </a:r>
          </a:p>
          <a:p>
            <a:r>
              <a:rPr lang="en-US" sz="1900">
                <a:solidFill>
                  <a:schemeClr val="bg1">
                    <a:alpha val="80000"/>
                  </a:schemeClr>
                </a:solidFill>
              </a:rPr>
              <a:t>Autonomous Vehicles</a:t>
            </a:r>
          </a:p>
          <a:p>
            <a:r>
              <a:rPr lang="en-US" sz="1900">
                <a:solidFill>
                  <a:schemeClr val="bg1">
                    <a:alpha val="80000"/>
                  </a:schemeClr>
                </a:solidFill>
              </a:rPr>
              <a:t>Medical Image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holding a virtual screen&#10;&#10;AI-generated content may be incorrect.">
            <a:extLst>
              <a:ext uri="{FF2B5EF4-FFF2-40B4-BE49-F238E27FC236}">
                <a16:creationId xmlns:a16="http://schemas.microsoft.com/office/drawing/2014/main" id="{CE96CC08-5D68-33D5-4579-5F5AD9673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999" b="-2"/>
          <a:stretch>
            <a:fillRect/>
          </a:stretch>
        </p:blipFill>
        <p:spPr>
          <a:xfrm>
            <a:off x="20" y="1"/>
            <a:ext cx="9143979" cy="6858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8BE0C02-CBCA-69B2-5D32-1D724544D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051478" y="0"/>
            <a:ext cx="9252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793C6E-5AED-C496-FD41-BC65B3CA2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DD26186-5427-98BC-4961-B55B6026B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7728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Natural Language Processing (NLP)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1324A21-C3CC-8418-3A30-BCE0A93B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7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60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onnsiteX0" fmla="*/ 0 w 1371600"/>
              <a:gd name="connsiteY0" fmla="*/ 0 h 13716"/>
              <a:gd name="connsiteX1" fmla="*/ 685800 w 1371600"/>
              <a:gd name="connsiteY1" fmla="*/ 0 h 13716"/>
              <a:gd name="connsiteX2" fmla="*/ 1371600 w 1371600"/>
              <a:gd name="connsiteY2" fmla="*/ 0 h 13716"/>
              <a:gd name="connsiteX3" fmla="*/ 1371600 w 1371600"/>
              <a:gd name="connsiteY3" fmla="*/ 13716 h 13716"/>
              <a:gd name="connsiteX4" fmla="*/ 713232 w 1371600"/>
              <a:gd name="connsiteY4" fmla="*/ 13716 h 13716"/>
              <a:gd name="connsiteX5" fmla="*/ 0 w 1371600"/>
              <a:gd name="connsiteY5" fmla="*/ 13716 h 13716"/>
              <a:gd name="connsiteX6" fmla="*/ 0 w 1371600"/>
              <a:gd name="connsiteY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r>
              <a:rPr lang="en-US" sz="1900"/>
              <a:t>Definition: Enabling computers to understand, interpret, and generate human language.</a:t>
            </a:r>
          </a:p>
          <a:p>
            <a:r>
              <a:rPr lang="en-US" sz="1900"/>
              <a:t>Examples: Google Translate, Siri, sentiment analysis on tweets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900"/>
              <a:t>How NLP Understands a Sentence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E5241EC5-F83E-2757-55C9-FDF86877B6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5954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365125"/>
            <a:ext cx="3971261" cy="2063808"/>
          </a:xfrm>
        </p:spPr>
        <p:txBody>
          <a:bodyPr anchor="b">
            <a:normAutofit/>
          </a:bodyPr>
          <a:lstStyle/>
          <a:p>
            <a:r>
              <a:rPr lang="en-US" sz="4300"/>
              <a:t>Natural Language Processing (NLP)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650181"/>
            <a:ext cx="3257550" cy="18288"/>
          </a:xfrm>
          <a:custGeom>
            <a:avLst/>
            <a:gdLst>
              <a:gd name="connsiteX0" fmla="*/ 0 w 3257550"/>
              <a:gd name="connsiteY0" fmla="*/ 0 h 18288"/>
              <a:gd name="connsiteX1" fmla="*/ 618935 w 3257550"/>
              <a:gd name="connsiteY1" fmla="*/ 0 h 18288"/>
              <a:gd name="connsiteX2" fmla="*/ 1270445 w 3257550"/>
              <a:gd name="connsiteY2" fmla="*/ 0 h 18288"/>
              <a:gd name="connsiteX3" fmla="*/ 1954530 w 3257550"/>
              <a:gd name="connsiteY3" fmla="*/ 0 h 18288"/>
              <a:gd name="connsiteX4" fmla="*/ 2638616 w 3257550"/>
              <a:gd name="connsiteY4" fmla="*/ 0 h 18288"/>
              <a:gd name="connsiteX5" fmla="*/ 3257550 w 3257550"/>
              <a:gd name="connsiteY5" fmla="*/ 0 h 18288"/>
              <a:gd name="connsiteX6" fmla="*/ 3257550 w 3257550"/>
              <a:gd name="connsiteY6" fmla="*/ 18288 h 18288"/>
              <a:gd name="connsiteX7" fmla="*/ 2540889 w 3257550"/>
              <a:gd name="connsiteY7" fmla="*/ 18288 h 18288"/>
              <a:gd name="connsiteX8" fmla="*/ 1824228 w 3257550"/>
              <a:gd name="connsiteY8" fmla="*/ 18288 h 18288"/>
              <a:gd name="connsiteX9" fmla="*/ 1172718 w 3257550"/>
              <a:gd name="connsiteY9" fmla="*/ 18288 h 18288"/>
              <a:gd name="connsiteX10" fmla="*/ 0 w 3257550"/>
              <a:gd name="connsiteY10" fmla="*/ 18288 h 18288"/>
              <a:gd name="connsiteX11" fmla="*/ 0 w 3257550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2908005"/>
            <a:ext cx="3971261" cy="3268957"/>
          </a:xfrm>
        </p:spPr>
        <p:txBody>
          <a:bodyPr>
            <a:normAutofit/>
          </a:bodyPr>
          <a:lstStyle/>
          <a:p>
            <a:r>
              <a:rPr lang="en-US" sz="1900" dirty="0"/>
              <a:t>Google Translate</a:t>
            </a:r>
          </a:p>
          <a:p>
            <a:r>
              <a:rPr lang="en-US" sz="1900" dirty="0"/>
              <a:t>ChatGPT/ Copilot</a:t>
            </a:r>
          </a:p>
          <a:p>
            <a:r>
              <a:rPr lang="en-US" sz="1900" dirty="0"/>
              <a:t>Sentiment Analysis on Tweets</a:t>
            </a:r>
          </a:p>
        </p:txBody>
      </p:sp>
      <p:pic>
        <p:nvPicPr>
          <p:cNvPr id="9" name="Picture 8" descr="A logo of a foreign language&#10;&#10;AI-generated content may be incorrect.">
            <a:extLst>
              <a:ext uri="{FF2B5EF4-FFF2-40B4-BE49-F238E27FC236}">
                <a16:creationId xmlns:a16="http://schemas.microsoft.com/office/drawing/2014/main" id="{C55B8F2F-C1D1-F114-AB79-46B32737C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297" y="828276"/>
            <a:ext cx="1952704" cy="1952704"/>
          </a:xfrm>
          <a:prstGeom prst="rect">
            <a:avLst/>
          </a:prstGeom>
        </p:spPr>
      </p:pic>
      <p:pic>
        <p:nvPicPr>
          <p:cNvPr id="5" name="Picture 4" descr="A colorful logo with a white center&#10;&#10;AI-generated content may be incorrect.">
            <a:extLst>
              <a:ext uri="{FF2B5EF4-FFF2-40B4-BE49-F238E27FC236}">
                <a16:creationId xmlns:a16="http://schemas.microsoft.com/office/drawing/2014/main" id="{E4CBB17D-B00F-344A-D1D5-C3E20DFA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246" y="828276"/>
            <a:ext cx="1952703" cy="1952703"/>
          </a:xfrm>
          <a:prstGeom prst="rect">
            <a:avLst/>
          </a:prstGeom>
        </p:spPr>
      </p:pic>
      <p:pic>
        <p:nvPicPr>
          <p:cNvPr id="7" name="Picture 6" descr="A diagram of different colored circles&#10;&#10;AI-generated content may be incorrect.">
            <a:extLst>
              <a:ext uri="{FF2B5EF4-FFF2-40B4-BE49-F238E27FC236}">
                <a16:creationId xmlns:a16="http://schemas.microsoft.com/office/drawing/2014/main" id="{275654EF-34B3-2907-9D4C-0B6C2CE2D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957" y="3426258"/>
            <a:ext cx="3672332" cy="2750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omputer eyeball with a circuit board&#10;&#10;AI-generated content may be incorrect.">
            <a:extLst>
              <a:ext uri="{FF2B5EF4-FFF2-40B4-BE49-F238E27FC236}">
                <a16:creationId xmlns:a16="http://schemas.microsoft.com/office/drawing/2014/main" id="{88DAB8DA-02B5-501E-B6C3-1135CAAA8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" y="288099"/>
            <a:ext cx="8458200" cy="61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20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Computer Vision (CV)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3DAF4861-1288-91D4-9A78-37BD5D3755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8414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A62C67-FDA0-3982-E9C3-2C7D61A95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Working of Computer Vision</a:t>
            </a:r>
          </a:p>
        </p:txBody>
      </p:sp>
      <p:pic>
        <p:nvPicPr>
          <p:cNvPr id="5" name="Content Placeholder 4" descr="A diagram of a human brain and a computer vision system&#10;&#10;AI-generated content may be incorrect.">
            <a:extLst>
              <a:ext uri="{FF2B5EF4-FFF2-40B4-BE49-F238E27FC236}">
                <a16:creationId xmlns:a16="http://schemas.microsoft.com/office/drawing/2014/main" id="{9651F8F2-FF2D-2A76-23D4-8B0109A1D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1322243"/>
            <a:ext cx="5419311" cy="421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839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0A6B-5855-3200-1454-5E4A9F34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287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 descr="A machine with a person in a factory&#10;&#10;AI-generated content may be incorrect.">
            <a:extLst>
              <a:ext uri="{FF2B5EF4-FFF2-40B4-BE49-F238E27FC236}">
                <a16:creationId xmlns:a16="http://schemas.microsoft.com/office/drawing/2014/main" id="{8304E1BD-3F63-FD1E-0EB3-E271916FF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4638"/>
            <a:ext cx="8229600" cy="6248758"/>
          </a:xfrm>
        </p:spPr>
      </p:pic>
    </p:spTree>
    <p:extLst>
      <p:ext uri="{BB962C8B-B14F-4D97-AF65-F5344CB8AC3E}">
        <p14:creationId xmlns:p14="http://schemas.microsoft.com/office/powerpoint/2010/main" val="4058244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E9986A5-A7D1-4022-BAC0-885FB7A14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44570"/>
            <a:ext cx="2508396" cy="1703830"/>
          </a:xfrm>
        </p:spPr>
        <p:txBody>
          <a:bodyPr anchor="ctr">
            <a:normAutofit/>
          </a:bodyPr>
          <a:lstStyle/>
          <a:p>
            <a:r>
              <a:rPr lang="en-US" sz="3900"/>
              <a:t>Computer Vision (CV)</a:t>
            </a:r>
          </a:p>
        </p:txBody>
      </p:sp>
      <p:pic>
        <p:nvPicPr>
          <p:cNvPr id="5" name="Picture 4" descr="A person wearing a face mask&#10;&#10;AI-generated content may be incorrect.">
            <a:extLst>
              <a:ext uri="{FF2B5EF4-FFF2-40B4-BE49-F238E27FC236}">
                <a16:creationId xmlns:a16="http://schemas.microsoft.com/office/drawing/2014/main" id="{16661ADF-4BDD-BBA9-5A18-9A7A9523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30" r="22231" b="1"/>
          <a:stretch>
            <a:fillRect/>
          </a:stretch>
        </p:blipFill>
        <p:spPr>
          <a:xfrm>
            <a:off x="20" y="-1"/>
            <a:ext cx="2981578" cy="4306593"/>
          </a:xfrm>
          <a:custGeom>
            <a:avLst/>
            <a:gdLst/>
            <a:ahLst/>
            <a:cxnLst/>
            <a:rect l="l" t="t" r="r" b="b"/>
            <a:pathLst>
              <a:path w="3975464" h="4365555">
                <a:moveTo>
                  <a:pt x="0" y="0"/>
                </a:moveTo>
                <a:lnTo>
                  <a:pt x="3954724" y="0"/>
                </a:lnTo>
                <a:lnTo>
                  <a:pt x="3944328" y="441228"/>
                </a:lnTo>
                <a:cubicBezTo>
                  <a:pt x="3942781" y="508796"/>
                  <a:pt x="3939430" y="576877"/>
                  <a:pt x="3951159" y="643804"/>
                </a:cubicBezTo>
                <a:cubicBezTo>
                  <a:pt x="3980543" y="810736"/>
                  <a:pt x="3979900" y="978310"/>
                  <a:pt x="3967011" y="1146396"/>
                </a:cubicBezTo>
                <a:cubicBezTo>
                  <a:pt x="3954123" y="1321150"/>
                  <a:pt x="3931569" y="1495262"/>
                  <a:pt x="3940203" y="1671170"/>
                </a:cubicBezTo>
                <a:cubicBezTo>
                  <a:pt x="3945230" y="1770534"/>
                  <a:pt x="3953091" y="1869643"/>
                  <a:pt x="3953091" y="1969263"/>
                </a:cubicBezTo>
                <a:cubicBezTo>
                  <a:pt x="3955799" y="2447623"/>
                  <a:pt x="3948581" y="2926496"/>
                  <a:pt x="3959665" y="3405241"/>
                </a:cubicBezTo>
                <a:cubicBezTo>
                  <a:pt x="3962629" y="3529479"/>
                  <a:pt x="3949097" y="3653076"/>
                  <a:pt x="3946777" y="3777057"/>
                </a:cubicBezTo>
                <a:cubicBezTo>
                  <a:pt x="3944973" y="3878089"/>
                  <a:pt x="3947873" y="3979056"/>
                  <a:pt x="3950499" y="4080023"/>
                </a:cubicBezTo>
                <a:lnTo>
                  <a:pt x="3952324" y="4346210"/>
                </a:lnTo>
                <a:lnTo>
                  <a:pt x="3923793" y="4344582"/>
                </a:lnTo>
                <a:cubicBezTo>
                  <a:pt x="3869166" y="4337251"/>
                  <a:pt x="3813841" y="4336693"/>
                  <a:pt x="3759075" y="4342933"/>
                </a:cubicBezTo>
                <a:cubicBezTo>
                  <a:pt x="3703277" y="4347626"/>
                  <a:pt x="3647607" y="4354981"/>
                  <a:pt x="3591682" y="4357645"/>
                </a:cubicBezTo>
                <a:cubicBezTo>
                  <a:pt x="3349688" y="4370998"/>
                  <a:pt x="3107046" y="4367447"/>
                  <a:pt x="2865549" y="4346991"/>
                </a:cubicBezTo>
                <a:cubicBezTo>
                  <a:pt x="2661378" y="4329084"/>
                  <a:pt x="2456048" y="4328501"/>
                  <a:pt x="2251775" y="4345215"/>
                </a:cubicBezTo>
                <a:cubicBezTo>
                  <a:pt x="2200819" y="4349148"/>
                  <a:pt x="2149862" y="4359293"/>
                  <a:pt x="2098906" y="4351937"/>
                </a:cubicBezTo>
                <a:cubicBezTo>
                  <a:pt x="2025044" y="4342895"/>
                  <a:pt x="1950494" y="4340688"/>
                  <a:pt x="1876224" y="4345343"/>
                </a:cubicBezTo>
                <a:cubicBezTo>
                  <a:pt x="1700042" y="4352318"/>
                  <a:pt x="1523986" y="4361576"/>
                  <a:pt x="1347676" y="4359039"/>
                </a:cubicBezTo>
                <a:cubicBezTo>
                  <a:pt x="1064484" y="4355108"/>
                  <a:pt x="781420" y="4341031"/>
                  <a:pt x="498101" y="4351430"/>
                </a:cubicBezTo>
                <a:cubicBezTo>
                  <a:pt x="364340" y="4356376"/>
                  <a:pt x="230578" y="4360752"/>
                  <a:pt x="96817" y="4355568"/>
                </a:cubicBezTo>
                <a:lnTo>
                  <a:pt x="0" y="4349268"/>
                </a:lnTo>
                <a:close/>
              </a:path>
            </a:pathLst>
          </a:custGeom>
        </p:spPr>
      </p:pic>
      <p:pic>
        <p:nvPicPr>
          <p:cNvPr id="9" name="Picture 8" descr="A collage of people riding a motorcycle&#10;&#10;AI-generated content may be incorrect.">
            <a:extLst>
              <a:ext uri="{FF2B5EF4-FFF2-40B4-BE49-F238E27FC236}">
                <a16:creationId xmlns:a16="http://schemas.microsoft.com/office/drawing/2014/main" id="{E3324C8F-83BA-BC69-2F7B-06B3DF1B0C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70" r="27260" b="1"/>
          <a:stretch>
            <a:fillRect/>
          </a:stretch>
        </p:blipFill>
        <p:spPr>
          <a:xfrm>
            <a:off x="3111660" y="-1"/>
            <a:ext cx="2904492" cy="4306594"/>
          </a:xfrm>
          <a:custGeom>
            <a:avLst/>
            <a:gdLst/>
            <a:ahLst/>
            <a:cxnLst/>
            <a:rect l="l" t="t" r="r" b="b"/>
            <a:pathLst>
              <a:path w="3872656" h="4370715">
                <a:moveTo>
                  <a:pt x="9308" y="0"/>
                </a:moveTo>
                <a:lnTo>
                  <a:pt x="3851998" y="0"/>
                </a:lnTo>
                <a:lnTo>
                  <a:pt x="3841520" y="444702"/>
                </a:lnTo>
                <a:cubicBezTo>
                  <a:pt x="3839973" y="512270"/>
                  <a:pt x="3836622" y="580351"/>
                  <a:pt x="3848351" y="647278"/>
                </a:cubicBezTo>
                <a:cubicBezTo>
                  <a:pt x="3877736" y="814210"/>
                  <a:pt x="3877092" y="981784"/>
                  <a:pt x="3864203" y="1149870"/>
                </a:cubicBezTo>
                <a:cubicBezTo>
                  <a:pt x="3851315" y="1324624"/>
                  <a:pt x="3828761" y="1498736"/>
                  <a:pt x="3837395" y="1674644"/>
                </a:cubicBezTo>
                <a:cubicBezTo>
                  <a:pt x="3842422" y="1774008"/>
                  <a:pt x="3850284" y="1873117"/>
                  <a:pt x="3850284" y="1972737"/>
                </a:cubicBezTo>
                <a:cubicBezTo>
                  <a:pt x="3852991" y="2451097"/>
                  <a:pt x="3845773" y="2929970"/>
                  <a:pt x="3856857" y="3408715"/>
                </a:cubicBezTo>
                <a:cubicBezTo>
                  <a:pt x="3859821" y="3532953"/>
                  <a:pt x="3846289" y="3656550"/>
                  <a:pt x="3843969" y="3780531"/>
                </a:cubicBezTo>
                <a:cubicBezTo>
                  <a:pt x="3842165" y="3881563"/>
                  <a:pt x="3845065" y="3982530"/>
                  <a:pt x="3847691" y="4083497"/>
                </a:cubicBezTo>
                <a:lnTo>
                  <a:pt x="3849494" y="4346466"/>
                </a:lnTo>
                <a:lnTo>
                  <a:pt x="3739963" y="4345485"/>
                </a:lnTo>
                <a:cubicBezTo>
                  <a:pt x="3702780" y="4346420"/>
                  <a:pt x="3665581" y="4348259"/>
                  <a:pt x="3628383" y="4349908"/>
                </a:cubicBezTo>
                <a:cubicBezTo>
                  <a:pt x="3508316" y="4356655"/>
                  <a:pt x="3387918" y="4354828"/>
                  <a:pt x="3268119" y="4344454"/>
                </a:cubicBezTo>
                <a:cubicBezTo>
                  <a:pt x="3196206" y="4335589"/>
                  <a:pt x="3123466" y="4335589"/>
                  <a:pt x="3051553" y="4344454"/>
                </a:cubicBezTo>
                <a:cubicBezTo>
                  <a:pt x="2869715" y="4368829"/>
                  <a:pt x="2685977" y="4376260"/>
                  <a:pt x="2502751" y="4366648"/>
                </a:cubicBezTo>
                <a:cubicBezTo>
                  <a:pt x="2288987" y="4357263"/>
                  <a:pt x="2075733" y="4337859"/>
                  <a:pt x="1861843" y="4332533"/>
                </a:cubicBezTo>
                <a:cubicBezTo>
                  <a:pt x="1726297" y="4329109"/>
                  <a:pt x="1589733" y="4319851"/>
                  <a:pt x="1455972" y="4342552"/>
                </a:cubicBezTo>
                <a:cubicBezTo>
                  <a:pt x="1319536" y="4365887"/>
                  <a:pt x="1184374" y="4354980"/>
                  <a:pt x="1048318" y="4348258"/>
                </a:cubicBezTo>
                <a:cubicBezTo>
                  <a:pt x="946532" y="4340953"/>
                  <a:pt x="844365" y="4340953"/>
                  <a:pt x="742578" y="4348258"/>
                </a:cubicBezTo>
                <a:cubicBezTo>
                  <a:pt x="618869" y="4360661"/>
                  <a:pt x="494432" y="4364263"/>
                  <a:pt x="370214" y="4359038"/>
                </a:cubicBezTo>
                <a:cubicBezTo>
                  <a:pt x="296007" y="4355170"/>
                  <a:pt x="221738" y="4351270"/>
                  <a:pt x="147421" y="4348702"/>
                </a:cubicBezTo>
                <a:lnTo>
                  <a:pt x="13040" y="4347289"/>
                </a:lnTo>
                <a:lnTo>
                  <a:pt x="371" y="4103870"/>
                </a:lnTo>
                <a:cubicBezTo>
                  <a:pt x="-757" y="4012134"/>
                  <a:pt x="886" y="3920334"/>
                  <a:pt x="2690" y="3828598"/>
                </a:cubicBezTo>
                <a:cubicBezTo>
                  <a:pt x="5913" y="3670768"/>
                  <a:pt x="16095" y="3513067"/>
                  <a:pt x="20090" y="3355238"/>
                </a:cubicBezTo>
                <a:cubicBezTo>
                  <a:pt x="25761" y="3127790"/>
                  <a:pt x="3336" y="2900469"/>
                  <a:pt x="10940" y="2573142"/>
                </a:cubicBezTo>
                <a:cubicBezTo>
                  <a:pt x="20218" y="2391979"/>
                  <a:pt x="14032" y="2111578"/>
                  <a:pt x="14677" y="1830024"/>
                </a:cubicBezTo>
                <a:cubicBezTo>
                  <a:pt x="15451" y="1640269"/>
                  <a:pt x="5268" y="1450771"/>
                  <a:pt x="6171" y="1261145"/>
                </a:cubicBezTo>
                <a:cubicBezTo>
                  <a:pt x="6815" y="1121522"/>
                  <a:pt x="19961" y="982540"/>
                  <a:pt x="25374" y="843301"/>
                </a:cubicBezTo>
                <a:cubicBezTo>
                  <a:pt x="30078" y="673215"/>
                  <a:pt x="25426" y="502988"/>
                  <a:pt x="11455" y="333401"/>
                </a:cubicBezTo>
                <a:cubicBezTo>
                  <a:pt x="4817" y="239678"/>
                  <a:pt x="5623" y="145890"/>
                  <a:pt x="8088" y="52087"/>
                </a:cubicBezTo>
                <a:close/>
              </a:path>
            </a:pathLst>
          </a:custGeom>
        </p:spPr>
      </p:pic>
      <p:pic>
        <p:nvPicPr>
          <p:cNvPr id="7" name="Picture 6" descr="A hand with a thumbs up sign&#10;&#10;AI-generated content may be incorrect.">
            <a:extLst>
              <a:ext uri="{FF2B5EF4-FFF2-40B4-BE49-F238E27FC236}">
                <a16:creationId xmlns:a16="http://schemas.microsoft.com/office/drawing/2014/main" id="{11A7620E-891D-C51E-B660-4DF1300FE4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31" r="36187" b="-2"/>
          <a:stretch>
            <a:fillRect/>
          </a:stretch>
        </p:blipFill>
        <p:spPr>
          <a:xfrm>
            <a:off x="6146214" y="-1"/>
            <a:ext cx="2997786" cy="4306593"/>
          </a:xfrm>
          <a:custGeom>
            <a:avLst/>
            <a:gdLst/>
            <a:ahLst/>
            <a:cxnLst/>
            <a:rect l="l" t="t" r="r" b="b"/>
            <a:pathLst>
              <a:path w="3997047" h="4358703">
                <a:moveTo>
                  <a:pt x="9389" y="0"/>
                </a:moveTo>
                <a:lnTo>
                  <a:pt x="3997047" y="0"/>
                </a:lnTo>
                <a:lnTo>
                  <a:pt x="3997047" y="4347477"/>
                </a:lnTo>
                <a:lnTo>
                  <a:pt x="3922844" y="4341211"/>
                </a:lnTo>
                <a:cubicBezTo>
                  <a:pt x="3821334" y="4336140"/>
                  <a:pt x="3719771" y="4340396"/>
                  <a:pt x="3618208" y="4343440"/>
                </a:cubicBezTo>
                <a:cubicBezTo>
                  <a:pt x="3488013" y="4347245"/>
                  <a:pt x="3357819" y="4358659"/>
                  <a:pt x="3227370" y="4344455"/>
                </a:cubicBezTo>
                <a:cubicBezTo>
                  <a:pt x="3152388" y="4335717"/>
                  <a:pt x="3076577" y="4336833"/>
                  <a:pt x="3001887" y="4347752"/>
                </a:cubicBezTo>
                <a:cubicBezTo>
                  <a:pt x="2932216" y="4357340"/>
                  <a:pt x="2861768" y="4360092"/>
                  <a:pt x="2791563" y="4355995"/>
                </a:cubicBezTo>
                <a:cubicBezTo>
                  <a:pt x="2658694" y="4350416"/>
                  <a:pt x="2524678" y="4346991"/>
                  <a:pt x="2391171" y="4351303"/>
                </a:cubicBezTo>
                <a:cubicBezTo>
                  <a:pt x="2185433" y="4357898"/>
                  <a:pt x="1979696" y="4363985"/>
                  <a:pt x="1773830" y="4351303"/>
                </a:cubicBezTo>
                <a:cubicBezTo>
                  <a:pt x="1620961" y="4342172"/>
                  <a:pt x="1468090" y="4341031"/>
                  <a:pt x="1315220" y="4345723"/>
                </a:cubicBezTo>
                <a:cubicBezTo>
                  <a:pt x="1162350" y="4350416"/>
                  <a:pt x="1009480" y="4359927"/>
                  <a:pt x="856610" y="4351303"/>
                </a:cubicBezTo>
                <a:cubicBezTo>
                  <a:pt x="678261" y="4341158"/>
                  <a:pt x="499913" y="4342933"/>
                  <a:pt x="321565" y="4344708"/>
                </a:cubicBezTo>
                <a:cubicBezTo>
                  <a:pt x="235449" y="4345596"/>
                  <a:pt x="149428" y="4348323"/>
                  <a:pt x="63422" y="4349686"/>
                </a:cubicBezTo>
                <a:lnTo>
                  <a:pt x="12951" y="4349060"/>
                </a:lnTo>
                <a:lnTo>
                  <a:pt x="371" y="4107346"/>
                </a:lnTo>
                <a:cubicBezTo>
                  <a:pt x="-757" y="4015610"/>
                  <a:pt x="887" y="3923810"/>
                  <a:pt x="2691" y="3832074"/>
                </a:cubicBezTo>
                <a:cubicBezTo>
                  <a:pt x="5913" y="3674244"/>
                  <a:pt x="16095" y="3516543"/>
                  <a:pt x="20090" y="3358714"/>
                </a:cubicBezTo>
                <a:cubicBezTo>
                  <a:pt x="25761" y="3131266"/>
                  <a:pt x="3336" y="2903945"/>
                  <a:pt x="10940" y="2576618"/>
                </a:cubicBezTo>
                <a:cubicBezTo>
                  <a:pt x="20219" y="2395455"/>
                  <a:pt x="14032" y="2115054"/>
                  <a:pt x="14677" y="1833500"/>
                </a:cubicBezTo>
                <a:cubicBezTo>
                  <a:pt x="15451" y="1643745"/>
                  <a:pt x="5269" y="1454247"/>
                  <a:pt x="6171" y="1264621"/>
                </a:cubicBezTo>
                <a:cubicBezTo>
                  <a:pt x="6815" y="1124998"/>
                  <a:pt x="19961" y="986016"/>
                  <a:pt x="25375" y="846777"/>
                </a:cubicBezTo>
                <a:cubicBezTo>
                  <a:pt x="30078" y="676691"/>
                  <a:pt x="25426" y="506464"/>
                  <a:pt x="11455" y="336877"/>
                </a:cubicBezTo>
                <a:cubicBezTo>
                  <a:pt x="4818" y="243154"/>
                  <a:pt x="5623" y="149366"/>
                  <a:pt x="8088" y="55563"/>
                </a:cubicBezTo>
                <a:close/>
              </a:path>
            </a:pathLst>
          </a:custGeom>
        </p:spPr>
      </p:pic>
      <p:sp>
        <p:nvSpPr>
          <p:cNvPr id="21" name="sketch line">
            <a:extLst>
              <a:ext uri="{FF2B5EF4-FFF2-40B4-BE49-F238E27FC236}">
                <a16:creationId xmlns:a16="http://schemas.microsoft.com/office/drawing/2014/main" id="{D2758DA7-6A89-49A1-B9F5-546D99324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72868" y="5416053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0186" y="4544570"/>
            <a:ext cx="5360611" cy="1703830"/>
          </a:xfrm>
        </p:spPr>
        <p:txBody>
          <a:bodyPr anchor="ctr">
            <a:normAutofit/>
          </a:bodyPr>
          <a:lstStyle/>
          <a:p>
            <a:r>
              <a:rPr lang="en-US" sz="1900"/>
              <a:t>Face Mask Detection</a:t>
            </a:r>
          </a:p>
          <a:p>
            <a:r>
              <a:rPr lang="en-US" sz="1900"/>
              <a:t>Traffic Monitoring</a:t>
            </a:r>
          </a:p>
          <a:p>
            <a:r>
              <a:rPr lang="en-US" sz="1900"/>
              <a:t>Hand Gesture detection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8B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robot with text overlay&#10;&#10;AI-generated content may be incorrect.">
            <a:extLst>
              <a:ext uri="{FF2B5EF4-FFF2-40B4-BE49-F238E27FC236}">
                <a16:creationId xmlns:a16="http://schemas.microsoft.com/office/drawing/2014/main" id="{9C46FE1D-D4EC-72B3-0BCC-4226F92C7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781114"/>
            <a:ext cx="8178799" cy="52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89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Robotics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0EAE353C-3EDF-05BD-034D-6875F74B6C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986435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1EEE5-5AD1-BADA-2736-956079C4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b="1" i="0" kern="1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Gemini Robotics: Where AI Meets the Physical World</a:t>
            </a: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collage of several images of a robot&#10;&#10;AI-generated content may be incorrect.">
            <a:extLst>
              <a:ext uri="{FF2B5EF4-FFF2-40B4-BE49-F238E27FC236}">
                <a16:creationId xmlns:a16="http://schemas.microsoft.com/office/drawing/2014/main" id="{A107E392-93AE-CB06-9CAE-C0BB8C1C0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045" y="1675227"/>
            <a:ext cx="781190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46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How These Fields Work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Modern AI systems are hybrids.</a:t>
            </a:r>
          </a:p>
          <a:p>
            <a:r>
              <a:rPr lang="en-US" sz="2100"/>
              <a:t>Example: Self-driving car uses CV for seeing, ML/DL for decision-making, NLP for voice commands, Robotics for movement.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AB4A114-185E-925A-58C6-DB12094150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Recap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7F8B48-9840-B17F-3055-63961EE37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774624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What’s Next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CC36D9-CCB2-FE98-94B9-1547F8047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29550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Microsoft Office PowerPoint</Application>
  <PresentationFormat>On-screen Show (4:3)</PresentationFormat>
  <Paragraphs>88</Paragraphs>
  <Slides>25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Fields of Artificial Intelligence</vt:lpstr>
      <vt:lpstr>The AI Umbrella</vt:lpstr>
      <vt:lpstr>Sub Fields in AI</vt:lpstr>
      <vt:lpstr>PowerPoint Presentation</vt:lpstr>
      <vt:lpstr>Machine Learning (ML)</vt:lpstr>
      <vt:lpstr>PowerPoint Presentation</vt:lpstr>
      <vt:lpstr>Machine Learning (ML)</vt:lpstr>
      <vt:lpstr>PowerPoint Presentation</vt:lpstr>
      <vt:lpstr>Deep Learning (DL)</vt:lpstr>
      <vt:lpstr>Deep Learning (DL)</vt:lpstr>
      <vt:lpstr>PowerPoint Presentation</vt:lpstr>
      <vt:lpstr>Natural Language Processing (NLP)</vt:lpstr>
      <vt:lpstr>How NLP Understands a Sentence </vt:lpstr>
      <vt:lpstr>Natural Language Processing (NLP)</vt:lpstr>
      <vt:lpstr>PowerPoint Presentation</vt:lpstr>
      <vt:lpstr>Computer Vision (CV)</vt:lpstr>
      <vt:lpstr>Working of Computer Vision</vt:lpstr>
      <vt:lpstr>PowerPoint Presentation</vt:lpstr>
      <vt:lpstr>Computer Vision (CV)</vt:lpstr>
      <vt:lpstr>PowerPoint Presentation</vt:lpstr>
      <vt:lpstr>Robotics</vt:lpstr>
      <vt:lpstr>Gemini Robotics: Where AI Meets the Physical World</vt:lpstr>
      <vt:lpstr>How These Fields Work Together</vt:lpstr>
      <vt:lpstr>Recap</vt:lpstr>
      <vt:lpstr>What’s Next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Zaid Khan, Vodafone</dc:creator>
  <cp:keywords/>
  <dc:description>generated using python-pptx</dc:description>
  <cp:lastModifiedBy>Zaid Khan, Vodafone</cp:lastModifiedBy>
  <cp:revision>3</cp:revision>
  <dcterms:created xsi:type="dcterms:W3CDTF">2013-01-27T09:14:16Z</dcterms:created>
  <dcterms:modified xsi:type="dcterms:W3CDTF">2025-08-26T13:09:09Z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2025-08-13T13:03:22Z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9353157c-a6e0-49db-a0ee-fa52b6231195</vt:lpwstr>
  </property>
  <property fmtid="{D5CDD505-2E9C-101B-9397-08002B2CF9AE}" pid="8" name="MSIP_Label_0359f705-2ba0-454b-9cfc-6ce5bcaac040_ContentBits">
    <vt:lpwstr>2</vt:lpwstr>
  </property>
  <property fmtid="{D5CDD505-2E9C-101B-9397-08002B2CF9AE}" pid="9" name="MSIP_Label_0359f705-2ba0-454b-9cfc-6ce5bcaac0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C2 General</vt:lpwstr>
  </property>
</Properties>
</file>